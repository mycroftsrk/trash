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9900A9-8C9F-4363-A154-857964E554F1}" v="1474" dt="2025-12-19T13:08:04.6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49" autoAdjust="0"/>
    <p:restoredTop sz="94667" autoAdjust="0"/>
  </p:normalViewPr>
  <p:slideViewPr>
    <p:cSldViewPr snapToGrid="0" showGuides="1">
      <p:cViewPr varScale="1">
        <p:scale>
          <a:sx n="93" d="100"/>
          <a:sy n="93" d="100"/>
        </p:scale>
        <p:origin x="1080" y="2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380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 I" userId="1ad7123e4ed09ae3" providerId="LiveId" clId="{6DEF62D7-AFC5-4C44-A21D-F291BF42E1B7}"/>
    <pc:docChg chg="undo redo custSel addSld delSld modSld sldOrd">
      <pc:chgData name="Y I" userId="1ad7123e4ed09ae3" providerId="LiveId" clId="{6DEF62D7-AFC5-4C44-A21D-F291BF42E1B7}" dt="2025-12-19T13:12:54.651" v="17837" actId="2696"/>
      <pc:docMkLst>
        <pc:docMk/>
      </pc:docMkLst>
      <pc:sldChg chg="del">
        <pc:chgData name="Y I" userId="1ad7123e4ed09ae3" providerId="LiveId" clId="{6DEF62D7-AFC5-4C44-A21D-F291BF42E1B7}" dt="2025-12-18T09:29:54.785" v="12259" actId="2696"/>
        <pc:sldMkLst>
          <pc:docMk/>
          <pc:sldMk cId="4158874657" sldId="256"/>
        </pc:sldMkLst>
      </pc:sldChg>
      <pc:sldChg chg="del">
        <pc:chgData name="Y I" userId="1ad7123e4ed09ae3" providerId="LiveId" clId="{6DEF62D7-AFC5-4C44-A21D-F291BF42E1B7}" dt="2025-12-19T13:12:54.651" v="17837" actId="2696"/>
        <pc:sldMkLst>
          <pc:docMk/>
          <pc:sldMk cId="413092624" sldId="258"/>
        </pc:sldMkLst>
      </pc:sldChg>
      <pc:sldChg chg="addSp modSp del mod">
        <pc:chgData name="Y I" userId="1ad7123e4ed09ae3" providerId="LiveId" clId="{6DEF62D7-AFC5-4C44-A21D-F291BF42E1B7}" dt="2025-12-19T13:12:54.651" v="17837" actId="2696"/>
        <pc:sldMkLst>
          <pc:docMk/>
          <pc:sldMk cId="2463332086" sldId="259"/>
        </pc:sldMkLst>
        <pc:spChg chg="mod">
          <ac:chgData name="Y I" userId="1ad7123e4ed09ae3" providerId="LiveId" clId="{6DEF62D7-AFC5-4C44-A21D-F291BF42E1B7}" dt="2025-12-19T09:16:12.761" v="16364" actId="20577"/>
          <ac:spMkLst>
            <pc:docMk/>
            <pc:sldMk cId="2463332086" sldId="259"/>
            <ac:spMk id="3" creationId="{F8D7B1DE-7B14-E898-4720-C2FDA57B9CB3}"/>
          </ac:spMkLst>
        </pc:spChg>
      </pc:sldChg>
      <pc:sldChg chg="addSp delSp modSp del mod">
        <pc:chgData name="Y I" userId="1ad7123e4ed09ae3" providerId="LiveId" clId="{6DEF62D7-AFC5-4C44-A21D-F291BF42E1B7}" dt="2025-12-19T13:12:54.651" v="17837" actId="2696"/>
        <pc:sldMkLst>
          <pc:docMk/>
          <pc:sldMk cId="3081832946" sldId="260"/>
        </pc:sldMkLst>
        <pc:spChg chg="add mod">
          <ac:chgData name="Y I" userId="1ad7123e4ed09ae3" providerId="LiveId" clId="{6DEF62D7-AFC5-4C44-A21D-F291BF42E1B7}" dt="2025-12-18T09:25:36.957" v="12258" actId="1076"/>
          <ac:spMkLst>
            <pc:docMk/>
            <pc:sldMk cId="3081832946" sldId="260"/>
            <ac:spMk id="4" creationId="{3AA12224-8060-EF01-DA17-D23E4FF8D579}"/>
          </ac:spMkLst>
        </pc:spChg>
        <pc:spChg chg="add mod">
          <ac:chgData name="Y I" userId="1ad7123e4ed09ae3" providerId="LiveId" clId="{6DEF62D7-AFC5-4C44-A21D-F291BF42E1B7}" dt="2025-12-19T06:54:51.524" v="15280" actId="1076"/>
          <ac:spMkLst>
            <pc:docMk/>
            <pc:sldMk cId="3081832946" sldId="260"/>
            <ac:spMk id="5" creationId="{E0CA8404-80E6-8473-CE39-B3D8B057E024}"/>
          </ac:spMkLst>
        </pc:spChg>
        <pc:spChg chg="ord">
          <ac:chgData name="Y I" userId="1ad7123e4ed09ae3" providerId="LiveId" clId="{6DEF62D7-AFC5-4C44-A21D-F291BF42E1B7}" dt="2025-12-18T23:24:55.726" v="13576" actId="166"/>
          <ac:spMkLst>
            <pc:docMk/>
            <pc:sldMk cId="3081832946" sldId="260"/>
            <ac:spMk id="18" creationId="{3C7A5593-2021-87F1-52BE-CC2DDEA92A18}"/>
          </ac:spMkLst>
        </pc:spChg>
        <pc:spChg chg="ord">
          <ac:chgData name="Y I" userId="1ad7123e4ed09ae3" providerId="LiveId" clId="{6DEF62D7-AFC5-4C44-A21D-F291BF42E1B7}" dt="2025-12-18T23:24:32.693" v="13574" actId="166"/>
          <ac:spMkLst>
            <pc:docMk/>
            <pc:sldMk cId="3081832946" sldId="260"/>
            <ac:spMk id="19" creationId="{EBE1B74D-7C72-A00D-139F-9AAABB60E99B}"/>
          </ac:spMkLst>
        </pc:spChg>
        <pc:spChg chg="ord">
          <ac:chgData name="Y I" userId="1ad7123e4ed09ae3" providerId="LiveId" clId="{6DEF62D7-AFC5-4C44-A21D-F291BF42E1B7}" dt="2025-12-18T23:25:02.193" v="13577" actId="166"/>
          <ac:spMkLst>
            <pc:docMk/>
            <pc:sldMk cId="3081832946" sldId="260"/>
            <ac:spMk id="23" creationId="{95F5F678-8D84-D811-83D1-3429E77A3C69}"/>
          </ac:spMkLst>
        </pc:spChg>
        <pc:spChg chg="ord">
          <ac:chgData name="Y I" userId="1ad7123e4ed09ae3" providerId="LiveId" clId="{6DEF62D7-AFC5-4C44-A21D-F291BF42E1B7}" dt="2025-12-18T23:31:13.203" v="13642" actId="167"/>
          <ac:spMkLst>
            <pc:docMk/>
            <pc:sldMk cId="3081832946" sldId="260"/>
            <ac:spMk id="33" creationId="{FB785A74-19F9-2959-5D7C-3727F11BF257}"/>
          </ac:spMkLst>
        </pc:spChg>
        <pc:spChg chg="mod">
          <ac:chgData name="Y I" userId="1ad7123e4ed09ae3" providerId="LiveId" clId="{6DEF62D7-AFC5-4C44-A21D-F291BF42E1B7}" dt="2025-12-19T06:53:49.968" v="15278" actId="1076"/>
          <ac:spMkLst>
            <pc:docMk/>
            <pc:sldMk cId="3081832946" sldId="260"/>
            <ac:spMk id="40" creationId="{CFFA1F26-3325-304D-02DE-86BB96F04B5A}"/>
          </ac:spMkLst>
        </pc:spChg>
        <pc:graphicFrameChg chg="mod ord modGraphic">
          <ac:chgData name="Y I" userId="1ad7123e4ed09ae3" providerId="LiveId" clId="{6DEF62D7-AFC5-4C44-A21D-F291BF42E1B7}" dt="2025-12-18T23:25:02.193" v="13577" actId="166"/>
          <ac:graphicFrameMkLst>
            <pc:docMk/>
            <pc:sldMk cId="3081832946" sldId="260"/>
            <ac:graphicFrameMk id="7" creationId="{F7E4E2A7-5F38-830A-ACCF-7907C635FC3E}"/>
          </ac:graphicFrameMkLst>
        </pc:graphicFrameChg>
        <pc:graphicFrameChg chg="mod ord modGraphic">
          <ac:chgData name="Y I" userId="1ad7123e4ed09ae3" providerId="LiveId" clId="{6DEF62D7-AFC5-4C44-A21D-F291BF42E1B7}" dt="2025-12-18T23:24:55.726" v="13576" actId="166"/>
          <ac:graphicFrameMkLst>
            <pc:docMk/>
            <pc:sldMk cId="3081832946" sldId="260"/>
            <ac:graphicFrameMk id="9" creationId="{D056E329-AD5A-9D35-18D4-9A62EAC4F49F}"/>
          </ac:graphicFrameMkLst>
        </pc:graphicFrameChg>
        <pc:graphicFrameChg chg="mod ord modGraphic">
          <ac:chgData name="Y I" userId="1ad7123e4ed09ae3" providerId="LiveId" clId="{6DEF62D7-AFC5-4C44-A21D-F291BF42E1B7}" dt="2025-12-18T23:24:18.436" v="13573" actId="20577"/>
          <ac:graphicFrameMkLst>
            <pc:docMk/>
            <pc:sldMk cId="3081832946" sldId="260"/>
            <ac:graphicFrameMk id="11" creationId="{AC39C666-D79F-2510-5366-BAEB0A855AF9}"/>
          </ac:graphicFrameMkLst>
        </pc:graphicFrameChg>
        <pc:graphicFrameChg chg="mod modGraphic">
          <ac:chgData name="Y I" userId="1ad7123e4ed09ae3" providerId="LiveId" clId="{6DEF62D7-AFC5-4C44-A21D-F291BF42E1B7}" dt="2025-12-18T23:41:58.560" v="13701" actId="20577"/>
          <ac:graphicFrameMkLst>
            <pc:docMk/>
            <pc:sldMk cId="3081832946" sldId="260"/>
            <ac:graphicFrameMk id="20" creationId="{6BB3BBAD-329D-39F6-DF98-0DE33693E994}"/>
          </ac:graphicFrameMkLst>
        </pc:graphicFrameChg>
        <pc:graphicFrameChg chg="mod ord modGraphic">
          <ac:chgData name="Y I" userId="1ad7123e4ed09ae3" providerId="LiveId" clId="{6DEF62D7-AFC5-4C44-A21D-F291BF42E1B7}" dt="2025-12-18T23:31:08.967" v="13641" actId="167"/>
          <ac:graphicFrameMkLst>
            <pc:docMk/>
            <pc:sldMk cId="3081832946" sldId="260"/>
            <ac:graphicFrameMk id="34" creationId="{67ACBF48-7233-40BB-AF81-27801E7AFB58}"/>
          </ac:graphicFrameMkLst>
        </pc:graphicFrameChg>
        <pc:cxnChg chg="add mod">
          <ac:chgData name="Y I" userId="1ad7123e4ed09ae3" providerId="LiveId" clId="{6DEF62D7-AFC5-4C44-A21D-F291BF42E1B7}" dt="2025-12-19T06:56:11.017" v="15289" actId="14100"/>
          <ac:cxnSpMkLst>
            <pc:docMk/>
            <pc:sldMk cId="3081832946" sldId="260"/>
            <ac:cxnSpMk id="8" creationId="{8B8F55C8-F2D3-B02E-67BD-51FA83451771}"/>
          </ac:cxnSpMkLst>
        </pc:cxnChg>
      </pc:sldChg>
      <pc:sldChg chg="del">
        <pc:chgData name="Y I" userId="1ad7123e4ed09ae3" providerId="LiveId" clId="{6DEF62D7-AFC5-4C44-A21D-F291BF42E1B7}" dt="2025-12-19T13:12:54.651" v="17837" actId="2696"/>
        <pc:sldMkLst>
          <pc:docMk/>
          <pc:sldMk cId="850482896" sldId="262"/>
        </pc:sldMkLst>
      </pc:sldChg>
      <pc:sldChg chg="addSp delSp modSp del mod ord">
        <pc:chgData name="Y I" userId="1ad7123e4ed09ae3" providerId="LiveId" clId="{6DEF62D7-AFC5-4C44-A21D-F291BF42E1B7}" dt="2025-12-19T13:12:54.651" v="17837" actId="2696"/>
        <pc:sldMkLst>
          <pc:docMk/>
          <pc:sldMk cId="2356156422" sldId="263"/>
        </pc:sldMkLst>
        <pc:spChg chg="mod">
          <ac:chgData name="Y I" userId="1ad7123e4ed09ae3" providerId="LiveId" clId="{6DEF62D7-AFC5-4C44-A21D-F291BF42E1B7}" dt="2025-12-19T05:01:12.815" v="13947" actId="1076"/>
          <ac:spMkLst>
            <pc:docMk/>
            <pc:sldMk cId="2356156422" sldId="263"/>
            <ac:spMk id="2" creationId="{9AB43B49-0436-77C9-C71F-60EE044B27C7}"/>
          </ac:spMkLst>
        </pc:spChg>
        <pc:spChg chg="mod">
          <ac:chgData name="Y I" userId="1ad7123e4ed09ae3" providerId="LiveId" clId="{6DEF62D7-AFC5-4C44-A21D-F291BF42E1B7}" dt="2025-12-19T05:10:26.290" v="14131" actId="1076"/>
          <ac:spMkLst>
            <pc:docMk/>
            <pc:sldMk cId="2356156422" sldId="263"/>
            <ac:spMk id="3" creationId="{B14003B2-52CC-EC11-1EF9-3240A5BC264C}"/>
          </ac:spMkLst>
        </pc:spChg>
        <pc:spChg chg="add del mod">
          <ac:chgData name="Y I" userId="1ad7123e4ed09ae3" providerId="LiveId" clId="{6DEF62D7-AFC5-4C44-A21D-F291BF42E1B7}" dt="2025-12-18T05:00:03.790" v="10218" actId="1037"/>
          <ac:spMkLst>
            <pc:docMk/>
            <pc:sldMk cId="2356156422" sldId="263"/>
            <ac:spMk id="4" creationId="{39EA4D09-1849-29E0-EC39-2C87DA174CF9}"/>
          </ac:spMkLst>
        </pc:spChg>
        <pc:spChg chg="add mod topLvl">
          <ac:chgData name="Y I" userId="1ad7123e4ed09ae3" providerId="LiveId" clId="{6DEF62D7-AFC5-4C44-A21D-F291BF42E1B7}" dt="2025-12-18T04:59:36.785" v="10185" actId="1038"/>
          <ac:spMkLst>
            <pc:docMk/>
            <pc:sldMk cId="2356156422" sldId="263"/>
            <ac:spMk id="6" creationId="{5237B24E-3095-4B22-A104-C0C423A1A8E9}"/>
          </ac:spMkLst>
        </pc:spChg>
        <pc:spChg chg="add mod topLvl">
          <ac:chgData name="Y I" userId="1ad7123e4ed09ae3" providerId="LiveId" clId="{6DEF62D7-AFC5-4C44-A21D-F291BF42E1B7}" dt="2025-12-18T04:59:15.611" v="10165" actId="1038"/>
          <ac:spMkLst>
            <pc:docMk/>
            <pc:sldMk cId="2356156422" sldId="263"/>
            <ac:spMk id="7" creationId="{28A3AC58-CB14-0DE0-A42B-617A2B1C3B87}"/>
          </ac:spMkLst>
        </pc:spChg>
        <pc:spChg chg="mod">
          <ac:chgData name="Y I" userId="1ad7123e4ed09ae3" providerId="LiveId" clId="{6DEF62D7-AFC5-4C44-A21D-F291BF42E1B7}" dt="2025-12-19T05:07:41.452" v="14090" actId="14100"/>
          <ac:spMkLst>
            <pc:docMk/>
            <pc:sldMk cId="2356156422" sldId="263"/>
            <ac:spMk id="12" creationId="{A7C0780B-E6A4-A48E-0E77-60B222ACE6AA}"/>
          </ac:spMkLst>
        </pc:spChg>
        <pc:spChg chg="mod topLvl">
          <ac:chgData name="Y I" userId="1ad7123e4ed09ae3" providerId="LiveId" clId="{6DEF62D7-AFC5-4C44-A21D-F291BF42E1B7}" dt="2025-12-19T05:10:04.187" v="14125"/>
          <ac:spMkLst>
            <pc:docMk/>
            <pc:sldMk cId="2356156422" sldId="263"/>
            <ac:spMk id="24" creationId="{B4C5617D-3122-3739-AE5A-2D04A3B8DF1F}"/>
          </ac:spMkLst>
        </pc:spChg>
        <pc:spChg chg="add mod topLvl">
          <ac:chgData name="Y I" userId="1ad7123e4ed09ae3" providerId="LiveId" clId="{6DEF62D7-AFC5-4C44-A21D-F291BF42E1B7}" dt="2025-12-18T05:00:03.790" v="10218" actId="1037"/>
          <ac:spMkLst>
            <pc:docMk/>
            <pc:sldMk cId="2356156422" sldId="263"/>
            <ac:spMk id="25" creationId="{19DF550F-4786-243C-84C2-F3E16167E1BD}"/>
          </ac:spMkLst>
        </pc:spChg>
        <pc:spChg chg="add del mod">
          <ac:chgData name="Y I" userId="1ad7123e4ed09ae3" providerId="LiveId" clId="{6DEF62D7-AFC5-4C44-A21D-F291BF42E1B7}" dt="2025-12-18T05:00:03.790" v="10218" actId="1037"/>
          <ac:spMkLst>
            <pc:docMk/>
            <pc:sldMk cId="2356156422" sldId="263"/>
            <ac:spMk id="26" creationId="{A05EA25A-11AC-DA9C-019E-61DBFAA59BA2}"/>
          </ac:spMkLst>
        </pc:spChg>
        <pc:spChg chg="add del mod topLvl">
          <ac:chgData name="Y I" userId="1ad7123e4ed09ae3" providerId="LiveId" clId="{6DEF62D7-AFC5-4C44-A21D-F291BF42E1B7}" dt="2025-12-18T05:03:36.866" v="10307" actId="164"/>
          <ac:spMkLst>
            <pc:docMk/>
            <pc:sldMk cId="2356156422" sldId="263"/>
            <ac:spMk id="27" creationId="{62C1486B-87E3-3911-F6AA-7C8F855692AB}"/>
          </ac:spMkLst>
        </pc:spChg>
        <pc:spChg chg="add del mod topLvl">
          <ac:chgData name="Y I" userId="1ad7123e4ed09ae3" providerId="LiveId" clId="{6DEF62D7-AFC5-4C44-A21D-F291BF42E1B7}" dt="2025-12-18T05:00:03.790" v="10218" actId="1037"/>
          <ac:spMkLst>
            <pc:docMk/>
            <pc:sldMk cId="2356156422" sldId="263"/>
            <ac:spMk id="28" creationId="{14C3CB76-054A-5D2B-57A0-CA53FD76ED0C}"/>
          </ac:spMkLst>
        </pc:spChg>
        <pc:spChg chg="add del mod topLvl">
          <ac:chgData name="Y I" userId="1ad7123e4ed09ae3" providerId="LiveId" clId="{6DEF62D7-AFC5-4C44-A21D-F291BF42E1B7}" dt="2025-12-18T05:00:03.790" v="10218" actId="1037"/>
          <ac:spMkLst>
            <pc:docMk/>
            <pc:sldMk cId="2356156422" sldId="263"/>
            <ac:spMk id="29" creationId="{6C487395-1C08-C573-F671-8EB9B4B63A96}"/>
          </ac:spMkLst>
        </pc:spChg>
        <pc:spChg chg="add del mod topLvl">
          <ac:chgData name="Y I" userId="1ad7123e4ed09ae3" providerId="LiveId" clId="{6DEF62D7-AFC5-4C44-A21D-F291BF42E1B7}" dt="2025-12-18T05:03:36.866" v="10307" actId="164"/>
          <ac:spMkLst>
            <pc:docMk/>
            <pc:sldMk cId="2356156422" sldId="263"/>
            <ac:spMk id="30" creationId="{9934AFCC-256F-6A31-FE3A-9C75DD8C713E}"/>
          </ac:spMkLst>
        </pc:spChg>
        <pc:spChg chg="add del mod topLvl">
          <ac:chgData name="Y I" userId="1ad7123e4ed09ae3" providerId="LiveId" clId="{6DEF62D7-AFC5-4C44-A21D-F291BF42E1B7}" dt="2025-12-18T04:41:07.258" v="9412" actId="478"/>
          <ac:spMkLst>
            <pc:docMk/>
            <pc:sldMk cId="2356156422" sldId="263"/>
            <ac:spMk id="31" creationId="{1F99F665-A13F-5D52-1B28-FCCE4BE781D6}"/>
          </ac:spMkLst>
        </pc:spChg>
        <pc:spChg chg="mod topLvl">
          <ac:chgData name="Y I" userId="1ad7123e4ed09ae3" providerId="LiveId" clId="{6DEF62D7-AFC5-4C44-A21D-F291BF42E1B7}" dt="2025-12-19T05:10:04.187" v="14125"/>
          <ac:spMkLst>
            <pc:docMk/>
            <pc:sldMk cId="2356156422" sldId="263"/>
            <ac:spMk id="31" creationId="{2F6E7B88-2074-61BA-06C4-DB46942D7E85}"/>
          </ac:spMkLst>
        </pc:spChg>
        <pc:spChg chg="mod topLvl">
          <ac:chgData name="Y I" userId="1ad7123e4ed09ae3" providerId="LiveId" clId="{6DEF62D7-AFC5-4C44-A21D-F291BF42E1B7}" dt="2025-12-19T05:10:04.187" v="14125"/>
          <ac:spMkLst>
            <pc:docMk/>
            <pc:sldMk cId="2356156422" sldId="263"/>
            <ac:spMk id="39" creationId="{EB9014FE-3305-3B90-73EB-DA1A8AF49CE4}"/>
          </ac:spMkLst>
        </pc:spChg>
        <pc:spChg chg="add mod">
          <ac:chgData name="Y I" userId="1ad7123e4ed09ae3" providerId="LiveId" clId="{6DEF62D7-AFC5-4C44-A21D-F291BF42E1B7}" dt="2025-12-18T05:00:03.790" v="10218" actId="1037"/>
          <ac:spMkLst>
            <pc:docMk/>
            <pc:sldMk cId="2356156422" sldId="263"/>
            <ac:spMk id="40" creationId="{5E441FD9-EB0D-FA51-AC29-1762B5AB2C7C}"/>
          </ac:spMkLst>
        </pc:spChg>
        <pc:spChg chg="add del mod">
          <ac:chgData name="Y I" userId="1ad7123e4ed09ae3" providerId="LiveId" clId="{6DEF62D7-AFC5-4C44-A21D-F291BF42E1B7}" dt="2025-12-18T04:58:02.712" v="10071" actId="478"/>
          <ac:spMkLst>
            <pc:docMk/>
            <pc:sldMk cId="2356156422" sldId="263"/>
            <ac:spMk id="48" creationId="{311BC4C6-349B-70B1-3B18-B0AAEAC857E5}"/>
          </ac:spMkLst>
        </pc:spChg>
        <pc:spChg chg="add del mod topLvl">
          <ac:chgData name="Y I" userId="1ad7123e4ed09ae3" providerId="LiveId" clId="{6DEF62D7-AFC5-4C44-A21D-F291BF42E1B7}" dt="2025-12-18T04:58:02.712" v="10071" actId="478"/>
          <ac:spMkLst>
            <pc:docMk/>
            <pc:sldMk cId="2356156422" sldId="263"/>
            <ac:spMk id="49" creationId="{49E4A4EF-C050-B950-DB22-5D4824D56E91}"/>
          </ac:spMkLst>
        </pc:spChg>
        <pc:spChg chg="add mod ord topLvl">
          <ac:chgData name="Y I" userId="1ad7123e4ed09ae3" providerId="LiveId" clId="{6DEF62D7-AFC5-4C44-A21D-F291BF42E1B7}" dt="2025-12-18T04:54:38.848" v="9875" actId="688"/>
          <ac:spMkLst>
            <pc:docMk/>
            <pc:sldMk cId="2356156422" sldId="263"/>
            <ac:spMk id="50" creationId="{B76626A7-C585-7039-1EF3-F9E48C3A50F0}"/>
          </ac:spMkLst>
        </pc:spChg>
        <pc:spChg chg="mod topLvl">
          <ac:chgData name="Y I" userId="1ad7123e4ed09ae3" providerId="LiveId" clId="{6DEF62D7-AFC5-4C44-A21D-F291BF42E1B7}" dt="2025-12-19T05:10:04.187" v="14125"/>
          <ac:spMkLst>
            <pc:docMk/>
            <pc:sldMk cId="2356156422" sldId="263"/>
            <ac:spMk id="75" creationId="{903034B3-3E5A-509F-FD22-7659A7887005}"/>
          </ac:spMkLst>
        </pc:spChg>
        <pc:spChg chg="mod">
          <ac:chgData name="Y I" userId="1ad7123e4ed09ae3" providerId="LiveId" clId="{6DEF62D7-AFC5-4C44-A21D-F291BF42E1B7}" dt="2025-12-19T05:07:10.747" v="14087" actId="1076"/>
          <ac:spMkLst>
            <pc:docMk/>
            <pc:sldMk cId="2356156422" sldId="263"/>
            <ac:spMk id="83" creationId="{310E976B-1602-E480-7093-9B703AB2A192}"/>
          </ac:spMkLst>
        </pc:spChg>
        <pc:spChg chg="mod topLvl">
          <ac:chgData name="Y I" userId="1ad7123e4ed09ae3" providerId="LiveId" clId="{6DEF62D7-AFC5-4C44-A21D-F291BF42E1B7}" dt="2025-12-19T05:10:04.187" v="14125"/>
          <ac:spMkLst>
            <pc:docMk/>
            <pc:sldMk cId="2356156422" sldId="263"/>
            <ac:spMk id="84" creationId="{FC19A92D-C0B0-7F56-E254-68644DAD777F}"/>
          </ac:spMkLst>
        </pc:spChg>
        <pc:spChg chg="add mod">
          <ac:chgData name="Y I" userId="1ad7123e4ed09ae3" providerId="LiveId" clId="{6DEF62D7-AFC5-4C44-A21D-F291BF42E1B7}" dt="2025-12-18T04:38:14.329" v="9386" actId="1076"/>
          <ac:spMkLst>
            <pc:docMk/>
            <pc:sldMk cId="2356156422" sldId="263"/>
            <ac:spMk id="87" creationId="{0FC9BC3C-F8F7-9B3A-54A9-DC0C2D52BCA4}"/>
          </ac:spMkLst>
        </pc:spChg>
        <pc:spChg chg="mod topLvl">
          <ac:chgData name="Y I" userId="1ad7123e4ed09ae3" providerId="LiveId" clId="{6DEF62D7-AFC5-4C44-A21D-F291BF42E1B7}" dt="2025-12-19T05:10:04.187" v="14125"/>
          <ac:spMkLst>
            <pc:docMk/>
            <pc:sldMk cId="2356156422" sldId="263"/>
            <ac:spMk id="90" creationId="{0073D989-157D-109B-EA8B-4F09C4F1B8AA}"/>
          </ac:spMkLst>
        </pc:spChg>
        <pc:spChg chg="add mod">
          <ac:chgData name="Y I" userId="1ad7123e4ed09ae3" providerId="LiveId" clId="{6DEF62D7-AFC5-4C44-A21D-F291BF42E1B7}" dt="2025-12-18T04:39:20.534" v="9395"/>
          <ac:spMkLst>
            <pc:docMk/>
            <pc:sldMk cId="2356156422" sldId="263"/>
            <ac:spMk id="134" creationId="{452C0923-0A69-236F-0020-5F9B27F32927}"/>
          </ac:spMkLst>
        </pc:spChg>
        <pc:spChg chg="mod topLvl">
          <ac:chgData name="Y I" userId="1ad7123e4ed09ae3" providerId="LiveId" clId="{6DEF62D7-AFC5-4C44-A21D-F291BF42E1B7}" dt="2025-12-19T05:10:04.187" v="14125"/>
          <ac:spMkLst>
            <pc:docMk/>
            <pc:sldMk cId="2356156422" sldId="263"/>
            <ac:spMk id="134" creationId="{4C68FB58-A8E0-02EA-6F9D-D522C7F731E9}"/>
          </ac:spMkLst>
        </pc:spChg>
        <pc:spChg chg="mod topLvl">
          <ac:chgData name="Y I" userId="1ad7123e4ed09ae3" providerId="LiveId" clId="{6DEF62D7-AFC5-4C44-A21D-F291BF42E1B7}" dt="2025-12-18T04:53:14.036" v="9725" actId="1076"/>
          <ac:spMkLst>
            <pc:docMk/>
            <pc:sldMk cId="2356156422" sldId="263"/>
            <ac:spMk id="136" creationId="{CE824C7C-22AF-E0FB-F585-6BA061B59C39}"/>
          </ac:spMkLst>
        </pc:spChg>
        <pc:spChg chg="mod ord topLvl">
          <ac:chgData name="Y I" userId="1ad7123e4ed09ae3" providerId="LiveId" clId="{6DEF62D7-AFC5-4C44-A21D-F291BF42E1B7}" dt="2025-12-18T05:03:36.866" v="10307" actId="164"/>
          <ac:spMkLst>
            <pc:docMk/>
            <pc:sldMk cId="2356156422" sldId="263"/>
            <ac:spMk id="140" creationId="{48D4C5C5-15CE-F320-D4A1-190F988192EA}"/>
          </ac:spMkLst>
        </pc:spChg>
        <pc:spChg chg="mod ord topLvl">
          <ac:chgData name="Y I" userId="1ad7123e4ed09ae3" providerId="LiveId" clId="{6DEF62D7-AFC5-4C44-A21D-F291BF42E1B7}" dt="2025-12-18T05:03:36.866" v="10307" actId="164"/>
          <ac:spMkLst>
            <pc:docMk/>
            <pc:sldMk cId="2356156422" sldId="263"/>
            <ac:spMk id="141" creationId="{5F03602F-8300-6925-EF38-C50BE1ECFD0E}"/>
          </ac:spMkLst>
        </pc:spChg>
        <pc:spChg chg="mod ord topLvl">
          <ac:chgData name="Y I" userId="1ad7123e4ed09ae3" providerId="LiveId" clId="{6DEF62D7-AFC5-4C44-A21D-F291BF42E1B7}" dt="2025-12-18T05:02:34.353" v="10302" actId="1035"/>
          <ac:spMkLst>
            <pc:docMk/>
            <pc:sldMk cId="2356156422" sldId="263"/>
            <ac:spMk id="142" creationId="{184FAAFB-7917-59EB-6646-793CBFC6FD4B}"/>
          </ac:spMkLst>
        </pc:spChg>
        <pc:spChg chg="mod ord topLvl">
          <ac:chgData name="Y I" userId="1ad7123e4ed09ae3" providerId="LiveId" clId="{6DEF62D7-AFC5-4C44-A21D-F291BF42E1B7}" dt="2025-12-18T05:02:34.353" v="10302" actId="1035"/>
          <ac:spMkLst>
            <pc:docMk/>
            <pc:sldMk cId="2356156422" sldId="263"/>
            <ac:spMk id="144" creationId="{9F46C88D-7089-E25D-E7F5-FF874F2DC1AB}"/>
          </ac:spMkLst>
        </pc:spChg>
        <pc:spChg chg="mod topLvl">
          <ac:chgData name="Y I" userId="1ad7123e4ed09ae3" providerId="LiveId" clId="{6DEF62D7-AFC5-4C44-A21D-F291BF42E1B7}" dt="2025-12-18T05:01:55.641" v="10277" actId="1038"/>
          <ac:spMkLst>
            <pc:docMk/>
            <pc:sldMk cId="2356156422" sldId="263"/>
            <ac:spMk id="149" creationId="{E367038A-DBD2-D013-884B-7A0C434B42A1}"/>
          </ac:spMkLst>
        </pc:spChg>
        <pc:spChg chg="mod topLvl">
          <ac:chgData name="Y I" userId="1ad7123e4ed09ae3" providerId="LiveId" clId="{6DEF62D7-AFC5-4C44-A21D-F291BF42E1B7}" dt="2025-12-18T05:01:55.641" v="10277" actId="1038"/>
          <ac:spMkLst>
            <pc:docMk/>
            <pc:sldMk cId="2356156422" sldId="263"/>
            <ac:spMk id="150" creationId="{94C5340E-2B8F-2864-6D30-F82CAEB06651}"/>
          </ac:spMkLst>
        </pc:spChg>
        <pc:spChg chg="mod topLvl">
          <ac:chgData name="Y I" userId="1ad7123e4ed09ae3" providerId="LiveId" clId="{6DEF62D7-AFC5-4C44-A21D-F291BF42E1B7}" dt="2025-12-18T05:01:55.641" v="10277" actId="1038"/>
          <ac:spMkLst>
            <pc:docMk/>
            <pc:sldMk cId="2356156422" sldId="263"/>
            <ac:spMk id="151" creationId="{42717F53-5F50-63BE-2F2E-ED7FE8704021}"/>
          </ac:spMkLst>
        </pc:spChg>
        <pc:spChg chg="mod topLvl">
          <ac:chgData name="Y I" userId="1ad7123e4ed09ae3" providerId="LiveId" clId="{6DEF62D7-AFC5-4C44-A21D-F291BF42E1B7}" dt="2025-12-18T05:01:55.641" v="10277" actId="1038"/>
          <ac:spMkLst>
            <pc:docMk/>
            <pc:sldMk cId="2356156422" sldId="263"/>
            <ac:spMk id="152" creationId="{FA11F444-00CE-CB76-F5C5-29C20EA29769}"/>
          </ac:spMkLst>
        </pc:spChg>
        <pc:spChg chg="mod topLvl">
          <ac:chgData name="Y I" userId="1ad7123e4ed09ae3" providerId="LiveId" clId="{6DEF62D7-AFC5-4C44-A21D-F291BF42E1B7}" dt="2025-12-19T05:10:04.187" v="14125"/>
          <ac:spMkLst>
            <pc:docMk/>
            <pc:sldMk cId="2356156422" sldId="263"/>
            <ac:spMk id="160" creationId="{5D6FE9D4-1CC8-3046-BB6E-CA4457913E27}"/>
          </ac:spMkLst>
        </pc:spChg>
        <pc:spChg chg="mod topLvl">
          <ac:chgData name="Y I" userId="1ad7123e4ed09ae3" providerId="LiveId" clId="{6DEF62D7-AFC5-4C44-A21D-F291BF42E1B7}" dt="2025-12-19T05:10:04.187" v="14125"/>
          <ac:spMkLst>
            <pc:docMk/>
            <pc:sldMk cId="2356156422" sldId="263"/>
            <ac:spMk id="161" creationId="{3A75A908-8D67-E4A6-10A4-BD42B5E36711}"/>
          </ac:spMkLst>
        </pc:spChg>
        <pc:spChg chg="add mod">
          <ac:chgData name="Y I" userId="1ad7123e4ed09ae3" providerId="LiveId" clId="{6DEF62D7-AFC5-4C44-A21D-F291BF42E1B7}" dt="2025-12-18T04:40:23.133" v="9403"/>
          <ac:spMkLst>
            <pc:docMk/>
            <pc:sldMk cId="2356156422" sldId="263"/>
            <ac:spMk id="162" creationId="{874B9C42-233B-87F0-19B9-88021A71F15F}"/>
          </ac:spMkLst>
        </pc:spChg>
        <pc:spChg chg="add mod">
          <ac:chgData name="Y I" userId="1ad7123e4ed09ae3" providerId="LiveId" clId="{6DEF62D7-AFC5-4C44-A21D-F291BF42E1B7}" dt="2025-12-18T05:03:36.866" v="10307" actId="164"/>
          <ac:spMkLst>
            <pc:docMk/>
            <pc:sldMk cId="2356156422" sldId="263"/>
            <ac:spMk id="168" creationId="{E8195A76-D498-EC9D-49A5-A350DA37E603}"/>
          </ac:spMkLst>
        </pc:spChg>
        <pc:spChg chg="add mod topLvl">
          <ac:chgData name="Y I" userId="1ad7123e4ed09ae3" providerId="LiveId" clId="{6DEF62D7-AFC5-4C44-A21D-F291BF42E1B7}" dt="2025-12-18T05:03:36.866" v="10307" actId="164"/>
          <ac:spMkLst>
            <pc:docMk/>
            <pc:sldMk cId="2356156422" sldId="263"/>
            <ac:spMk id="169" creationId="{001A0E25-F90B-1D7C-6B14-ADE29F1F1819}"/>
          </ac:spMkLst>
        </pc:spChg>
        <pc:spChg chg="add mod">
          <ac:chgData name="Y I" userId="1ad7123e4ed09ae3" providerId="LiveId" clId="{6DEF62D7-AFC5-4C44-A21D-F291BF42E1B7}" dt="2025-12-18T05:00:32.331" v="10254" actId="1076"/>
          <ac:spMkLst>
            <pc:docMk/>
            <pc:sldMk cId="2356156422" sldId="263"/>
            <ac:spMk id="173" creationId="{DBFF4FB7-92B5-55E5-63C9-E6C8B8B7B7E1}"/>
          </ac:spMkLst>
        </pc:spChg>
        <pc:spChg chg="add mod">
          <ac:chgData name="Y I" userId="1ad7123e4ed09ae3" providerId="LiveId" clId="{6DEF62D7-AFC5-4C44-A21D-F291BF42E1B7}" dt="2025-12-18T05:03:36.866" v="10307" actId="164"/>
          <ac:spMkLst>
            <pc:docMk/>
            <pc:sldMk cId="2356156422" sldId="263"/>
            <ac:spMk id="174" creationId="{4523C071-57C6-BF55-1CD9-CD47B10D102F}"/>
          </ac:spMkLst>
        </pc:spChg>
        <pc:spChg chg="add mod">
          <ac:chgData name="Y I" userId="1ad7123e4ed09ae3" providerId="LiveId" clId="{6DEF62D7-AFC5-4C44-A21D-F291BF42E1B7}" dt="2025-12-18T04:48:35.750" v="9712" actId="1036"/>
          <ac:spMkLst>
            <pc:docMk/>
            <pc:sldMk cId="2356156422" sldId="263"/>
            <ac:spMk id="175" creationId="{51DF143B-AAD2-E3A5-6F86-BF3746082B5F}"/>
          </ac:spMkLst>
        </pc:spChg>
        <pc:spChg chg="mod topLvl">
          <ac:chgData name="Y I" userId="1ad7123e4ed09ae3" providerId="LiveId" clId="{6DEF62D7-AFC5-4C44-A21D-F291BF42E1B7}" dt="2025-12-19T05:10:04.187" v="14125"/>
          <ac:spMkLst>
            <pc:docMk/>
            <pc:sldMk cId="2356156422" sldId="263"/>
            <ac:spMk id="177" creationId="{C4F797BF-94FD-DD2A-7D91-9CD3AD6030C1}"/>
          </ac:spMkLst>
        </pc:spChg>
        <pc:spChg chg="add mod ord">
          <ac:chgData name="Y I" userId="1ad7123e4ed09ae3" providerId="LiveId" clId="{6DEF62D7-AFC5-4C44-A21D-F291BF42E1B7}" dt="2025-12-19T05:05:35.388" v="14052" actId="14100"/>
          <ac:spMkLst>
            <pc:docMk/>
            <pc:sldMk cId="2356156422" sldId="263"/>
            <ac:spMk id="178" creationId="{2D0B4F1E-E9E8-167F-8F17-A0ED7304CB68}"/>
          </ac:spMkLst>
        </pc:spChg>
        <pc:spChg chg="add del mod">
          <ac:chgData name="Y I" userId="1ad7123e4ed09ae3" providerId="LiveId" clId="{6DEF62D7-AFC5-4C44-A21D-F291BF42E1B7}" dt="2025-12-18T04:57:37.476" v="10067" actId="478"/>
          <ac:spMkLst>
            <pc:docMk/>
            <pc:sldMk cId="2356156422" sldId="263"/>
            <ac:spMk id="179" creationId="{6D878363-CBAC-8DAF-C325-0D15928A76C1}"/>
          </ac:spMkLst>
        </pc:spChg>
        <pc:spChg chg="add del">
          <ac:chgData name="Y I" userId="1ad7123e4ed09ae3" providerId="LiveId" clId="{6DEF62D7-AFC5-4C44-A21D-F291BF42E1B7}" dt="2025-12-18T11:47:35.763" v="13145" actId="11529"/>
          <ac:spMkLst>
            <pc:docMk/>
            <pc:sldMk cId="2356156422" sldId="263"/>
            <ac:spMk id="179" creationId="{E342F547-A3E4-F4C5-2D0D-9E21DC9FD1BE}"/>
          </ac:spMkLst>
        </pc:spChg>
        <pc:spChg chg="add del mod">
          <ac:chgData name="Y I" userId="1ad7123e4ed09ae3" providerId="LiveId" clId="{6DEF62D7-AFC5-4C44-A21D-F291BF42E1B7}" dt="2025-12-18T04:57:37.476" v="10067" actId="478"/>
          <ac:spMkLst>
            <pc:docMk/>
            <pc:sldMk cId="2356156422" sldId="263"/>
            <ac:spMk id="180" creationId="{457BED97-F93B-4D4A-1365-F58AEE9FB044}"/>
          </ac:spMkLst>
        </pc:spChg>
        <pc:spChg chg="add mod">
          <ac:chgData name="Y I" userId="1ad7123e4ed09ae3" providerId="LiveId" clId="{6DEF62D7-AFC5-4C44-A21D-F291BF42E1B7}" dt="2025-12-18T11:49:17.454" v="13214" actId="164"/>
          <ac:spMkLst>
            <pc:docMk/>
            <pc:sldMk cId="2356156422" sldId="263"/>
            <ac:spMk id="180" creationId="{49A60C10-65FB-AF50-0D13-53CCC288925D}"/>
          </ac:spMkLst>
        </pc:spChg>
        <pc:spChg chg="add del mod">
          <ac:chgData name="Y I" userId="1ad7123e4ed09ae3" providerId="LiveId" clId="{6DEF62D7-AFC5-4C44-A21D-F291BF42E1B7}" dt="2025-12-18T04:57:20.867" v="10064" actId="478"/>
          <ac:spMkLst>
            <pc:docMk/>
            <pc:sldMk cId="2356156422" sldId="263"/>
            <ac:spMk id="183" creationId="{0A9BE9BA-896D-06F7-10E3-E4EE26B34840}"/>
          </ac:spMkLst>
        </pc:spChg>
        <pc:spChg chg="add del mod">
          <ac:chgData name="Y I" userId="1ad7123e4ed09ae3" providerId="LiveId" clId="{6DEF62D7-AFC5-4C44-A21D-F291BF42E1B7}" dt="2025-12-18T04:57:20.867" v="10064" actId="478"/>
          <ac:spMkLst>
            <pc:docMk/>
            <pc:sldMk cId="2356156422" sldId="263"/>
            <ac:spMk id="184" creationId="{8FFBE1CF-5551-D210-F01D-3C2813E7EC66}"/>
          </ac:spMkLst>
        </pc:spChg>
        <pc:spChg chg="mod">
          <ac:chgData name="Y I" userId="1ad7123e4ed09ae3" providerId="LiveId" clId="{6DEF62D7-AFC5-4C44-A21D-F291BF42E1B7}" dt="2025-12-18T11:51:22.690" v="13218"/>
          <ac:spMkLst>
            <pc:docMk/>
            <pc:sldMk cId="2356156422" sldId="263"/>
            <ac:spMk id="185" creationId="{CCCE80F2-0529-6909-A130-B4530E571BEF}"/>
          </ac:spMkLst>
        </pc:spChg>
        <pc:spChg chg="add mod topLvl">
          <ac:chgData name="Y I" userId="1ad7123e4ed09ae3" providerId="LiveId" clId="{6DEF62D7-AFC5-4C44-A21D-F291BF42E1B7}" dt="2025-12-18T04:59:36.785" v="10185" actId="1038"/>
          <ac:spMkLst>
            <pc:docMk/>
            <pc:sldMk cId="2356156422" sldId="263"/>
            <ac:spMk id="186" creationId="{A679768A-92B5-4E29-7565-C2EB114070CE}"/>
          </ac:spMkLst>
        </pc:spChg>
        <pc:spChg chg="add mod">
          <ac:chgData name="Y I" userId="1ad7123e4ed09ae3" providerId="LiveId" clId="{6DEF62D7-AFC5-4C44-A21D-F291BF42E1B7}" dt="2025-12-18T04:59:15.611" v="10165" actId="1038"/>
          <ac:spMkLst>
            <pc:docMk/>
            <pc:sldMk cId="2356156422" sldId="263"/>
            <ac:spMk id="188" creationId="{62B01F1E-BEC4-1F18-2C77-544FB5736097}"/>
          </ac:spMkLst>
        </pc:spChg>
        <pc:spChg chg="add mod ord topLvl">
          <ac:chgData name="Y I" userId="1ad7123e4ed09ae3" providerId="LiveId" clId="{6DEF62D7-AFC5-4C44-A21D-F291BF42E1B7}" dt="2025-12-18T04:58:53.867" v="10122" actId="14100"/>
          <ac:spMkLst>
            <pc:docMk/>
            <pc:sldMk cId="2356156422" sldId="263"/>
            <ac:spMk id="189" creationId="{E274F0FA-EFC5-6D04-BC42-FD96E177A7FF}"/>
          </ac:spMkLst>
        </pc:spChg>
        <pc:spChg chg="add mod">
          <ac:chgData name="Y I" userId="1ad7123e4ed09ae3" providerId="LiveId" clId="{6DEF62D7-AFC5-4C44-A21D-F291BF42E1B7}" dt="2025-12-18T05:03:36.866" v="10307" actId="164"/>
          <ac:spMkLst>
            <pc:docMk/>
            <pc:sldMk cId="2356156422" sldId="263"/>
            <ac:spMk id="193" creationId="{2F8B698C-9304-F1D3-70DC-CDB1ADD59D82}"/>
          </ac:spMkLst>
        </pc:spChg>
        <pc:spChg chg="add mod">
          <ac:chgData name="Y I" userId="1ad7123e4ed09ae3" providerId="LiveId" clId="{6DEF62D7-AFC5-4C44-A21D-F291BF42E1B7}" dt="2025-12-18T05:03:36.866" v="10307" actId="164"/>
          <ac:spMkLst>
            <pc:docMk/>
            <pc:sldMk cId="2356156422" sldId="263"/>
            <ac:spMk id="195" creationId="{FE4134C4-BBBA-340A-B934-17C7AAEDC639}"/>
          </ac:spMkLst>
        </pc:spChg>
        <pc:spChg chg="mod">
          <ac:chgData name="Y I" userId="1ad7123e4ed09ae3" providerId="LiveId" clId="{6DEF62D7-AFC5-4C44-A21D-F291BF42E1B7}" dt="2025-12-18T11:51:22.690" v="13218"/>
          <ac:spMkLst>
            <pc:docMk/>
            <pc:sldMk cId="2356156422" sldId="263"/>
            <ac:spMk id="199" creationId="{9C1B268E-2000-420D-A980-F38196F8B6F3}"/>
          </ac:spMkLst>
        </pc:spChg>
        <pc:spChg chg="add mod">
          <ac:chgData name="Y I" userId="1ad7123e4ed09ae3" providerId="LiveId" clId="{6DEF62D7-AFC5-4C44-A21D-F291BF42E1B7}" dt="2025-12-18T05:02:11.895" v="10295" actId="1038"/>
          <ac:spMkLst>
            <pc:docMk/>
            <pc:sldMk cId="2356156422" sldId="263"/>
            <ac:spMk id="202" creationId="{161E41C3-BDE5-0F58-5423-BAE2589E6897}"/>
          </ac:spMkLst>
        </pc:spChg>
        <pc:spChg chg="add mod">
          <ac:chgData name="Y I" userId="1ad7123e4ed09ae3" providerId="LiveId" clId="{6DEF62D7-AFC5-4C44-A21D-F291BF42E1B7}" dt="2025-12-18T05:02:11.895" v="10295" actId="1038"/>
          <ac:spMkLst>
            <pc:docMk/>
            <pc:sldMk cId="2356156422" sldId="263"/>
            <ac:spMk id="203" creationId="{7FBC6403-9676-8045-F521-78BCEECF3696}"/>
          </ac:spMkLst>
        </pc:spChg>
        <pc:spChg chg="mod">
          <ac:chgData name="Y I" userId="1ad7123e4ed09ae3" providerId="LiveId" clId="{6DEF62D7-AFC5-4C44-A21D-F291BF42E1B7}" dt="2025-12-18T11:51:22.690" v="13218"/>
          <ac:spMkLst>
            <pc:docMk/>
            <pc:sldMk cId="2356156422" sldId="263"/>
            <ac:spMk id="206" creationId="{0654A1DE-EBDA-558E-21E3-344A8B6AA2FE}"/>
          </ac:spMkLst>
        </pc:spChg>
        <pc:spChg chg="add mod">
          <ac:chgData name="Y I" userId="1ad7123e4ed09ae3" providerId="LiveId" clId="{6DEF62D7-AFC5-4C44-A21D-F291BF42E1B7}" dt="2025-12-18T04:59:15.611" v="10165" actId="1038"/>
          <ac:spMkLst>
            <pc:docMk/>
            <pc:sldMk cId="2356156422" sldId="263"/>
            <ac:spMk id="207" creationId="{5B0BBBDF-B566-DE70-5F59-4AA66CC4A78B}"/>
          </ac:spMkLst>
        </pc:spChg>
        <pc:spChg chg="add mod">
          <ac:chgData name="Y I" userId="1ad7123e4ed09ae3" providerId="LiveId" clId="{6DEF62D7-AFC5-4C44-A21D-F291BF42E1B7}" dt="2025-12-18T04:59:15.611" v="10165" actId="1038"/>
          <ac:spMkLst>
            <pc:docMk/>
            <pc:sldMk cId="2356156422" sldId="263"/>
            <ac:spMk id="210" creationId="{ECED17B3-179B-57B4-5300-6DC9238D5D86}"/>
          </ac:spMkLst>
        </pc:spChg>
        <pc:spChg chg="mod">
          <ac:chgData name="Y I" userId="1ad7123e4ed09ae3" providerId="LiveId" clId="{6DEF62D7-AFC5-4C44-A21D-F291BF42E1B7}" dt="2025-12-18T11:51:22.690" v="13218"/>
          <ac:spMkLst>
            <pc:docMk/>
            <pc:sldMk cId="2356156422" sldId="263"/>
            <ac:spMk id="212" creationId="{88ABA383-4D06-F46B-5149-A32522AC0D71}"/>
          </ac:spMkLst>
        </pc:spChg>
        <pc:spChg chg="add mod">
          <ac:chgData name="Y I" userId="1ad7123e4ed09ae3" providerId="LiveId" clId="{6DEF62D7-AFC5-4C44-A21D-F291BF42E1B7}" dt="2025-12-18T05:02:11.895" v="10295" actId="1038"/>
          <ac:spMkLst>
            <pc:docMk/>
            <pc:sldMk cId="2356156422" sldId="263"/>
            <ac:spMk id="213" creationId="{0C06DE7C-CE37-58D7-96FF-B4AB6CA5271A}"/>
          </ac:spMkLst>
        </pc:spChg>
        <pc:spChg chg="add mod">
          <ac:chgData name="Y I" userId="1ad7123e4ed09ae3" providerId="LiveId" clId="{6DEF62D7-AFC5-4C44-A21D-F291BF42E1B7}" dt="2025-12-18T05:03:36.866" v="10307" actId="164"/>
          <ac:spMkLst>
            <pc:docMk/>
            <pc:sldMk cId="2356156422" sldId="263"/>
            <ac:spMk id="214" creationId="{C4C1EB12-BC46-98AD-C5A9-68130070E770}"/>
          </ac:spMkLst>
        </pc:spChg>
        <pc:spChg chg="add mod">
          <ac:chgData name="Y I" userId="1ad7123e4ed09ae3" providerId="LiveId" clId="{6DEF62D7-AFC5-4C44-A21D-F291BF42E1B7}" dt="2025-12-18T04:57:38.402" v="10068"/>
          <ac:spMkLst>
            <pc:docMk/>
            <pc:sldMk cId="2356156422" sldId="263"/>
            <ac:spMk id="217" creationId="{7F2E0B40-8EB6-B3E3-82BA-9B539F94EE31}"/>
          </ac:spMkLst>
        </pc:spChg>
        <pc:spChg chg="add mod">
          <ac:chgData name="Y I" userId="1ad7123e4ed09ae3" providerId="LiveId" clId="{6DEF62D7-AFC5-4C44-A21D-F291BF42E1B7}" dt="2025-12-18T04:57:38.402" v="10068"/>
          <ac:spMkLst>
            <pc:docMk/>
            <pc:sldMk cId="2356156422" sldId="263"/>
            <ac:spMk id="218" creationId="{D53950A4-9CBD-BA05-9D89-96C79D8D76AB}"/>
          </ac:spMkLst>
        </pc:spChg>
        <pc:spChg chg="add mod">
          <ac:chgData name="Y I" userId="1ad7123e4ed09ae3" providerId="LiveId" clId="{6DEF62D7-AFC5-4C44-A21D-F291BF42E1B7}" dt="2025-12-18T05:02:11.895" v="10295" actId="1038"/>
          <ac:spMkLst>
            <pc:docMk/>
            <pc:sldMk cId="2356156422" sldId="263"/>
            <ac:spMk id="219" creationId="{0774F6AD-E4E8-504B-2391-1530CAD7AA6E}"/>
          </ac:spMkLst>
        </pc:spChg>
        <pc:spChg chg="add mod">
          <ac:chgData name="Y I" userId="1ad7123e4ed09ae3" providerId="LiveId" clId="{6DEF62D7-AFC5-4C44-A21D-F291BF42E1B7}" dt="2025-12-18T05:02:11.895" v="10295" actId="1038"/>
          <ac:spMkLst>
            <pc:docMk/>
            <pc:sldMk cId="2356156422" sldId="263"/>
            <ac:spMk id="220" creationId="{C2F521C4-F937-DA07-49F8-F8F8F4D6F07C}"/>
          </ac:spMkLst>
        </pc:spChg>
        <pc:spChg chg="add mod">
          <ac:chgData name="Y I" userId="1ad7123e4ed09ae3" providerId="LiveId" clId="{6DEF62D7-AFC5-4C44-A21D-F291BF42E1B7}" dt="2025-12-18T04:58:03.467" v="10072"/>
          <ac:spMkLst>
            <pc:docMk/>
            <pc:sldMk cId="2356156422" sldId="263"/>
            <ac:spMk id="223" creationId="{B27E2915-24B0-5FDD-2D94-B15DE17D9C66}"/>
          </ac:spMkLst>
        </pc:spChg>
        <pc:spChg chg="mod">
          <ac:chgData name="Y I" userId="1ad7123e4ed09ae3" providerId="LiveId" clId="{6DEF62D7-AFC5-4C44-A21D-F291BF42E1B7}" dt="2025-12-18T11:51:22.690" v="13218"/>
          <ac:spMkLst>
            <pc:docMk/>
            <pc:sldMk cId="2356156422" sldId="263"/>
            <ac:spMk id="223" creationId="{CBC0466E-CB8D-D10B-7617-D324CD347600}"/>
          </ac:spMkLst>
        </pc:spChg>
        <pc:spChg chg="add mod">
          <ac:chgData name="Y I" userId="1ad7123e4ed09ae3" providerId="LiveId" clId="{6DEF62D7-AFC5-4C44-A21D-F291BF42E1B7}" dt="2025-12-18T04:58:03.467" v="10072"/>
          <ac:spMkLst>
            <pc:docMk/>
            <pc:sldMk cId="2356156422" sldId="263"/>
            <ac:spMk id="224" creationId="{6533CF82-0C37-BADA-C369-84B5F61F574B}"/>
          </ac:spMkLst>
        </pc:spChg>
        <pc:spChg chg="add mod">
          <ac:chgData name="Y I" userId="1ad7123e4ed09ae3" providerId="LiveId" clId="{6DEF62D7-AFC5-4C44-A21D-F291BF42E1B7}" dt="2025-12-18T05:00:24.834" v="10253" actId="1037"/>
          <ac:spMkLst>
            <pc:docMk/>
            <pc:sldMk cId="2356156422" sldId="263"/>
            <ac:spMk id="225" creationId="{651942ED-8E71-7355-1C06-C44CEA0A42C7}"/>
          </ac:spMkLst>
        </pc:spChg>
        <pc:spChg chg="add mod">
          <ac:chgData name="Y I" userId="1ad7123e4ed09ae3" providerId="LiveId" clId="{6DEF62D7-AFC5-4C44-A21D-F291BF42E1B7}" dt="2025-12-18T05:00:15.157" v="10219" actId="14100"/>
          <ac:spMkLst>
            <pc:docMk/>
            <pc:sldMk cId="2356156422" sldId="263"/>
            <ac:spMk id="226" creationId="{856F3FDD-FE35-1588-8132-8FF534966BA7}"/>
          </ac:spMkLst>
        </pc:spChg>
        <pc:spChg chg="mod">
          <ac:chgData name="Y I" userId="1ad7123e4ed09ae3" providerId="LiveId" clId="{6DEF62D7-AFC5-4C44-A21D-F291BF42E1B7}" dt="2025-12-18T11:51:22.690" v="13218"/>
          <ac:spMkLst>
            <pc:docMk/>
            <pc:sldMk cId="2356156422" sldId="263"/>
            <ac:spMk id="235" creationId="{C34A22ED-7722-361A-BEA0-52B90EFEA586}"/>
          </ac:spMkLst>
        </pc:spChg>
        <pc:spChg chg="mod">
          <ac:chgData name="Y I" userId="1ad7123e4ed09ae3" providerId="LiveId" clId="{6DEF62D7-AFC5-4C44-A21D-F291BF42E1B7}" dt="2025-12-18T11:51:22.690" v="13218"/>
          <ac:spMkLst>
            <pc:docMk/>
            <pc:sldMk cId="2356156422" sldId="263"/>
            <ac:spMk id="242" creationId="{C04CD1E6-094E-E4A9-A604-298BE3071F6F}"/>
          </ac:spMkLst>
        </pc:spChg>
        <pc:spChg chg="mod">
          <ac:chgData name="Y I" userId="1ad7123e4ed09ae3" providerId="LiveId" clId="{6DEF62D7-AFC5-4C44-A21D-F291BF42E1B7}" dt="2025-12-18T11:51:22.690" v="13218"/>
          <ac:spMkLst>
            <pc:docMk/>
            <pc:sldMk cId="2356156422" sldId="263"/>
            <ac:spMk id="262" creationId="{A69D10C5-41FB-5B09-1E01-0A4F8A29EBCD}"/>
          </ac:spMkLst>
        </pc:spChg>
        <pc:spChg chg="mod">
          <ac:chgData name="Y I" userId="1ad7123e4ed09ae3" providerId="LiveId" clId="{6DEF62D7-AFC5-4C44-A21D-F291BF42E1B7}" dt="2025-12-18T11:51:22.690" v="13218"/>
          <ac:spMkLst>
            <pc:docMk/>
            <pc:sldMk cId="2356156422" sldId="263"/>
            <ac:spMk id="266" creationId="{2AB60827-9166-7B99-0ED4-16763D8792B8}"/>
          </ac:spMkLst>
        </pc:spChg>
        <pc:spChg chg="mod">
          <ac:chgData name="Y I" userId="1ad7123e4ed09ae3" providerId="LiveId" clId="{6DEF62D7-AFC5-4C44-A21D-F291BF42E1B7}" dt="2025-12-18T11:51:22.690" v="13218"/>
          <ac:spMkLst>
            <pc:docMk/>
            <pc:sldMk cId="2356156422" sldId="263"/>
            <ac:spMk id="268" creationId="{779432CF-13C5-7C9C-2D75-55C7098F3E99}"/>
          </ac:spMkLst>
        </pc:spChg>
        <pc:spChg chg="mod">
          <ac:chgData name="Y I" userId="1ad7123e4ed09ae3" providerId="LiveId" clId="{6DEF62D7-AFC5-4C44-A21D-F291BF42E1B7}" dt="2025-12-19T04:58:34.863" v="13832"/>
          <ac:spMkLst>
            <pc:docMk/>
            <pc:sldMk cId="2356156422" sldId="263"/>
            <ac:spMk id="284" creationId="{F4654C99-0E06-2BEA-EAAB-D770B0674D04}"/>
          </ac:spMkLst>
        </pc:spChg>
        <pc:spChg chg="mod">
          <ac:chgData name="Y I" userId="1ad7123e4ed09ae3" providerId="LiveId" clId="{6DEF62D7-AFC5-4C44-A21D-F291BF42E1B7}" dt="2025-12-19T04:58:34.863" v="13832"/>
          <ac:spMkLst>
            <pc:docMk/>
            <pc:sldMk cId="2356156422" sldId="263"/>
            <ac:spMk id="290" creationId="{EEA20772-807E-FADB-EF29-AD521AA4D7C7}"/>
          </ac:spMkLst>
        </pc:spChg>
        <pc:spChg chg="mod">
          <ac:chgData name="Y I" userId="1ad7123e4ed09ae3" providerId="LiveId" clId="{6DEF62D7-AFC5-4C44-A21D-F291BF42E1B7}" dt="2025-12-19T04:58:34.863" v="13832"/>
          <ac:spMkLst>
            <pc:docMk/>
            <pc:sldMk cId="2356156422" sldId="263"/>
            <ac:spMk id="298" creationId="{5909151A-E445-AC2E-70D7-1A703A6C9901}"/>
          </ac:spMkLst>
        </pc:spChg>
        <pc:spChg chg="mod">
          <ac:chgData name="Y I" userId="1ad7123e4ed09ae3" providerId="LiveId" clId="{6DEF62D7-AFC5-4C44-A21D-F291BF42E1B7}" dt="2025-12-19T04:58:34.863" v="13832"/>
          <ac:spMkLst>
            <pc:docMk/>
            <pc:sldMk cId="2356156422" sldId="263"/>
            <ac:spMk id="299" creationId="{911ABA5F-A085-2688-86F6-4EF5337247C1}"/>
          </ac:spMkLst>
        </pc:spChg>
        <pc:spChg chg="mod">
          <ac:chgData name="Y I" userId="1ad7123e4ed09ae3" providerId="LiveId" clId="{6DEF62D7-AFC5-4C44-A21D-F291BF42E1B7}" dt="2025-12-19T04:58:34.863" v="13832"/>
          <ac:spMkLst>
            <pc:docMk/>
            <pc:sldMk cId="2356156422" sldId="263"/>
            <ac:spMk id="301" creationId="{64A8B439-6742-2B2E-097B-F20D692859C7}"/>
          </ac:spMkLst>
        </pc:spChg>
        <pc:spChg chg="mod">
          <ac:chgData name="Y I" userId="1ad7123e4ed09ae3" providerId="LiveId" clId="{6DEF62D7-AFC5-4C44-A21D-F291BF42E1B7}" dt="2025-12-19T04:58:34.863" v="13832"/>
          <ac:spMkLst>
            <pc:docMk/>
            <pc:sldMk cId="2356156422" sldId="263"/>
            <ac:spMk id="306" creationId="{02FE942C-1EFB-3EE2-CBA6-B4EBFCA3F6FC}"/>
          </ac:spMkLst>
        </pc:spChg>
        <pc:spChg chg="mod">
          <ac:chgData name="Y I" userId="1ad7123e4ed09ae3" providerId="LiveId" clId="{6DEF62D7-AFC5-4C44-A21D-F291BF42E1B7}" dt="2025-12-19T04:58:34.863" v="13832"/>
          <ac:spMkLst>
            <pc:docMk/>
            <pc:sldMk cId="2356156422" sldId="263"/>
            <ac:spMk id="323" creationId="{20A783C1-9E62-A26C-B6A4-A0DA04BB64F4}"/>
          </ac:spMkLst>
        </pc:spChg>
        <pc:spChg chg="mod">
          <ac:chgData name="Y I" userId="1ad7123e4ed09ae3" providerId="LiveId" clId="{6DEF62D7-AFC5-4C44-A21D-F291BF42E1B7}" dt="2025-12-19T04:58:34.863" v="13832"/>
          <ac:spMkLst>
            <pc:docMk/>
            <pc:sldMk cId="2356156422" sldId="263"/>
            <ac:spMk id="327" creationId="{A9692A35-0C23-053B-BE25-5BB52B70DF22}"/>
          </ac:spMkLst>
        </pc:spChg>
        <pc:spChg chg="mod">
          <ac:chgData name="Y I" userId="1ad7123e4ed09ae3" providerId="LiveId" clId="{6DEF62D7-AFC5-4C44-A21D-F291BF42E1B7}" dt="2025-12-19T04:58:34.863" v="13832"/>
          <ac:spMkLst>
            <pc:docMk/>
            <pc:sldMk cId="2356156422" sldId="263"/>
            <ac:spMk id="336" creationId="{2F19AD7A-96AD-B198-7738-2C8690A6CA26}"/>
          </ac:spMkLst>
        </pc:spChg>
        <pc:spChg chg="mod">
          <ac:chgData name="Y I" userId="1ad7123e4ed09ae3" providerId="LiveId" clId="{6DEF62D7-AFC5-4C44-A21D-F291BF42E1B7}" dt="2025-12-19T04:58:34.863" v="13832"/>
          <ac:spMkLst>
            <pc:docMk/>
            <pc:sldMk cId="2356156422" sldId="263"/>
            <ac:spMk id="344" creationId="{EDBA37DC-50B2-B4B6-2425-E6D692F88A3C}"/>
          </ac:spMkLst>
        </pc:spChg>
        <pc:spChg chg="mod">
          <ac:chgData name="Y I" userId="1ad7123e4ed09ae3" providerId="LiveId" clId="{6DEF62D7-AFC5-4C44-A21D-F291BF42E1B7}" dt="2025-12-19T04:58:42.985" v="13834"/>
          <ac:spMkLst>
            <pc:docMk/>
            <pc:sldMk cId="2356156422" sldId="263"/>
            <ac:spMk id="357" creationId="{FF50F7FD-4B2B-9D06-6E73-D096C22E7418}"/>
          </ac:spMkLst>
        </pc:spChg>
        <pc:spChg chg="mod">
          <ac:chgData name="Y I" userId="1ad7123e4ed09ae3" providerId="LiveId" clId="{6DEF62D7-AFC5-4C44-A21D-F291BF42E1B7}" dt="2025-12-19T04:58:42.985" v="13834"/>
          <ac:spMkLst>
            <pc:docMk/>
            <pc:sldMk cId="2356156422" sldId="263"/>
            <ac:spMk id="358" creationId="{C46EB2FE-FA87-4DC8-23DE-A9B4B524385E}"/>
          </ac:spMkLst>
        </pc:spChg>
        <pc:spChg chg="mod">
          <ac:chgData name="Y I" userId="1ad7123e4ed09ae3" providerId="LiveId" clId="{6DEF62D7-AFC5-4C44-A21D-F291BF42E1B7}" dt="2025-12-19T04:58:42.985" v="13834"/>
          <ac:spMkLst>
            <pc:docMk/>
            <pc:sldMk cId="2356156422" sldId="263"/>
            <ac:spMk id="365" creationId="{9E2FA765-0CFB-DC5C-B0DF-65AE1B96F8F0}"/>
          </ac:spMkLst>
        </pc:spChg>
        <pc:spChg chg="mod">
          <ac:chgData name="Y I" userId="1ad7123e4ed09ae3" providerId="LiveId" clId="{6DEF62D7-AFC5-4C44-A21D-F291BF42E1B7}" dt="2025-12-19T04:58:42.985" v="13834"/>
          <ac:spMkLst>
            <pc:docMk/>
            <pc:sldMk cId="2356156422" sldId="263"/>
            <ac:spMk id="366" creationId="{D4BE0311-10B0-0D22-03F1-8CC5A90338F2}"/>
          </ac:spMkLst>
        </pc:spChg>
        <pc:spChg chg="mod">
          <ac:chgData name="Y I" userId="1ad7123e4ed09ae3" providerId="LiveId" clId="{6DEF62D7-AFC5-4C44-A21D-F291BF42E1B7}" dt="2025-12-19T04:58:42.985" v="13834"/>
          <ac:spMkLst>
            <pc:docMk/>
            <pc:sldMk cId="2356156422" sldId="263"/>
            <ac:spMk id="369" creationId="{5A5BB44F-4B23-D8CE-2EE2-BF5A876716C3}"/>
          </ac:spMkLst>
        </pc:spChg>
        <pc:spChg chg="mod">
          <ac:chgData name="Y I" userId="1ad7123e4ed09ae3" providerId="LiveId" clId="{6DEF62D7-AFC5-4C44-A21D-F291BF42E1B7}" dt="2025-12-19T04:58:42.985" v="13834"/>
          <ac:spMkLst>
            <pc:docMk/>
            <pc:sldMk cId="2356156422" sldId="263"/>
            <ac:spMk id="377" creationId="{4BA73C54-366D-A357-EB90-83718A3FA869}"/>
          </ac:spMkLst>
        </pc:spChg>
        <pc:spChg chg="mod">
          <ac:chgData name="Y I" userId="1ad7123e4ed09ae3" providerId="LiveId" clId="{6DEF62D7-AFC5-4C44-A21D-F291BF42E1B7}" dt="2025-12-19T04:58:42.985" v="13834"/>
          <ac:spMkLst>
            <pc:docMk/>
            <pc:sldMk cId="2356156422" sldId="263"/>
            <ac:spMk id="379" creationId="{44617E26-970D-0B4B-A127-16E327AF81E8}"/>
          </ac:spMkLst>
        </pc:spChg>
        <pc:spChg chg="mod">
          <ac:chgData name="Y I" userId="1ad7123e4ed09ae3" providerId="LiveId" clId="{6DEF62D7-AFC5-4C44-A21D-F291BF42E1B7}" dt="2025-12-19T04:58:42.985" v="13834"/>
          <ac:spMkLst>
            <pc:docMk/>
            <pc:sldMk cId="2356156422" sldId="263"/>
            <ac:spMk id="382" creationId="{85ADA16A-65CB-B7B2-44BB-FF16746EE19E}"/>
          </ac:spMkLst>
        </pc:spChg>
        <pc:spChg chg="mod">
          <ac:chgData name="Y I" userId="1ad7123e4ed09ae3" providerId="LiveId" clId="{6DEF62D7-AFC5-4C44-A21D-F291BF42E1B7}" dt="2025-12-19T04:58:42.985" v="13834"/>
          <ac:spMkLst>
            <pc:docMk/>
            <pc:sldMk cId="2356156422" sldId="263"/>
            <ac:spMk id="394" creationId="{C4FB7D79-FF5E-E7BC-B31B-22C6CD665602}"/>
          </ac:spMkLst>
        </pc:spChg>
        <pc:spChg chg="mod">
          <ac:chgData name="Y I" userId="1ad7123e4ed09ae3" providerId="LiveId" clId="{6DEF62D7-AFC5-4C44-A21D-F291BF42E1B7}" dt="2025-12-19T04:58:42.985" v="13834"/>
          <ac:spMkLst>
            <pc:docMk/>
            <pc:sldMk cId="2356156422" sldId="263"/>
            <ac:spMk id="415" creationId="{7294D44F-1F9B-5952-5579-3E724C566B22}"/>
          </ac:spMkLst>
        </pc:spChg>
        <pc:spChg chg="mod">
          <ac:chgData name="Y I" userId="1ad7123e4ed09ae3" providerId="LiveId" clId="{6DEF62D7-AFC5-4C44-A21D-F291BF42E1B7}" dt="2025-12-19T05:00:26.558" v="13898"/>
          <ac:spMkLst>
            <pc:docMk/>
            <pc:sldMk cId="2356156422" sldId="263"/>
            <ac:spMk id="422" creationId="{ECF83AB3-FA80-F1F3-5FD5-647E43877B4C}"/>
          </ac:spMkLst>
        </pc:spChg>
        <pc:spChg chg="mod">
          <ac:chgData name="Y I" userId="1ad7123e4ed09ae3" providerId="LiveId" clId="{6DEF62D7-AFC5-4C44-A21D-F291BF42E1B7}" dt="2025-12-19T05:00:26.558" v="13898"/>
          <ac:spMkLst>
            <pc:docMk/>
            <pc:sldMk cId="2356156422" sldId="263"/>
            <ac:spMk id="432" creationId="{DAA72612-E9E8-9A96-5D88-7A282764917A}"/>
          </ac:spMkLst>
        </pc:spChg>
        <pc:spChg chg="mod">
          <ac:chgData name="Y I" userId="1ad7123e4ed09ae3" providerId="LiveId" clId="{6DEF62D7-AFC5-4C44-A21D-F291BF42E1B7}" dt="2025-12-19T05:00:26.558" v="13898"/>
          <ac:spMkLst>
            <pc:docMk/>
            <pc:sldMk cId="2356156422" sldId="263"/>
            <ac:spMk id="438" creationId="{CCF1F3F3-F293-0F91-3AE8-26663965CC44}"/>
          </ac:spMkLst>
        </pc:spChg>
        <pc:spChg chg="mod">
          <ac:chgData name="Y I" userId="1ad7123e4ed09ae3" providerId="LiveId" clId="{6DEF62D7-AFC5-4C44-A21D-F291BF42E1B7}" dt="2025-12-19T05:00:26.558" v="13898"/>
          <ac:spMkLst>
            <pc:docMk/>
            <pc:sldMk cId="2356156422" sldId="263"/>
            <ac:spMk id="439" creationId="{E7B3794C-D738-97CB-2197-90DC19413E65}"/>
          </ac:spMkLst>
        </pc:spChg>
        <pc:spChg chg="mod">
          <ac:chgData name="Y I" userId="1ad7123e4ed09ae3" providerId="LiveId" clId="{6DEF62D7-AFC5-4C44-A21D-F291BF42E1B7}" dt="2025-12-19T05:00:26.558" v="13898"/>
          <ac:spMkLst>
            <pc:docMk/>
            <pc:sldMk cId="2356156422" sldId="263"/>
            <ac:spMk id="451" creationId="{32B0021A-D75C-EAD2-1049-8D6991E73324}"/>
          </ac:spMkLst>
        </pc:spChg>
        <pc:spChg chg="mod">
          <ac:chgData name="Y I" userId="1ad7123e4ed09ae3" providerId="LiveId" clId="{6DEF62D7-AFC5-4C44-A21D-F291BF42E1B7}" dt="2025-12-19T05:00:26.558" v="13898"/>
          <ac:spMkLst>
            <pc:docMk/>
            <pc:sldMk cId="2356156422" sldId="263"/>
            <ac:spMk id="470" creationId="{B4EFDC28-098A-7F15-CCBA-460A2E841136}"/>
          </ac:spMkLst>
        </pc:spChg>
        <pc:spChg chg="mod">
          <ac:chgData name="Y I" userId="1ad7123e4ed09ae3" providerId="LiveId" clId="{6DEF62D7-AFC5-4C44-A21D-F291BF42E1B7}" dt="2025-12-19T05:00:26.558" v="13898"/>
          <ac:spMkLst>
            <pc:docMk/>
            <pc:sldMk cId="2356156422" sldId="263"/>
            <ac:spMk id="473" creationId="{CFF8610E-FDBB-CF2C-93D9-B8BA7EFD1BB5}"/>
          </ac:spMkLst>
        </pc:spChg>
        <pc:spChg chg="mod">
          <ac:chgData name="Y I" userId="1ad7123e4ed09ae3" providerId="LiveId" clId="{6DEF62D7-AFC5-4C44-A21D-F291BF42E1B7}" dt="2025-12-19T05:00:26.558" v="13898"/>
          <ac:spMkLst>
            <pc:docMk/>
            <pc:sldMk cId="2356156422" sldId="263"/>
            <ac:spMk id="484" creationId="{F3DDE2B0-E29C-34FA-8581-416067740391}"/>
          </ac:spMkLst>
        </pc:spChg>
        <pc:spChg chg="mod">
          <ac:chgData name="Y I" userId="1ad7123e4ed09ae3" providerId="LiveId" clId="{6DEF62D7-AFC5-4C44-A21D-F291BF42E1B7}" dt="2025-12-19T05:00:26.558" v="13898"/>
          <ac:spMkLst>
            <pc:docMk/>
            <pc:sldMk cId="2356156422" sldId="263"/>
            <ac:spMk id="485" creationId="{9E22A6D8-56C8-A904-C8D6-43749A2537F4}"/>
          </ac:spMkLst>
        </pc:spChg>
        <pc:spChg chg="mod">
          <ac:chgData name="Y I" userId="1ad7123e4ed09ae3" providerId="LiveId" clId="{6DEF62D7-AFC5-4C44-A21D-F291BF42E1B7}" dt="2025-12-19T05:00:26.558" v="13898"/>
          <ac:spMkLst>
            <pc:docMk/>
            <pc:sldMk cId="2356156422" sldId="263"/>
            <ac:spMk id="487" creationId="{DDFA950A-ECE5-718E-280C-2FE7833A1FCE}"/>
          </ac:spMkLst>
        </pc:spChg>
        <pc:spChg chg="add del mod">
          <ac:chgData name="Y I" userId="1ad7123e4ed09ae3" providerId="LiveId" clId="{6DEF62D7-AFC5-4C44-A21D-F291BF42E1B7}" dt="2025-12-19T05:28:49.509" v="14505" actId="478"/>
          <ac:spMkLst>
            <pc:docMk/>
            <pc:sldMk cId="2356156422" sldId="263"/>
            <ac:spMk id="489" creationId="{9DDF1307-86C9-4680-D08F-B357ECC67720}"/>
          </ac:spMkLst>
        </pc:spChg>
        <pc:spChg chg="del mod">
          <ac:chgData name="Y I" userId="1ad7123e4ed09ae3" providerId="LiveId" clId="{6DEF62D7-AFC5-4C44-A21D-F291BF42E1B7}" dt="2025-12-19T05:07:05.455" v="14086" actId="478"/>
          <ac:spMkLst>
            <pc:docMk/>
            <pc:sldMk cId="2356156422" sldId="263"/>
            <ac:spMk id="490" creationId="{16AA075C-4D65-5CAA-3B57-A87FE1399C2B}"/>
          </ac:spMkLst>
        </pc:spChg>
        <pc:spChg chg="add mod">
          <ac:chgData name="Y I" userId="1ad7123e4ed09ae3" providerId="LiveId" clId="{6DEF62D7-AFC5-4C44-A21D-F291BF42E1B7}" dt="2025-12-19T05:21:45.524" v="14294" actId="20577"/>
          <ac:spMkLst>
            <pc:docMk/>
            <pc:sldMk cId="2356156422" sldId="263"/>
            <ac:spMk id="491" creationId="{C0F83C63-A378-69B8-299C-D9EB539464D7}"/>
          </ac:spMkLst>
        </pc:spChg>
        <pc:spChg chg="add mod">
          <ac:chgData name="Y I" userId="1ad7123e4ed09ae3" providerId="LiveId" clId="{6DEF62D7-AFC5-4C44-A21D-F291BF42E1B7}" dt="2025-12-19T05:06:25.245" v="14065" actId="692"/>
          <ac:spMkLst>
            <pc:docMk/>
            <pc:sldMk cId="2356156422" sldId="263"/>
            <ac:spMk id="494" creationId="{E2D1232F-FD27-A009-EF1D-763E680860ED}"/>
          </ac:spMkLst>
        </pc:spChg>
        <pc:spChg chg="add mod">
          <ac:chgData name="Y I" userId="1ad7123e4ed09ae3" providerId="LiveId" clId="{6DEF62D7-AFC5-4C44-A21D-F291BF42E1B7}" dt="2025-12-19T05:06:16.027" v="14061" actId="692"/>
          <ac:spMkLst>
            <pc:docMk/>
            <pc:sldMk cId="2356156422" sldId="263"/>
            <ac:spMk id="495" creationId="{1C43162D-A36D-ED74-3F21-1829DD1B4570}"/>
          </ac:spMkLst>
        </pc:spChg>
        <pc:spChg chg="mod">
          <ac:chgData name="Y I" userId="1ad7123e4ed09ae3" providerId="LiveId" clId="{6DEF62D7-AFC5-4C44-A21D-F291BF42E1B7}" dt="2025-12-19T05:08:53.133" v="14097"/>
          <ac:spMkLst>
            <pc:docMk/>
            <pc:sldMk cId="2356156422" sldId="263"/>
            <ac:spMk id="506" creationId="{D10E3E54-0315-A621-6E04-A764C42C891B}"/>
          </ac:spMkLst>
        </pc:spChg>
        <pc:spChg chg="mod">
          <ac:chgData name="Y I" userId="1ad7123e4ed09ae3" providerId="LiveId" clId="{6DEF62D7-AFC5-4C44-A21D-F291BF42E1B7}" dt="2025-12-19T05:08:53.133" v="14097"/>
          <ac:spMkLst>
            <pc:docMk/>
            <pc:sldMk cId="2356156422" sldId="263"/>
            <ac:spMk id="512" creationId="{E26AC6D5-CF2E-8E3F-3458-D453461F583E}"/>
          </ac:spMkLst>
        </pc:spChg>
        <pc:spChg chg="mod">
          <ac:chgData name="Y I" userId="1ad7123e4ed09ae3" providerId="LiveId" clId="{6DEF62D7-AFC5-4C44-A21D-F291BF42E1B7}" dt="2025-12-19T05:08:53.133" v="14097"/>
          <ac:spMkLst>
            <pc:docMk/>
            <pc:sldMk cId="2356156422" sldId="263"/>
            <ac:spMk id="522" creationId="{97E1170A-1751-85AA-0ADE-B8426E1C4EE5}"/>
          </ac:spMkLst>
        </pc:spChg>
        <pc:spChg chg="mod">
          <ac:chgData name="Y I" userId="1ad7123e4ed09ae3" providerId="LiveId" clId="{6DEF62D7-AFC5-4C44-A21D-F291BF42E1B7}" dt="2025-12-19T05:08:53.133" v="14097"/>
          <ac:spMkLst>
            <pc:docMk/>
            <pc:sldMk cId="2356156422" sldId="263"/>
            <ac:spMk id="536" creationId="{D7911CDF-509D-E0B8-6948-D8CA47D42DEA}"/>
          </ac:spMkLst>
        </pc:spChg>
        <pc:spChg chg="mod">
          <ac:chgData name="Y I" userId="1ad7123e4ed09ae3" providerId="LiveId" clId="{6DEF62D7-AFC5-4C44-A21D-F291BF42E1B7}" dt="2025-12-19T05:08:53.133" v="14097"/>
          <ac:spMkLst>
            <pc:docMk/>
            <pc:sldMk cId="2356156422" sldId="263"/>
            <ac:spMk id="540" creationId="{0115FE79-12A0-657E-FCE2-68A3DD71D9B1}"/>
          </ac:spMkLst>
        </pc:spChg>
        <pc:spChg chg="mod">
          <ac:chgData name="Y I" userId="1ad7123e4ed09ae3" providerId="LiveId" clId="{6DEF62D7-AFC5-4C44-A21D-F291BF42E1B7}" dt="2025-12-19T05:08:53.133" v="14097"/>
          <ac:spMkLst>
            <pc:docMk/>
            <pc:sldMk cId="2356156422" sldId="263"/>
            <ac:spMk id="545" creationId="{01CFD2D0-0695-2F9A-C9E5-53050531D322}"/>
          </ac:spMkLst>
        </pc:spChg>
        <pc:spChg chg="mod">
          <ac:chgData name="Y I" userId="1ad7123e4ed09ae3" providerId="LiveId" clId="{6DEF62D7-AFC5-4C44-A21D-F291BF42E1B7}" dt="2025-12-19T05:08:53.133" v="14097"/>
          <ac:spMkLst>
            <pc:docMk/>
            <pc:sldMk cId="2356156422" sldId="263"/>
            <ac:spMk id="551" creationId="{BD5C11D5-430C-AE64-8686-F54CC8F21FDE}"/>
          </ac:spMkLst>
        </pc:spChg>
        <pc:spChg chg="mod">
          <ac:chgData name="Y I" userId="1ad7123e4ed09ae3" providerId="LiveId" clId="{6DEF62D7-AFC5-4C44-A21D-F291BF42E1B7}" dt="2025-12-19T05:08:53.133" v="14097"/>
          <ac:spMkLst>
            <pc:docMk/>
            <pc:sldMk cId="2356156422" sldId="263"/>
            <ac:spMk id="565" creationId="{D57E2A07-6E75-6554-749D-68B2E012BC65}"/>
          </ac:spMkLst>
        </pc:spChg>
        <pc:spChg chg="mod">
          <ac:chgData name="Y I" userId="1ad7123e4ed09ae3" providerId="LiveId" clId="{6DEF62D7-AFC5-4C44-A21D-F291BF42E1B7}" dt="2025-12-19T05:08:53.133" v="14097"/>
          <ac:spMkLst>
            <pc:docMk/>
            <pc:sldMk cId="2356156422" sldId="263"/>
            <ac:spMk id="571" creationId="{5F78A662-FCFD-3EAD-2521-BFFC165560E5}"/>
          </ac:spMkLst>
        </pc:spChg>
        <pc:spChg chg="mod ord">
          <ac:chgData name="Y I" userId="1ad7123e4ed09ae3" providerId="LiveId" clId="{6DEF62D7-AFC5-4C44-A21D-F291BF42E1B7}" dt="2025-12-19T05:11:00.829" v="14139" actId="1035"/>
          <ac:spMkLst>
            <pc:docMk/>
            <pc:sldMk cId="2356156422" sldId="263"/>
            <ac:spMk id="574" creationId="{7F28CC23-EED2-56A9-55CC-7C75C1360456}"/>
          </ac:spMkLst>
        </pc:spChg>
        <pc:spChg chg="add mod ord">
          <ac:chgData name="Y I" userId="1ad7123e4ed09ae3" providerId="LiveId" clId="{6DEF62D7-AFC5-4C44-A21D-F291BF42E1B7}" dt="2025-12-19T05:11:00.829" v="14139" actId="1035"/>
          <ac:spMkLst>
            <pc:docMk/>
            <pc:sldMk cId="2356156422" sldId="263"/>
            <ac:spMk id="575" creationId="{5E211C84-68A8-8BDD-F549-E8F1865FF056}"/>
          </ac:spMkLst>
        </pc:spChg>
        <pc:spChg chg="mod">
          <ac:chgData name="Y I" userId="1ad7123e4ed09ae3" providerId="LiveId" clId="{6DEF62D7-AFC5-4C44-A21D-F291BF42E1B7}" dt="2025-12-19T05:09:56.027" v="14123"/>
          <ac:spMkLst>
            <pc:docMk/>
            <pc:sldMk cId="2356156422" sldId="263"/>
            <ac:spMk id="581" creationId="{DE1592D2-F186-B711-B1BB-5C71154A33F3}"/>
          </ac:spMkLst>
        </pc:spChg>
        <pc:spChg chg="mod">
          <ac:chgData name="Y I" userId="1ad7123e4ed09ae3" providerId="LiveId" clId="{6DEF62D7-AFC5-4C44-A21D-F291BF42E1B7}" dt="2025-12-19T05:09:56.027" v="14123"/>
          <ac:spMkLst>
            <pc:docMk/>
            <pc:sldMk cId="2356156422" sldId="263"/>
            <ac:spMk id="589" creationId="{A6630C64-E657-DA97-5328-5C2C53D24E13}"/>
          </ac:spMkLst>
        </pc:spChg>
        <pc:spChg chg="mod">
          <ac:chgData name="Y I" userId="1ad7123e4ed09ae3" providerId="LiveId" clId="{6DEF62D7-AFC5-4C44-A21D-F291BF42E1B7}" dt="2025-12-19T05:09:56.027" v="14123"/>
          <ac:spMkLst>
            <pc:docMk/>
            <pc:sldMk cId="2356156422" sldId="263"/>
            <ac:spMk id="602" creationId="{DA466573-B0A2-A40C-91BE-032F2B33F1DB}"/>
          </ac:spMkLst>
        </pc:spChg>
        <pc:spChg chg="mod">
          <ac:chgData name="Y I" userId="1ad7123e4ed09ae3" providerId="LiveId" clId="{6DEF62D7-AFC5-4C44-A21D-F291BF42E1B7}" dt="2025-12-19T05:09:56.027" v="14123"/>
          <ac:spMkLst>
            <pc:docMk/>
            <pc:sldMk cId="2356156422" sldId="263"/>
            <ac:spMk id="604" creationId="{52E1A518-28E8-4DDC-1972-3D0F00A618C6}"/>
          </ac:spMkLst>
        </pc:spChg>
        <pc:spChg chg="mod">
          <ac:chgData name="Y I" userId="1ad7123e4ed09ae3" providerId="LiveId" clId="{6DEF62D7-AFC5-4C44-A21D-F291BF42E1B7}" dt="2025-12-19T05:09:56.027" v="14123"/>
          <ac:spMkLst>
            <pc:docMk/>
            <pc:sldMk cId="2356156422" sldId="263"/>
            <ac:spMk id="615" creationId="{53C4117C-B2EA-A387-82FA-BC5C8E73538F}"/>
          </ac:spMkLst>
        </pc:spChg>
        <pc:spChg chg="mod">
          <ac:chgData name="Y I" userId="1ad7123e4ed09ae3" providerId="LiveId" clId="{6DEF62D7-AFC5-4C44-A21D-F291BF42E1B7}" dt="2025-12-19T05:09:56.027" v="14123"/>
          <ac:spMkLst>
            <pc:docMk/>
            <pc:sldMk cId="2356156422" sldId="263"/>
            <ac:spMk id="630" creationId="{06041AB4-7589-F318-6361-4074C3C7D5A0}"/>
          </ac:spMkLst>
        </pc:spChg>
        <pc:spChg chg="mod">
          <ac:chgData name="Y I" userId="1ad7123e4ed09ae3" providerId="LiveId" clId="{6DEF62D7-AFC5-4C44-A21D-F291BF42E1B7}" dt="2025-12-19T05:09:56.027" v="14123"/>
          <ac:spMkLst>
            <pc:docMk/>
            <pc:sldMk cId="2356156422" sldId="263"/>
            <ac:spMk id="633" creationId="{3D997061-881D-758E-457B-09B9FCF5D8A1}"/>
          </ac:spMkLst>
        </pc:spChg>
        <pc:spChg chg="mod">
          <ac:chgData name="Y I" userId="1ad7123e4ed09ae3" providerId="LiveId" clId="{6DEF62D7-AFC5-4C44-A21D-F291BF42E1B7}" dt="2025-12-19T05:09:56.027" v="14123"/>
          <ac:spMkLst>
            <pc:docMk/>
            <pc:sldMk cId="2356156422" sldId="263"/>
            <ac:spMk id="638" creationId="{C03D9EDC-CACA-28B5-BB04-04E12FDDF7D5}"/>
          </ac:spMkLst>
        </pc:spChg>
        <pc:spChg chg="mod">
          <ac:chgData name="Y I" userId="1ad7123e4ed09ae3" providerId="LiveId" clId="{6DEF62D7-AFC5-4C44-A21D-F291BF42E1B7}" dt="2025-12-19T05:09:56.027" v="14123"/>
          <ac:spMkLst>
            <pc:docMk/>
            <pc:sldMk cId="2356156422" sldId="263"/>
            <ac:spMk id="639" creationId="{0B767216-CB70-C757-8002-52DBB2E85F65}"/>
          </ac:spMkLst>
        </pc:spChg>
        <pc:spChg chg="mod">
          <ac:chgData name="Y I" userId="1ad7123e4ed09ae3" providerId="LiveId" clId="{6DEF62D7-AFC5-4C44-A21D-F291BF42E1B7}" dt="2025-12-19T05:09:56.027" v="14123"/>
          <ac:spMkLst>
            <pc:docMk/>
            <pc:sldMk cId="2356156422" sldId="263"/>
            <ac:spMk id="645" creationId="{7600B0A4-ADF3-6E59-42C2-724E7829197E}"/>
          </ac:spMkLst>
        </pc:spChg>
        <pc:spChg chg="mod">
          <ac:chgData name="Y I" userId="1ad7123e4ed09ae3" providerId="LiveId" clId="{6DEF62D7-AFC5-4C44-A21D-F291BF42E1B7}" dt="2025-12-19T05:10:11.762" v="14127"/>
          <ac:spMkLst>
            <pc:docMk/>
            <pc:sldMk cId="2356156422" sldId="263"/>
            <ac:spMk id="652" creationId="{B90E2EF7-1321-38F7-C912-E4CA214FEF11}"/>
          </ac:spMkLst>
        </pc:spChg>
        <pc:spChg chg="mod">
          <ac:chgData name="Y I" userId="1ad7123e4ed09ae3" providerId="LiveId" clId="{6DEF62D7-AFC5-4C44-A21D-F291BF42E1B7}" dt="2025-12-19T05:10:11.762" v="14127"/>
          <ac:spMkLst>
            <pc:docMk/>
            <pc:sldMk cId="2356156422" sldId="263"/>
            <ac:spMk id="653" creationId="{95767C06-FE99-403B-DC2A-9A9E29C702B7}"/>
          </ac:spMkLst>
        </pc:spChg>
        <pc:spChg chg="mod">
          <ac:chgData name="Y I" userId="1ad7123e4ed09ae3" providerId="LiveId" clId="{6DEF62D7-AFC5-4C44-A21D-F291BF42E1B7}" dt="2025-12-19T05:10:11.762" v="14127"/>
          <ac:spMkLst>
            <pc:docMk/>
            <pc:sldMk cId="2356156422" sldId="263"/>
            <ac:spMk id="654" creationId="{076CDE1F-C94F-3B1A-74ED-B32FA8DE896C}"/>
          </ac:spMkLst>
        </pc:spChg>
        <pc:spChg chg="mod">
          <ac:chgData name="Y I" userId="1ad7123e4ed09ae3" providerId="LiveId" clId="{6DEF62D7-AFC5-4C44-A21D-F291BF42E1B7}" dt="2025-12-19T05:10:11.762" v="14127"/>
          <ac:spMkLst>
            <pc:docMk/>
            <pc:sldMk cId="2356156422" sldId="263"/>
            <ac:spMk id="662" creationId="{0EAA1A97-75C3-A6E6-9D07-86E4A58DE09E}"/>
          </ac:spMkLst>
        </pc:spChg>
        <pc:spChg chg="mod">
          <ac:chgData name="Y I" userId="1ad7123e4ed09ae3" providerId="LiveId" clId="{6DEF62D7-AFC5-4C44-A21D-F291BF42E1B7}" dt="2025-12-19T05:10:11.762" v="14127"/>
          <ac:spMkLst>
            <pc:docMk/>
            <pc:sldMk cId="2356156422" sldId="263"/>
            <ac:spMk id="665" creationId="{0FD56BD9-5E3F-5AB9-A68C-048E7550221C}"/>
          </ac:spMkLst>
        </pc:spChg>
        <pc:spChg chg="mod">
          <ac:chgData name="Y I" userId="1ad7123e4ed09ae3" providerId="LiveId" clId="{6DEF62D7-AFC5-4C44-A21D-F291BF42E1B7}" dt="2025-12-19T05:10:11.762" v="14127"/>
          <ac:spMkLst>
            <pc:docMk/>
            <pc:sldMk cId="2356156422" sldId="263"/>
            <ac:spMk id="673" creationId="{1A32B563-78FA-295B-2AC1-B3BE163A7DBF}"/>
          </ac:spMkLst>
        </pc:spChg>
        <pc:spChg chg="mod">
          <ac:chgData name="Y I" userId="1ad7123e4ed09ae3" providerId="LiveId" clId="{6DEF62D7-AFC5-4C44-A21D-F291BF42E1B7}" dt="2025-12-19T05:10:11.762" v="14127"/>
          <ac:spMkLst>
            <pc:docMk/>
            <pc:sldMk cId="2356156422" sldId="263"/>
            <ac:spMk id="683" creationId="{6387D740-FCE8-71D7-2D96-F3D7D98BF266}"/>
          </ac:spMkLst>
        </pc:spChg>
        <pc:spChg chg="mod">
          <ac:chgData name="Y I" userId="1ad7123e4ed09ae3" providerId="LiveId" clId="{6DEF62D7-AFC5-4C44-A21D-F291BF42E1B7}" dt="2025-12-19T05:10:11.762" v="14127"/>
          <ac:spMkLst>
            <pc:docMk/>
            <pc:sldMk cId="2356156422" sldId="263"/>
            <ac:spMk id="687" creationId="{FE2E4F2D-0D95-483E-C654-7D18CF0EB344}"/>
          </ac:spMkLst>
        </pc:spChg>
        <pc:spChg chg="mod">
          <ac:chgData name="Y I" userId="1ad7123e4ed09ae3" providerId="LiveId" clId="{6DEF62D7-AFC5-4C44-A21D-F291BF42E1B7}" dt="2025-12-19T05:10:11.762" v="14127"/>
          <ac:spMkLst>
            <pc:docMk/>
            <pc:sldMk cId="2356156422" sldId="263"/>
            <ac:spMk id="706" creationId="{367F5CD9-B3BA-FD57-4D97-69DFE1221817}"/>
          </ac:spMkLst>
        </pc:spChg>
        <pc:spChg chg="mod">
          <ac:chgData name="Y I" userId="1ad7123e4ed09ae3" providerId="LiveId" clId="{6DEF62D7-AFC5-4C44-A21D-F291BF42E1B7}" dt="2025-12-19T05:10:11.762" v="14127"/>
          <ac:spMkLst>
            <pc:docMk/>
            <pc:sldMk cId="2356156422" sldId="263"/>
            <ac:spMk id="707" creationId="{620F909F-03E1-0145-4E6C-5267E54C34DE}"/>
          </ac:spMkLst>
        </pc:spChg>
        <pc:spChg chg="mod">
          <ac:chgData name="Y I" userId="1ad7123e4ed09ae3" providerId="LiveId" clId="{6DEF62D7-AFC5-4C44-A21D-F291BF42E1B7}" dt="2025-12-19T05:10:16.048" v="14129"/>
          <ac:spMkLst>
            <pc:docMk/>
            <pc:sldMk cId="2356156422" sldId="263"/>
            <ac:spMk id="725" creationId="{A93980AE-1D03-B5D2-5259-414BBBDC4603}"/>
          </ac:spMkLst>
        </pc:spChg>
        <pc:spChg chg="mod">
          <ac:chgData name="Y I" userId="1ad7123e4ed09ae3" providerId="LiveId" clId="{6DEF62D7-AFC5-4C44-A21D-F291BF42E1B7}" dt="2025-12-19T05:10:16.048" v="14129"/>
          <ac:spMkLst>
            <pc:docMk/>
            <pc:sldMk cId="2356156422" sldId="263"/>
            <ac:spMk id="733" creationId="{DCE02D75-9F1E-34B8-40B6-E9B9F6B01FDA}"/>
          </ac:spMkLst>
        </pc:spChg>
        <pc:spChg chg="mod">
          <ac:chgData name="Y I" userId="1ad7123e4ed09ae3" providerId="LiveId" clId="{6DEF62D7-AFC5-4C44-A21D-F291BF42E1B7}" dt="2025-12-19T05:10:16.048" v="14129"/>
          <ac:spMkLst>
            <pc:docMk/>
            <pc:sldMk cId="2356156422" sldId="263"/>
            <ac:spMk id="735" creationId="{2BBB6287-C3C0-B036-370F-C20065E4B6DF}"/>
          </ac:spMkLst>
        </pc:spChg>
        <pc:spChg chg="mod">
          <ac:chgData name="Y I" userId="1ad7123e4ed09ae3" providerId="LiveId" clId="{6DEF62D7-AFC5-4C44-A21D-F291BF42E1B7}" dt="2025-12-19T05:10:16.048" v="14129"/>
          <ac:spMkLst>
            <pc:docMk/>
            <pc:sldMk cId="2356156422" sldId="263"/>
            <ac:spMk id="757" creationId="{614D350E-5022-F954-0464-5F4E47974402}"/>
          </ac:spMkLst>
        </pc:spChg>
        <pc:spChg chg="mod">
          <ac:chgData name="Y I" userId="1ad7123e4ed09ae3" providerId="LiveId" clId="{6DEF62D7-AFC5-4C44-A21D-F291BF42E1B7}" dt="2025-12-19T05:10:16.048" v="14129"/>
          <ac:spMkLst>
            <pc:docMk/>
            <pc:sldMk cId="2356156422" sldId="263"/>
            <ac:spMk id="769" creationId="{5DBAA29C-55B7-A8C4-F6B3-9BDBA82A6EE8}"/>
          </ac:spMkLst>
        </pc:spChg>
        <pc:spChg chg="mod">
          <ac:chgData name="Y I" userId="1ad7123e4ed09ae3" providerId="LiveId" clId="{6DEF62D7-AFC5-4C44-A21D-F291BF42E1B7}" dt="2025-12-19T05:10:16.048" v="14129"/>
          <ac:spMkLst>
            <pc:docMk/>
            <pc:sldMk cId="2356156422" sldId="263"/>
            <ac:spMk id="773" creationId="{C941115B-E8D3-2F34-A1B6-9C075F2C10D9}"/>
          </ac:spMkLst>
        </pc:spChg>
        <pc:spChg chg="mod">
          <ac:chgData name="Y I" userId="1ad7123e4ed09ae3" providerId="LiveId" clId="{6DEF62D7-AFC5-4C44-A21D-F291BF42E1B7}" dt="2025-12-19T05:10:16.048" v="14129"/>
          <ac:spMkLst>
            <pc:docMk/>
            <pc:sldMk cId="2356156422" sldId="263"/>
            <ac:spMk id="780" creationId="{748D61FF-143E-388C-BC25-36BF91F6D80F}"/>
          </ac:spMkLst>
        </pc:spChg>
        <pc:spChg chg="mod">
          <ac:chgData name="Y I" userId="1ad7123e4ed09ae3" providerId="LiveId" clId="{6DEF62D7-AFC5-4C44-A21D-F291BF42E1B7}" dt="2025-12-19T05:10:16.048" v="14129"/>
          <ac:spMkLst>
            <pc:docMk/>
            <pc:sldMk cId="2356156422" sldId="263"/>
            <ac:spMk id="782" creationId="{ED2CF2F7-D65A-B3D5-980D-C860B8E13767}"/>
          </ac:spMkLst>
        </pc:spChg>
        <pc:spChg chg="mod">
          <ac:chgData name="Y I" userId="1ad7123e4ed09ae3" providerId="LiveId" clId="{6DEF62D7-AFC5-4C44-A21D-F291BF42E1B7}" dt="2025-12-19T05:10:16.048" v="14129"/>
          <ac:spMkLst>
            <pc:docMk/>
            <pc:sldMk cId="2356156422" sldId="263"/>
            <ac:spMk id="783" creationId="{441C1989-D662-0FA2-89C8-792B9533D466}"/>
          </ac:spMkLst>
        </pc:spChg>
        <pc:spChg chg="mod">
          <ac:chgData name="Y I" userId="1ad7123e4ed09ae3" providerId="LiveId" clId="{6DEF62D7-AFC5-4C44-A21D-F291BF42E1B7}" dt="2025-12-19T05:10:16.048" v="14129"/>
          <ac:spMkLst>
            <pc:docMk/>
            <pc:sldMk cId="2356156422" sldId="263"/>
            <ac:spMk id="790" creationId="{87997306-89BB-2517-A82C-58939054B631}"/>
          </ac:spMkLst>
        </pc:spChg>
        <pc:spChg chg="mod">
          <ac:chgData name="Y I" userId="1ad7123e4ed09ae3" providerId="LiveId" clId="{6DEF62D7-AFC5-4C44-A21D-F291BF42E1B7}" dt="2025-12-19T05:11:05.937" v="14143"/>
          <ac:spMkLst>
            <pc:docMk/>
            <pc:sldMk cId="2356156422" sldId="263"/>
            <ac:spMk id="802" creationId="{C89C4B12-4930-9A89-417A-EEC542360DA3}"/>
          </ac:spMkLst>
        </pc:spChg>
        <pc:spChg chg="mod">
          <ac:chgData name="Y I" userId="1ad7123e4ed09ae3" providerId="LiveId" clId="{6DEF62D7-AFC5-4C44-A21D-F291BF42E1B7}" dt="2025-12-19T05:11:05.937" v="14143"/>
          <ac:spMkLst>
            <pc:docMk/>
            <pc:sldMk cId="2356156422" sldId="263"/>
            <ac:spMk id="828" creationId="{E9AC9E36-FD54-0E25-C721-481BB5FE3BE4}"/>
          </ac:spMkLst>
        </pc:spChg>
        <pc:spChg chg="mod">
          <ac:chgData name="Y I" userId="1ad7123e4ed09ae3" providerId="LiveId" clId="{6DEF62D7-AFC5-4C44-A21D-F291BF42E1B7}" dt="2025-12-19T05:11:05.937" v="14143"/>
          <ac:spMkLst>
            <pc:docMk/>
            <pc:sldMk cId="2356156422" sldId="263"/>
            <ac:spMk id="829" creationId="{2BADB078-BCF2-E099-94B2-3102A6A357E2}"/>
          </ac:spMkLst>
        </pc:spChg>
        <pc:spChg chg="mod">
          <ac:chgData name="Y I" userId="1ad7123e4ed09ae3" providerId="LiveId" clId="{6DEF62D7-AFC5-4C44-A21D-F291BF42E1B7}" dt="2025-12-19T05:11:05.937" v="14143"/>
          <ac:spMkLst>
            <pc:docMk/>
            <pc:sldMk cId="2356156422" sldId="263"/>
            <ac:spMk id="830" creationId="{0EB6381B-2D85-4E94-51D3-46FA53924778}"/>
          </ac:spMkLst>
        </pc:spChg>
        <pc:spChg chg="mod">
          <ac:chgData name="Y I" userId="1ad7123e4ed09ae3" providerId="LiveId" clId="{6DEF62D7-AFC5-4C44-A21D-F291BF42E1B7}" dt="2025-12-19T05:11:05.937" v="14143"/>
          <ac:spMkLst>
            <pc:docMk/>
            <pc:sldMk cId="2356156422" sldId="263"/>
            <ac:spMk id="831" creationId="{AF17E683-8A08-24AD-B3D9-5C6A6B1D9024}"/>
          </ac:spMkLst>
        </pc:spChg>
        <pc:spChg chg="mod">
          <ac:chgData name="Y I" userId="1ad7123e4ed09ae3" providerId="LiveId" clId="{6DEF62D7-AFC5-4C44-A21D-F291BF42E1B7}" dt="2025-12-19T05:11:05.937" v="14143"/>
          <ac:spMkLst>
            <pc:docMk/>
            <pc:sldMk cId="2356156422" sldId="263"/>
            <ac:spMk id="840" creationId="{6A5C25A1-5137-E5EA-C917-D194B937E679}"/>
          </ac:spMkLst>
        </pc:spChg>
        <pc:spChg chg="mod">
          <ac:chgData name="Y I" userId="1ad7123e4ed09ae3" providerId="LiveId" clId="{6DEF62D7-AFC5-4C44-A21D-F291BF42E1B7}" dt="2025-12-19T05:11:05.937" v="14143"/>
          <ac:spMkLst>
            <pc:docMk/>
            <pc:sldMk cId="2356156422" sldId="263"/>
            <ac:spMk id="844" creationId="{37AB2F20-7BE2-358F-CFCD-2DAB277F502B}"/>
          </ac:spMkLst>
        </pc:spChg>
        <pc:spChg chg="mod">
          <ac:chgData name="Y I" userId="1ad7123e4ed09ae3" providerId="LiveId" clId="{6DEF62D7-AFC5-4C44-A21D-F291BF42E1B7}" dt="2025-12-19T05:11:05.937" v="14143"/>
          <ac:spMkLst>
            <pc:docMk/>
            <pc:sldMk cId="2356156422" sldId="263"/>
            <ac:spMk id="852" creationId="{E7C43ADF-0041-4AB6-8D93-CC6F9598758B}"/>
          </ac:spMkLst>
        </pc:spChg>
        <pc:spChg chg="mod">
          <ac:chgData name="Y I" userId="1ad7123e4ed09ae3" providerId="LiveId" clId="{6DEF62D7-AFC5-4C44-A21D-F291BF42E1B7}" dt="2025-12-19T05:11:05.937" v="14143"/>
          <ac:spMkLst>
            <pc:docMk/>
            <pc:sldMk cId="2356156422" sldId="263"/>
            <ac:spMk id="854" creationId="{704E7E94-2B23-A012-5AA9-9757DC4ADF13}"/>
          </ac:spMkLst>
        </pc:spChg>
        <pc:spChg chg="mod">
          <ac:chgData name="Y I" userId="1ad7123e4ed09ae3" providerId="LiveId" clId="{6DEF62D7-AFC5-4C44-A21D-F291BF42E1B7}" dt="2025-12-19T05:11:05.937" v="14143"/>
          <ac:spMkLst>
            <pc:docMk/>
            <pc:sldMk cId="2356156422" sldId="263"/>
            <ac:spMk id="860" creationId="{C6952FEE-05F9-3157-1FF8-B731306AC19E}"/>
          </ac:spMkLst>
        </pc:spChg>
        <pc:spChg chg="mod">
          <ac:chgData name="Y I" userId="1ad7123e4ed09ae3" providerId="LiveId" clId="{6DEF62D7-AFC5-4C44-A21D-F291BF42E1B7}" dt="2025-12-19T05:11:03.700" v="14141"/>
          <ac:spMkLst>
            <pc:docMk/>
            <pc:sldMk cId="2356156422" sldId="263"/>
            <ac:spMk id="867" creationId="{163E77E0-5285-FB17-B9F6-EF9F6A1FC949}"/>
          </ac:spMkLst>
        </pc:spChg>
        <pc:spChg chg="mod">
          <ac:chgData name="Y I" userId="1ad7123e4ed09ae3" providerId="LiveId" clId="{6DEF62D7-AFC5-4C44-A21D-F291BF42E1B7}" dt="2025-12-19T05:11:05.657" v="14142"/>
          <ac:spMkLst>
            <pc:docMk/>
            <pc:sldMk cId="2356156422" sldId="263"/>
            <ac:spMk id="876" creationId="{A1ADD483-41B1-5C63-591E-93576F3B266E}"/>
          </ac:spMkLst>
        </pc:spChg>
        <pc:spChg chg="mod">
          <ac:chgData name="Y I" userId="1ad7123e4ed09ae3" providerId="LiveId" clId="{6DEF62D7-AFC5-4C44-A21D-F291BF42E1B7}" dt="2025-12-19T05:11:05.657" v="14142"/>
          <ac:spMkLst>
            <pc:docMk/>
            <pc:sldMk cId="2356156422" sldId="263"/>
            <ac:spMk id="877" creationId="{1FA1E43C-7BF2-E38F-23D6-3D5A9FE03C36}"/>
          </ac:spMkLst>
        </pc:spChg>
        <pc:spChg chg="mod">
          <ac:chgData name="Y I" userId="1ad7123e4ed09ae3" providerId="LiveId" clId="{6DEF62D7-AFC5-4C44-A21D-F291BF42E1B7}" dt="2025-12-19T05:11:03.700" v="14141"/>
          <ac:spMkLst>
            <pc:docMk/>
            <pc:sldMk cId="2356156422" sldId="263"/>
            <ac:spMk id="881" creationId="{BD200115-0949-BB59-AD8A-E24C31B8AE46}"/>
          </ac:spMkLst>
        </pc:spChg>
        <pc:spChg chg="mod">
          <ac:chgData name="Y I" userId="1ad7123e4ed09ae3" providerId="LiveId" clId="{6DEF62D7-AFC5-4C44-A21D-F291BF42E1B7}" dt="2025-12-19T05:11:05.657" v="14142"/>
          <ac:spMkLst>
            <pc:docMk/>
            <pc:sldMk cId="2356156422" sldId="263"/>
            <ac:spMk id="882" creationId="{76245F18-198E-6681-7401-DDA4D9249DC1}"/>
          </ac:spMkLst>
        </pc:spChg>
        <pc:spChg chg="mod">
          <ac:chgData name="Y I" userId="1ad7123e4ed09ae3" providerId="LiveId" clId="{6DEF62D7-AFC5-4C44-A21D-F291BF42E1B7}" dt="2025-12-19T05:11:03.700" v="14141"/>
          <ac:spMkLst>
            <pc:docMk/>
            <pc:sldMk cId="2356156422" sldId="263"/>
            <ac:spMk id="883" creationId="{C0B911D2-8490-B2BC-DD15-737FAA82CB22}"/>
          </ac:spMkLst>
        </pc:spChg>
        <pc:spChg chg="mod">
          <ac:chgData name="Y I" userId="1ad7123e4ed09ae3" providerId="LiveId" clId="{6DEF62D7-AFC5-4C44-A21D-F291BF42E1B7}" dt="2025-12-19T05:11:03.700" v="14141"/>
          <ac:spMkLst>
            <pc:docMk/>
            <pc:sldMk cId="2356156422" sldId="263"/>
            <ac:spMk id="884" creationId="{52DA45D0-058A-80E2-E89D-66D0789AC5DE}"/>
          </ac:spMkLst>
        </pc:spChg>
        <pc:spChg chg="mod">
          <ac:chgData name="Y I" userId="1ad7123e4ed09ae3" providerId="LiveId" clId="{6DEF62D7-AFC5-4C44-A21D-F291BF42E1B7}" dt="2025-12-19T05:11:05.657" v="14142"/>
          <ac:spMkLst>
            <pc:docMk/>
            <pc:sldMk cId="2356156422" sldId="263"/>
            <ac:spMk id="888" creationId="{F7E7770D-FDAB-21C4-DCC8-D8B226DC0D59}"/>
          </ac:spMkLst>
        </pc:spChg>
        <pc:spChg chg="mod">
          <ac:chgData name="Y I" userId="1ad7123e4ed09ae3" providerId="LiveId" clId="{6DEF62D7-AFC5-4C44-A21D-F291BF42E1B7}" dt="2025-12-19T05:11:03.700" v="14141"/>
          <ac:spMkLst>
            <pc:docMk/>
            <pc:sldMk cId="2356156422" sldId="263"/>
            <ac:spMk id="893" creationId="{52F8BA63-7023-BD51-7B2B-9E721D23EF36}"/>
          </ac:spMkLst>
        </pc:spChg>
        <pc:spChg chg="mod">
          <ac:chgData name="Y I" userId="1ad7123e4ed09ae3" providerId="LiveId" clId="{6DEF62D7-AFC5-4C44-A21D-F291BF42E1B7}" dt="2025-12-19T05:11:05.657" v="14142"/>
          <ac:spMkLst>
            <pc:docMk/>
            <pc:sldMk cId="2356156422" sldId="263"/>
            <ac:spMk id="900" creationId="{C6E0D6CD-93E8-3CCE-997A-7FDDED9EF311}"/>
          </ac:spMkLst>
        </pc:spChg>
        <pc:spChg chg="mod">
          <ac:chgData name="Y I" userId="1ad7123e4ed09ae3" providerId="LiveId" clId="{6DEF62D7-AFC5-4C44-A21D-F291BF42E1B7}" dt="2025-12-19T05:11:05.657" v="14142"/>
          <ac:spMkLst>
            <pc:docMk/>
            <pc:sldMk cId="2356156422" sldId="263"/>
            <ac:spMk id="907" creationId="{986019F8-CDAF-17EC-E5BE-5ACB44EC78A0}"/>
          </ac:spMkLst>
        </pc:spChg>
        <pc:spChg chg="mod">
          <ac:chgData name="Y I" userId="1ad7123e4ed09ae3" providerId="LiveId" clId="{6DEF62D7-AFC5-4C44-A21D-F291BF42E1B7}" dt="2025-12-19T05:11:05.657" v="14142"/>
          <ac:spMkLst>
            <pc:docMk/>
            <pc:sldMk cId="2356156422" sldId="263"/>
            <ac:spMk id="909" creationId="{43ED0CEC-EE29-0530-AEBB-5D08A9D1A288}"/>
          </ac:spMkLst>
        </pc:spChg>
        <pc:spChg chg="mod">
          <ac:chgData name="Y I" userId="1ad7123e4ed09ae3" providerId="LiveId" clId="{6DEF62D7-AFC5-4C44-A21D-F291BF42E1B7}" dt="2025-12-19T05:11:03.700" v="14141"/>
          <ac:spMkLst>
            <pc:docMk/>
            <pc:sldMk cId="2356156422" sldId="263"/>
            <ac:spMk id="918" creationId="{51A164B2-3519-9DD2-328E-FC667BA3E94B}"/>
          </ac:spMkLst>
        </pc:spChg>
        <pc:spChg chg="mod">
          <ac:chgData name="Y I" userId="1ad7123e4ed09ae3" providerId="LiveId" clId="{6DEF62D7-AFC5-4C44-A21D-F291BF42E1B7}" dt="2025-12-19T05:11:03.700" v="14141"/>
          <ac:spMkLst>
            <pc:docMk/>
            <pc:sldMk cId="2356156422" sldId="263"/>
            <ac:spMk id="923" creationId="{3DE5B520-61B9-0010-BB14-AE852F2F503E}"/>
          </ac:spMkLst>
        </pc:spChg>
        <pc:spChg chg="mod">
          <ac:chgData name="Y I" userId="1ad7123e4ed09ae3" providerId="LiveId" clId="{6DEF62D7-AFC5-4C44-A21D-F291BF42E1B7}" dt="2025-12-19T05:11:05.657" v="14142"/>
          <ac:spMkLst>
            <pc:docMk/>
            <pc:sldMk cId="2356156422" sldId="263"/>
            <ac:spMk id="926" creationId="{817402C9-6BC7-64FD-9E45-A02D7B7811AA}"/>
          </ac:spMkLst>
        </pc:spChg>
        <pc:spChg chg="mod">
          <ac:chgData name="Y I" userId="1ad7123e4ed09ae3" providerId="LiveId" clId="{6DEF62D7-AFC5-4C44-A21D-F291BF42E1B7}" dt="2025-12-19T05:11:03.700" v="14141"/>
          <ac:spMkLst>
            <pc:docMk/>
            <pc:sldMk cId="2356156422" sldId="263"/>
            <ac:spMk id="927" creationId="{D9DCB126-D0D2-91D9-1E66-98B586CF9F7B}"/>
          </ac:spMkLst>
        </pc:spChg>
        <pc:spChg chg="mod">
          <ac:chgData name="Y I" userId="1ad7123e4ed09ae3" providerId="LiveId" clId="{6DEF62D7-AFC5-4C44-A21D-F291BF42E1B7}" dt="2025-12-19T05:11:05.657" v="14142"/>
          <ac:spMkLst>
            <pc:docMk/>
            <pc:sldMk cId="2356156422" sldId="263"/>
            <ac:spMk id="929" creationId="{D8AFDC30-F3CD-8481-3EE5-860609B6419D}"/>
          </ac:spMkLst>
        </pc:spChg>
        <pc:spChg chg="mod">
          <ac:chgData name="Y I" userId="1ad7123e4ed09ae3" providerId="LiveId" clId="{6DEF62D7-AFC5-4C44-A21D-F291BF42E1B7}" dt="2025-12-19T05:11:05.657" v="14142"/>
          <ac:spMkLst>
            <pc:docMk/>
            <pc:sldMk cId="2356156422" sldId="263"/>
            <ac:spMk id="931" creationId="{E3D229EE-0298-15C3-1CA4-8B2B51464A4C}"/>
          </ac:spMkLst>
        </pc:spChg>
        <pc:spChg chg="mod">
          <ac:chgData name="Y I" userId="1ad7123e4ed09ae3" providerId="LiveId" clId="{6DEF62D7-AFC5-4C44-A21D-F291BF42E1B7}" dt="2025-12-19T05:11:03.700" v="14141"/>
          <ac:spMkLst>
            <pc:docMk/>
            <pc:sldMk cId="2356156422" sldId="263"/>
            <ac:spMk id="934" creationId="{3206E999-FB8F-C837-AD65-6F9B1300C146}"/>
          </ac:spMkLst>
        </pc:spChg>
        <pc:spChg chg="mod">
          <ac:chgData name="Y I" userId="1ad7123e4ed09ae3" providerId="LiveId" clId="{6DEF62D7-AFC5-4C44-A21D-F291BF42E1B7}" dt="2025-12-19T05:12:15.114" v="14150"/>
          <ac:spMkLst>
            <pc:docMk/>
            <pc:sldMk cId="2356156422" sldId="263"/>
            <ac:spMk id="945" creationId="{E01B71CD-F9E9-2109-0DEB-98144872349F}"/>
          </ac:spMkLst>
        </pc:spChg>
        <pc:spChg chg="mod">
          <ac:chgData name="Y I" userId="1ad7123e4ed09ae3" providerId="LiveId" clId="{6DEF62D7-AFC5-4C44-A21D-F291BF42E1B7}" dt="2025-12-19T05:12:15.114" v="14150"/>
          <ac:spMkLst>
            <pc:docMk/>
            <pc:sldMk cId="2356156422" sldId="263"/>
            <ac:spMk id="958" creationId="{86AD67AE-5DA4-87C5-C523-8B2939ECAF0B}"/>
          </ac:spMkLst>
        </pc:spChg>
        <pc:spChg chg="mod">
          <ac:chgData name="Y I" userId="1ad7123e4ed09ae3" providerId="LiveId" clId="{6DEF62D7-AFC5-4C44-A21D-F291BF42E1B7}" dt="2025-12-19T05:12:15.114" v="14150"/>
          <ac:spMkLst>
            <pc:docMk/>
            <pc:sldMk cId="2356156422" sldId="263"/>
            <ac:spMk id="959" creationId="{D4CF4783-7232-0F51-EABC-8514BB926C38}"/>
          </ac:spMkLst>
        </pc:spChg>
        <pc:spChg chg="mod">
          <ac:chgData name="Y I" userId="1ad7123e4ed09ae3" providerId="LiveId" clId="{6DEF62D7-AFC5-4C44-A21D-F291BF42E1B7}" dt="2025-12-19T05:12:15.114" v="14150"/>
          <ac:spMkLst>
            <pc:docMk/>
            <pc:sldMk cId="2356156422" sldId="263"/>
            <ac:spMk id="975" creationId="{363B3B1E-A5D3-CA62-E119-1584BCA382D5}"/>
          </ac:spMkLst>
        </pc:spChg>
        <pc:spChg chg="mod">
          <ac:chgData name="Y I" userId="1ad7123e4ed09ae3" providerId="LiveId" clId="{6DEF62D7-AFC5-4C44-A21D-F291BF42E1B7}" dt="2025-12-19T05:12:15.114" v="14150"/>
          <ac:spMkLst>
            <pc:docMk/>
            <pc:sldMk cId="2356156422" sldId="263"/>
            <ac:spMk id="978" creationId="{FF407A4A-0964-8CD0-D2AB-56B20825CC27}"/>
          </ac:spMkLst>
        </pc:spChg>
        <pc:spChg chg="mod">
          <ac:chgData name="Y I" userId="1ad7123e4ed09ae3" providerId="LiveId" clId="{6DEF62D7-AFC5-4C44-A21D-F291BF42E1B7}" dt="2025-12-19T05:12:15.114" v="14150"/>
          <ac:spMkLst>
            <pc:docMk/>
            <pc:sldMk cId="2356156422" sldId="263"/>
            <ac:spMk id="979" creationId="{363FCCAC-E357-C88C-1009-73DA8E77CFBA}"/>
          </ac:spMkLst>
        </pc:spChg>
        <pc:spChg chg="mod">
          <ac:chgData name="Y I" userId="1ad7123e4ed09ae3" providerId="LiveId" clId="{6DEF62D7-AFC5-4C44-A21D-F291BF42E1B7}" dt="2025-12-19T05:12:15.114" v="14150"/>
          <ac:spMkLst>
            <pc:docMk/>
            <pc:sldMk cId="2356156422" sldId="263"/>
            <ac:spMk id="989" creationId="{A4FF9524-6658-2743-AF87-73FF4D802765}"/>
          </ac:spMkLst>
        </pc:spChg>
        <pc:spChg chg="mod">
          <ac:chgData name="Y I" userId="1ad7123e4ed09ae3" providerId="LiveId" clId="{6DEF62D7-AFC5-4C44-A21D-F291BF42E1B7}" dt="2025-12-19T05:12:15.114" v="14150"/>
          <ac:spMkLst>
            <pc:docMk/>
            <pc:sldMk cId="2356156422" sldId="263"/>
            <ac:spMk id="999" creationId="{BEB20751-3184-8471-EDE5-44AF8C0E39AA}"/>
          </ac:spMkLst>
        </pc:spChg>
        <pc:spChg chg="mod">
          <ac:chgData name="Y I" userId="1ad7123e4ed09ae3" providerId="LiveId" clId="{6DEF62D7-AFC5-4C44-A21D-F291BF42E1B7}" dt="2025-12-19T05:12:15.114" v="14150"/>
          <ac:spMkLst>
            <pc:docMk/>
            <pc:sldMk cId="2356156422" sldId="263"/>
            <ac:spMk id="1002" creationId="{B429ABBC-8944-1D30-61D8-DB8097DA075F}"/>
          </ac:spMkLst>
        </pc:spChg>
        <pc:spChg chg="mod">
          <ac:chgData name="Y I" userId="1ad7123e4ed09ae3" providerId="LiveId" clId="{6DEF62D7-AFC5-4C44-A21D-F291BF42E1B7}" dt="2025-12-19T05:12:15.114" v="14150"/>
          <ac:spMkLst>
            <pc:docMk/>
            <pc:sldMk cId="2356156422" sldId="263"/>
            <ac:spMk id="1009" creationId="{1B521C6F-6217-47B1-09EC-8D45A964DB00}"/>
          </ac:spMkLst>
        </pc:spChg>
        <pc:spChg chg="mod ord">
          <ac:chgData name="Y I" userId="1ad7123e4ed09ae3" providerId="LiveId" clId="{6DEF62D7-AFC5-4C44-A21D-F291BF42E1B7}" dt="2025-12-19T05:12:26.222" v="14163" actId="167"/>
          <ac:spMkLst>
            <pc:docMk/>
            <pc:sldMk cId="2356156422" sldId="263"/>
            <ac:spMk id="1013" creationId="{6BE1AA51-33DF-6D19-693E-D5C0B8F22652}"/>
          </ac:spMkLst>
        </pc:spChg>
        <pc:spChg chg="mod ord">
          <ac:chgData name="Y I" userId="1ad7123e4ed09ae3" providerId="LiveId" clId="{6DEF62D7-AFC5-4C44-A21D-F291BF42E1B7}" dt="2025-12-19T05:12:26.222" v="14163" actId="167"/>
          <ac:spMkLst>
            <pc:docMk/>
            <pc:sldMk cId="2356156422" sldId="263"/>
            <ac:spMk id="1014" creationId="{4EAB1332-DBE7-59CA-C75D-A84059B5C67E}"/>
          </ac:spMkLst>
        </pc:spChg>
        <pc:spChg chg="mod">
          <ac:chgData name="Y I" userId="1ad7123e4ed09ae3" providerId="LiveId" clId="{6DEF62D7-AFC5-4C44-A21D-F291BF42E1B7}" dt="2025-12-19T05:12:44.816" v="14164"/>
          <ac:spMkLst>
            <pc:docMk/>
            <pc:sldMk cId="2356156422" sldId="263"/>
            <ac:spMk id="1017" creationId="{D4F13E0A-693B-12B4-B9EE-EE6ACA90C8B3}"/>
          </ac:spMkLst>
        </pc:spChg>
        <pc:spChg chg="mod">
          <ac:chgData name="Y I" userId="1ad7123e4ed09ae3" providerId="LiveId" clId="{6DEF62D7-AFC5-4C44-A21D-F291BF42E1B7}" dt="2025-12-19T05:12:44.816" v="14164"/>
          <ac:spMkLst>
            <pc:docMk/>
            <pc:sldMk cId="2356156422" sldId="263"/>
            <ac:spMk id="1027" creationId="{122EBF58-96FA-6171-CDDB-3D2A478F5149}"/>
          </ac:spMkLst>
        </pc:spChg>
        <pc:spChg chg="mod">
          <ac:chgData name="Y I" userId="1ad7123e4ed09ae3" providerId="LiveId" clId="{6DEF62D7-AFC5-4C44-A21D-F291BF42E1B7}" dt="2025-12-19T05:12:44.816" v="14164"/>
          <ac:spMkLst>
            <pc:docMk/>
            <pc:sldMk cId="2356156422" sldId="263"/>
            <ac:spMk id="1034" creationId="{3C1DD6FF-B265-BABD-A30C-3186E9D7986D}"/>
          </ac:spMkLst>
        </pc:spChg>
        <pc:spChg chg="mod">
          <ac:chgData name="Y I" userId="1ad7123e4ed09ae3" providerId="LiveId" clId="{6DEF62D7-AFC5-4C44-A21D-F291BF42E1B7}" dt="2025-12-19T05:12:44.816" v="14164"/>
          <ac:spMkLst>
            <pc:docMk/>
            <pc:sldMk cId="2356156422" sldId="263"/>
            <ac:spMk id="1036" creationId="{730283E7-F92A-DC49-AF2B-6AD7C69B3DFB}"/>
          </ac:spMkLst>
        </pc:spChg>
        <pc:spChg chg="mod">
          <ac:chgData name="Y I" userId="1ad7123e4ed09ae3" providerId="LiveId" clId="{6DEF62D7-AFC5-4C44-A21D-F291BF42E1B7}" dt="2025-12-19T05:12:44.816" v="14164"/>
          <ac:spMkLst>
            <pc:docMk/>
            <pc:sldMk cId="2356156422" sldId="263"/>
            <ac:spMk id="1045" creationId="{1F6BBDB9-CD40-D872-2B80-BDDA64EA263D}"/>
          </ac:spMkLst>
        </pc:spChg>
        <pc:spChg chg="mod">
          <ac:chgData name="Y I" userId="1ad7123e4ed09ae3" providerId="LiveId" clId="{6DEF62D7-AFC5-4C44-A21D-F291BF42E1B7}" dt="2025-12-19T05:12:44.816" v="14164"/>
          <ac:spMkLst>
            <pc:docMk/>
            <pc:sldMk cId="2356156422" sldId="263"/>
            <ac:spMk id="1053" creationId="{7DDFDA8B-CACD-6EA7-8EEB-E4E535D164F4}"/>
          </ac:spMkLst>
        </pc:spChg>
        <pc:spChg chg="mod">
          <ac:chgData name="Y I" userId="1ad7123e4ed09ae3" providerId="LiveId" clId="{6DEF62D7-AFC5-4C44-A21D-F291BF42E1B7}" dt="2025-12-19T05:12:44.816" v="14164"/>
          <ac:spMkLst>
            <pc:docMk/>
            <pc:sldMk cId="2356156422" sldId="263"/>
            <ac:spMk id="1074" creationId="{4B1DCBC5-358A-8C47-D0EB-99F16A291BA7}"/>
          </ac:spMkLst>
        </pc:spChg>
        <pc:spChg chg="mod">
          <ac:chgData name="Y I" userId="1ad7123e4ed09ae3" providerId="LiveId" clId="{6DEF62D7-AFC5-4C44-A21D-F291BF42E1B7}" dt="2025-12-19T05:12:44.816" v="14164"/>
          <ac:spMkLst>
            <pc:docMk/>
            <pc:sldMk cId="2356156422" sldId="263"/>
            <ac:spMk id="1076" creationId="{801D8D71-F99C-B84A-C249-97D788ACD394}"/>
          </ac:spMkLst>
        </pc:spChg>
        <pc:spChg chg="mod">
          <ac:chgData name="Y I" userId="1ad7123e4ed09ae3" providerId="LiveId" clId="{6DEF62D7-AFC5-4C44-A21D-F291BF42E1B7}" dt="2025-12-19T05:12:44.816" v="14164"/>
          <ac:spMkLst>
            <pc:docMk/>
            <pc:sldMk cId="2356156422" sldId="263"/>
            <ac:spMk id="1081" creationId="{8EF9A7AF-A36B-8737-0C4C-D7694ED4711A}"/>
          </ac:spMkLst>
        </pc:spChg>
        <pc:spChg chg="mod ord">
          <ac:chgData name="Y I" userId="1ad7123e4ed09ae3" providerId="LiveId" clId="{6DEF62D7-AFC5-4C44-A21D-F291BF42E1B7}" dt="2025-12-19T05:12:57.578" v="14207" actId="167"/>
          <ac:spMkLst>
            <pc:docMk/>
            <pc:sldMk cId="2356156422" sldId="263"/>
            <ac:spMk id="1088" creationId="{11F65C2B-8B1C-D15A-473E-6BDA23912FDE}"/>
          </ac:spMkLst>
        </pc:spChg>
        <pc:spChg chg="add mod ord">
          <ac:chgData name="Y I" userId="1ad7123e4ed09ae3" providerId="LiveId" clId="{6DEF62D7-AFC5-4C44-A21D-F291BF42E1B7}" dt="2025-12-19T05:12:57.578" v="14207" actId="167"/>
          <ac:spMkLst>
            <pc:docMk/>
            <pc:sldMk cId="2356156422" sldId="263"/>
            <ac:spMk id="1089" creationId="{5D64A2C4-46E4-81F8-64B8-248C824AC3A2}"/>
          </ac:spMkLst>
        </pc:spChg>
        <pc:grpChg chg="mod">
          <ac:chgData name="Y I" userId="1ad7123e4ed09ae3" providerId="LiveId" clId="{6DEF62D7-AFC5-4C44-A21D-F291BF42E1B7}" dt="2025-12-18T11:49:17.454" v="13214" actId="164"/>
          <ac:grpSpMkLst>
            <pc:docMk/>
            <pc:sldMk cId="2356156422" sldId="263"/>
            <ac:grpSpMk id="8" creationId="{DD46535E-C645-FFF1-47B4-76B39CF905D2}"/>
          </ac:grpSpMkLst>
        </pc:grpChg>
        <pc:grpChg chg="del mod">
          <ac:chgData name="Y I" userId="1ad7123e4ed09ae3" providerId="LiveId" clId="{6DEF62D7-AFC5-4C44-A21D-F291BF42E1B7}" dt="2025-12-18T04:46:35.959" v="9604" actId="478"/>
          <ac:grpSpMkLst>
            <pc:docMk/>
            <pc:sldMk cId="2356156422" sldId="263"/>
            <ac:grpSpMk id="12" creationId="{DF7B37D0-FFF8-468A-7F13-15918374FD6B}"/>
          </ac:grpSpMkLst>
        </pc:grpChg>
        <pc:grpChg chg="del">
          <ac:chgData name="Y I" userId="1ad7123e4ed09ae3" providerId="LiveId" clId="{6DEF62D7-AFC5-4C44-A21D-F291BF42E1B7}" dt="2025-12-18T11:43:31.855" v="13084" actId="478"/>
          <ac:grpSpMkLst>
            <pc:docMk/>
            <pc:sldMk cId="2356156422" sldId="263"/>
            <ac:grpSpMk id="155" creationId="{2BC0BC26-BBDC-590E-B26C-57A221370445}"/>
          </ac:grpSpMkLst>
        </pc:grpChg>
        <pc:grpChg chg="add mod">
          <ac:chgData name="Y I" userId="1ad7123e4ed09ae3" providerId="LiveId" clId="{6DEF62D7-AFC5-4C44-A21D-F291BF42E1B7}" dt="2025-12-19T05:00:57.799" v="13946" actId="1035"/>
          <ac:grpSpMkLst>
            <pc:docMk/>
            <pc:sldMk cId="2356156422" sldId="263"/>
            <ac:grpSpMk id="183" creationId="{29CA427E-8D95-793E-1706-67EF9A6EF6AB}"/>
          </ac:grpSpMkLst>
        </pc:grpChg>
        <pc:grpChg chg="ord">
          <ac:chgData name="Y I" userId="1ad7123e4ed09ae3" providerId="LiveId" clId="{6DEF62D7-AFC5-4C44-A21D-F291BF42E1B7}" dt="2025-12-18T11:51:22.093" v="13217" actId="167"/>
          <ac:grpSpMkLst>
            <pc:docMk/>
            <pc:sldMk cId="2356156422" sldId="263"/>
            <ac:grpSpMk id="184" creationId="{87636AB3-3565-A9B9-7156-F2E393ADC7BC}"/>
          </ac:grpSpMkLst>
        </pc:grpChg>
        <pc:grpChg chg="del mod">
          <ac:chgData name="Y I" userId="1ad7123e4ed09ae3" providerId="LiveId" clId="{6DEF62D7-AFC5-4C44-A21D-F291BF42E1B7}" dt="2025-12-18T11:43:43.342" v="13086" actId="478"/>
          <ac:grpSpMkLst>
            <pc:docMk/>
            <pc:sldMk cId="2356156422" sldId="263"/>
            <ac:grpSpMk id="232" creationId="{A735841D-7794-0F76-590C-4B215889E8DF}"/>
          </ac:grpSpMkLst>
        </pc:grpChg>
        <pc:grpChg chg="del mod ord">
          <ac:chgData name="Y I" userId="1ad7123e4ed09ae3" providerId="LiveId" clId="{6DEF62D7-AFC5-4C44-A21D-F291BF42E1B7}" dt="2025-12-19T05:04:01.408" v="14042" actId="478"/>
          <ac:grpSpMkLst>
            <pc:docMk/>
            <pc:sldMk cId="2356156422" sldId="263"/>
            <ac:grpSpMk id="274" creationId="{144BAB21-E019-C660-36C3-ACCAA021E61F}"/>
          </ac:grpSpMkLst>
        </pc:grpChg>
        <pc:grpChg chg="del mod ord">
          <ac:chgData name="Y I" userId="1ad7123e4ed09ae3" providerId="LiveId" clId="{6DEF62D7-AFC5-4C44-A21D-F291BF42E1B7}" dt="2025-12-19T05:04:01.408" v="14042" actId="478"/>
          <ac:grpSpMkLst>
            <pc:docMk/>
            <pc:sldMk cId="2356156422" sldId="263"/>
            <ac:grpSpMk id="345" creationId="{EA96483B-1F46-4131-1BD9-266BFC95F68A}"/>
          </ac:grpSpMkLst>
        </pc:grpChg>
        <pc:grpChg chg="del mod ord">
          <ac:chgData name="Y I" userId="1ad7123e4ed09ae3" providerId="LiveId" clId="{6DEF62D7-AFC5-4C44-A21D-F291BF42E1B7}" dt="2025-12-19T05:04:01.408" v="14042" actId="478"/>
          <ac:grpSpMkLst>
            <pc:docMk/>
            <pc:sldMk cId="2356156422" sldId="263"/>
            <ac:grpSpMk id="417" creationId="{B59C4B89-1B2F-FAC3-B2DD-30086EEE17B4}"/>
          </ac:grpSpMkLst>
        </pc:grpChg>
        <pc:grpChg chg="mod ord">
          <ac:chgData name="Y I" userId="1ad7123e4ed09ae3" providerId="LiveId" clId="{6DEF62D7-AFC5-4C44-A21D-F291BF42E1B7}" dt="2025-12-19T05:11:00.829" v="14139" actId="1035"/>
          <ac:grpSpMkLst>
            <pc:docMk/>
            <pc:sldMk cId="2356156422" sldId="263"/>
            <ac:grpSpMk id="502" creationId="{36AB4A04-67F0-09C1-4878-25C25AF1592C}"/>
          </ac:grpSpMkLst>
        </pc:grpChg>
        <pc:grpChg chg="mod ord">
          <ac:chgData name="Y I" userId="1ad7123e4ed09ae3" providerId="LiveId" clId="{6DEF62D7-AFC5-4C44-A21D-F291BF42E1B7}" dt="2025-12-19T05:12:26.222" v="14163" actId="167"/>
          <ac:grpSpMkLst>
            <pc:docMk/>
            <pc:sldMk cId="2356156422" sldId="263"/>
            <ac:grpSpMk id="941" creationId="{60316F28-9D40-97D2-66D8-B7D102D25575}"/>
          </ac:grpSpMkLst>
        </pc:grpChg>
        <pc:grpChg chg="mod ord">
          <ac:chgData name="Y I" userId="1ad7123e4ed09ae3" providerId="LiveId" clId="{6DEF62D7-AFC5-4C44-A21D-F291BF42E1B7}" dt="2025-12-19T05:12:57.578" v="14207" actId="167"/>
          <ac:grpSpMkLst>
            <pc:docMk/>
            <pc:sldMk cId="2356156422" sldId="263"/>
            <ac:grpSpMk id="1016" creationId="{050F28A8-4092-5A46-2453-7DED11C435CF}"/>
          </ac:grpSpMkLst>
        </pc:grpChg>
        <pc:graphicFrameChg chg="add del mod">
          <ac:chgData name="Y I" userId="1ad7123e4ed09ae3" providerId="LiveId" clId="{6DEF62D7-AFC5-4C44-A21D-F291BF42E1B7}" dt="2025-12-19T05:03:41.096" v="14039" actId="478"/>
          <ac:graphicFrameMkLst>
            <pc:docMk/>
            <pc:sldMk cId="2356156422" sldId="263"/>
            <ac:graphicFrameMk id="492" creationId="{D18716BC-F504-074B-C58F-45D7C7695A0D}"/>
          </ac:graphicFrameMkLst>
        </pc:graphicFrameChg>
        <pc:graphicFrameChg chg="add mod modGraphic">
          <ac:chgData name="Y I" userId="1ad7123e4ed09ae3" providerId="LiveId" clId="{6DEF62D7-AFC5-4C44-A21D-F291BF42E1B7}" dt="2025-12-19T08:37:44.182" v="15941" actId="255"/>
          <ac:graphicFrameMkLst>
            <pc:docMk/>
            <pc:sldMk cId="2356156422" sldId="263"/>
            <ac:graphicFrameMk id="493" creationId="{7B5F4DF0-AA1A-F547-F509-81E6BCC3A9B8}"/>
          </ac:graphicFrameMkLst>
        </pc:graphicFrameChg>
        <pc:graphicFrameChg chg="mod ord">
          <ac:chgData name="Y I" userId="1ad7123e4ed09ae3" providerId="LiveId" clId="{6DEF62D7-AFC5-4C44-A21D-F291BF42E1B7}" dt="2025-12-19T05:11:00.829" v="14139" actId="1035"/>
          <ac:graphicFrameMkLst>
            <pc:docMk/>
            <pc:sldMk cId="2356156422" sldId="263"/>
            <ac:graphicFrameMk id="573" creationId="{D1ECECD6-D534-342A-9B4D-EF6507682FEC}"/>
          </ac:graphicFrameMkLst>
        </pc:graphicFrameChg>
        <pc:graphicFrameChg chg="mod ord">
          <ac:chgData name="Y I" userId="1ad7123e4ed09ae3" providerId="LiveId" clId="{6DEF62D7-AFC5-4C44-A21D-F291BF42E1B7}" dt="2025-12-19T05:12:26.222" v="14163" actId="167"/>
          <ac:graphicFrameMkLst>
            <pc:docMk/>
            <pc:sldMk cId="2356156422" sldId="263"/>
            <ac:graphicFrameMk id="1012" creationId="{4771608D-AF7F-62C2-46AE-DFEB2A42EEFC}"/>
          </ac:graphicFrameMkLst>
        </pc:graphicFrameChg>
        <pc:graphicFrameChg chg="mod ord">
          <ac:chgData name="Y I" userId="1ad7123e4ed09ae3" providerId="LiveId" clId="{6DEF62D7-AFC5-4C44-A21D-F291BF42E1B7}" dt="2025-12-19T05:12:57.578" v="14207" actId="167"/>
          <ac:graphicFrameMkLst>
            <pc:docMk/>
            <pc:sldMk cId="2356156422" sldId="263"/>
            <ac:graphicFrameMk id="1087" creationId="{E200FDBF-83E9-5C59-1155-77EFAFB85042}"/>
          </ac:graphicFrameMkLst>
        </pc:graphicFrameChg>
        <pc:cxnChg chg="add mod">
          <ac:chgData name="Y I" userId="1ad7123e4ed09ae3" providerId="LiveId" clId="{6DEF62D7-AFC5-4C44-A21D-F291BF42E1B7}" dt="2025-12-18T05:00:03.790" v="10218" actId="1037"/>
          <ac:cxnSpMkLst>
            <pc:docMk/>
            <pc:sldMk cId="2356156422" sldId="263"/>
            <ac:cxnSpMk id="10" creationId="{9A4764F5-FAC0-BAB2-C6C1-1441889BEB2A}"/>
          </ac:cxnSpMkLst>
        </pc:cxnChg>
        <pc:cxnChg chg="mod">
          <ac:chgData name="Y I" userId="1ad7123e4ed09ae3" providerId="LiveId" clId="{6DEF62D7-AFC5-4C44-A21D-F291BF42E1B7}" dt="2025-12-18T04:46:35.959" v="9604" actId="478"/>
          <ac:cxnSpMkLst>
            <pc:docMk/>
            <pc:sldMk cId="2356156422" sldId="263"/>
            <ac:cxnSpMk id="17" creationId="{966ED928-0FA5-5A13-35BF-3DE58E42BD41}"/>
          </ac:cxnSpMkLst>
        </pc:cxnChg>
        <pc:cxnChg chg="mod">
          <ac:chgData name="Y I" userId="1ad7123e4ed09ae3" providerId="LiveId" clId="{6DEF62D7-AFC5-4C44-A21D-F291BF42E1B7}" dt="2025-12-18T04:46:35.959" v="9604" actId="478"/>
          <ac:cxnSpMkLst>
            <pc:docMk/>
            <pc:sldMk cId="2356156422" sldId="263"/>
            <ac:cxnSpMk id="19" creationId="{9B7C67C5-2DFA-6D07-2D0D-1E2839BD77C2}"/>
          </ac:cxnSpMkLst>
        </pc:cxnChg>
        <pc:cxnChg chg="add mod">
          <ac:chgData name="Y I" userId="1ad7123e4ed09ae3" providerId="LiveId" clId="{6DEF62D7-AFC5-4C44-A21D-F291BF42E1B7}" dt="2025-12-18T04:39:46.501" v="9398" actId="14100"/>
          <ac:cxnSpMkLst>
            <pc:docMk/>
            <pc:sldMk cId="2356156422" sldId="263"/>
            <ac:cxnSpMk id="37" creationId="{F8E4A815-3B83-2368-87D5-82522F5BB5BA}"/>
          </ac:cxnSpMkLst>
        </pc:cxnChg>
        <pc:cxnChg chg="mod">
          <ac:chgData name="Y I" userId="1ad7123e4ed09ae3" providerId="LiveId" clId="{6DEF62D7-AFC5-4C44-A21D-F291BF42E1B7}" dt="2025-12-18T04:46:35.959" v="9604" actId="478"/>
          <ac:cxnSpMkLst>
            <pc:docMk/>
            <pc:sldMk cId="2356156422" sldId="263"/>
            <ac:cxnSpMk id="41" creationId="{C2132DFA-C07F-D520-1ABF-2A6CEC65D12E}"/>
          </ac:cxnSpMkLst>
        </pc:cxnChg>
        <pc:cxnChg chg="add mod">
          <ac:chgData name="Y I" userId="1ad7123e4ed09ae3" providerId="LiveId" clId="{6DEF62D7-AFC5-4C44-A21D-F291BF42E1B7}" dt="2025-12-18T11:43:43.342" v="13086" actId="478"/>
          <ac:cxnSpMkLst>
            <pc:docMk/>
            <pc:sldMk cId="2356156422" sldId="263"/>
            <ac:cxnSpMk id="43" creationId="{816DBD34-B8D3-097A-2D35-985F1F95E24A}"/>
          </ac:cxnSpMkLst>
        </pc:cxnChg>
        <pc:cxnChg chg="mod">
          <ac:chgData name="Y I" userId="1ad7123e4ed09ae3" providerId="LiveId" clId="{6DEF62D7-AFC5-4C44-A21D-F291BF42E1B7}" dt="2025-12-18T11:43:31.855" v="13084" actId="478"/>
          <ac:cxnSpMkLst>
            <pc:docMk/>
            <pc:sldMk cId="2356156422" sldId="263"/>
            <ac:cxnSpMk id="55" creationId="{44D2CEF3-7356-8A7D-A945-315CC709D7C0}"/>
          </ac:cxnSpMkLst>
        </pc:cxnChg>
        <pc:cxnChg chg="mod">
          <ac:chgData name="Y I" userId="1ad7123e4ed09ae3" providerId="LiveId" clId="{6DEF62D7-AFC5-4C44-A21D-F291BF42E1B7}" dt="2025-12-18T11:43:31.855" v="13084" actId="478"/>
          <ac:cxnSpMkLst>
            <pc:docMk/>
            <pc:sldMk cId="2356156422" sldId="263"/>
            <ac:cxnSpMk id="56" creationId="{67A36A6E-7C18-9BD4-6983-F68B85112B3E}"/>
          </ac:cxnSpMkLst>
        </pc:cxnChg>
        <pc:cxnChg chg="mod">
          <ac:chgData name="Y I" userId="1ad7123e4ed09ae3" providerId="LiveId" clId="{6DEF62D7-AFC5-4C44-A21D-F291BF42E1B7}" dt="2025-12-18T04:46:35.959" v="9604" actId="478"/>
          <ac:cxnSpMkLst>
            <pc:docMk/>
            <pc:sldMk cId="2356156422" sldId="263"/>
            <ac:cxnSpMk id="61" creationId="{18789FA7-039D-7600-49D7-22A2D0E21611}"/>
          </ac:cxnSpMkLst>
        </pc:cxnChg>
        <pc:cxnChg chg="mod">
          <ac:chgData name="Y I" userId="1ad7123e4ed09ae3" providerId="LiveId" clId="{6DEF62D7-AFC5-4C44-A21D-F291BF42E1B7}" dt="2025-12-18T04:46:35.959" v="9604" actId="478"/>
          <ac:cxnSpMkLst>
            <pc:docMk/>
            <pc:sldMk cId="2356156422" sldId="263"/>
            <ac:cxnSpMk id="64" creationId="{DBA3127F-DAAF-95B2-22BF-86756D81BC63}"/>
          </ac:cxnSpMkLst>
        </pc:cxnChg>
        <pc:cxnChg chg="mod">
          <ac:chgData name="Y I" userId="1ad7123e4ed09ae3" providerId="LiveId" clId="{6DEF62D7-AFC5-4C44-A21D-F291BF42E1B7}" dt="2025-12-18T04:46:35.959" v="9604" actId="478"/>
          <ac:cxnSpMkLst>
            <pc:docMk/>
            <pc:sldMk cId="2356156422" sldId="263"/>
            <ac:cxnSpMk id="70" creationId="{6E8CB3ED-3C8C-50FE-7C8A-4345759992DC}"/>
          </ac:cxnSpMkLst>
        </pc:cxnChg>
        <pc:cxnChg chg="mod">
          <ac:chgData name="Y I" userId="1ad7123e4ed09ae3" providerId="LiveId" clId="{6DEF62D7-AFC5-4C44-A21D-F291BF42E1B7}" dt="2025-12-18T04:46:35.959" v="9604" actId="478"/>
          <ac:cxnSpMkLst>
            <pc:docMk/>
            <pc:sldMk cId="2356156422" sldId="263"/>
            <ac:cxnSpMk id="71" creationId="{B2781DF4-17AD-1C49-DFA1-2A9DD37D5D03}"/>
          </ac:cxnSpMkLst>
        </pc:cxnChg>
        <pc:cxnChg chg="mod">
          <ac:chgData name="Y I" userId="1ad7123e4ed09ae3" providerId="LiveId" clId="{6DEF62D7-AFC5-4C44-A21D-F291BF42E1B7}" dt="2025-12-18T04:46:35.959" v="9604" actId="478"/>
          <ac:cxnSpMkLst>
            <pc:docMk/>
            <pc:sldMk cId="2356156422" sldId="263"/>
            <ac:cxnSpMk id="77" creationId="{56EBDDE2-E90E-98A9-6265-D5CFC09E8935}"/>
          </ac:cxnSpMkLst>
        </pc:cxnChg>
        <pc:cxnChg chg="mod">
          <ac:chgData name="Y I" userId="1ad7123e4ed09ae3" providerId="LiveId" clId="{6DEF62D7-AFC5-4C44-A21D-F291BF42E1B7}" dt="2025-12-18T04:46:35.959" v="9604" actId="478"/>
          <ac:cxnSpMkLst>
            <pc:docMk/>
            <pc:sldMk cId="2356156422" sldId="263"/>
            <ac:cxnSpMk id="79" creationId="{8FB49EE9-F0F2-67C0-73C1-F71665CCD4D8}"/>
          </ac:cxnSpMkLst>
        </pc:cxnChg>
        <pc:cxnChg chg="add mod">
          <ac:chgData name="Y I" userId="1ad7123e4ed09ae3" providerId="LiveId" clId="{6DEF62D7-AFC5-4C44-A21D-F291BF42E1B7}" dt="2025-12-18T04:39:09.495" v="9393" actId="14100"/>
          <ac:cxnSpMkLst>
            <pc:docMk/>
            <pc:sldMk cId="2356156422" sldId="263"/>
            <ac:cxnSpMk id="86" creationId="{3ADCF20A-5A35-94A8-EE22-782B9B32BDEA}"/>
          </ac:cxnSpMkLst>
        </pc:cxnChg>
        <pc:cxnChg chg="mod">
          <ac:chgData name="Y I" userId="1ad7123e4ed09ae3" providerId="LiveId" clId="{6DEF62D7-AFC5-4C44-A21D-F291BF42E1B7}" dt="2025-12-18T11:43:31.855" v="13084" actId="478"/>
          <ac:cxnSpMkLst>
            <pc:docMk/>
            <pc:sldMk cId="2356156422" sldId="263"/>
            <ac:cxnSpMk id="96" creationId="{C3ACC939-3248-F75F-BEE8-5D1D7B107ADF}"/>
          </ac:cxnSpMkLst>
        </pc:cxnChg>
        <pc:cxnChg chg="mod">
          <ac:chgData name="Y I" userId="1ad7123e4ed09ae3" providerId="LiveId" clId="{6DEF62D7-AFC5-4C44-A21D-F291BF42E1B7}" dt="2025-12-18T11:43:31.855" v="13084" actId="478"/>
          <ac:cxnSpMkLst>
            <pc:docMk/>
            <pc:sldMk cId="2356156422" sldId="263"/>
            <ac:cxnSpMk id="101" creationId="{D0CE932B-2A77-A906-65F1-CC4839A6B96E}"/>
          </ac:cxnSpMkLst>
        </pc:cxnChg>
        <pc:cxnChg chg="mod">
          <ac:chgData name="Y I" userId="1ad7123e4ed09ae3" providerId="LiveId" clId="{6DEF62D7-AFC5-4C44-A21D-F291BF42E1B7}" dt="2025-12-18T11:43:31.855" v="13084" actId="478"/>
          <ac:cxnSpMkLst>
            <pc:docMk/>
            <pc:sldMk cId="2356156422" sldId="263"/>
            <ac:cxnSpMk id="105" creationId="{796B2920-C597-16DE-0F1A-4F66DCEB6B76}"/>
          </ac:cxnSpMkLst>
        </pc:cxnChg>
        <pc:cxnChg chg="mod">
          <ac:chgData name="Y I" userId="1ad7123e4ed09ae3" providerId="LiveId" clId="{6DEF62D7-AFC5-4C44-A21D-F291BF42E1B7}" dt="2025-12-18T11:43:31.855" v="13084" actId="478"/>
          <ac:cxnSpMkLst>
            <pc:docMk/>
            <pc:sldMk cId="2356156422" sldId="263"/>
            <ac:cxnSpMk id="115" creationId="{CFCB0C9E-2AB0-74D2-A16B-53F4E7A7C4A5}"/>
          </ac:cxnSpMkLst>
        </pc:cxnChg>
        <pc:cxnChg chg="mod">
          <ac:chgData name="Y I" userId="1ad7123e4ed09ae3" providerId="LiveId" clId="{6DEF62D7-AFC5-4C44-A21D-F291BF42E1B7}" dt="2025-12-18T11:43:31.855" v="13084" actId="478"/>
          <ac:cxnSpMkLst>
            <pc:docMk/>
            <pc:sldMk cId="2356156422" sldId="263"/>
            <ac:cxnSpMk id="116" creationId="{37DFD6A4-83D6-1CA5-625F-A026EB175F53}"/>
          </ac:cxnSpMkLst>
        </pc:cxnChg>
        <pc:cxnChg chg="mod">
          <ac:chgData name="Y I" userId="1ad7123e4ed09ae3" providerId="LiveId" clId="{6DEF62D7-AFC5-4C44-A21D-F291BF42E1B7}" dt="2025-12-18T11:43:31.855" v="13084" actId="478"/>
          <ac:cxnSpMkLst>
            <pc:docMk/>
            <pc:sldMk cId="2356156422" sldId="263"/>
            <ac:cxnSpMk id="123" creationId="{96158671-B021-C856-0EC0-1A8CF5F3ECF9}"/>
          </ac:cxnSpMkLst>
        </pc:cxnChg>
        <pc:cxnChg chg="mod">
          <ac:chgData name="Y I" userId="1ad7123e4ed09ae3" providerId="LiveId" clId="{6DEF62D7-AFC5-4C44-A21D-F291BF42E1B7}" dt="2025-12-18T11:43:31.855" v="13084" actId="478"/>
          <ac:cxnSpMkLst>
            <pc:docMk/>
            <pc:sldMk cId="2356156422" sldId="263"/>
            <ac:cxnSpMk id="124" creationId="{C876C1FD-3F25-8509-822A-F5B8B786C672}"/>
          </ac:cxnSpMkLst>
        </pc:cxnChg>
        <pc:cxnChg chg="add mod">
          <ac:chgData name="Y I" userId="1ad7123e4ed09ae3" providerId="LiveId" clId="{6DEF62D7-AFC5-4C44-A21D-F291BF42E1B7}" dt="2025-12-18T04:39:20.534" v="9395"/>
          <ac:cxnSpMkLst>
            <pc:docMk/>
            <pc:sldMk cId="2356156422" sldId="263"/>
            <ac:cxnSpMk id="135" creationId="{123E8EDD-510E-133C-4170-573F667F68E2}"/>
          </ac:cxnSpMkLst>
        </pc:cxnChg>
        <pc:cxnChg chg="mod ord">
          <ac:chgData name="Y I" userId="1ad7123e4ed09ae3" providerId="LiveId" clId="{6DEF62D7-AFC5-4C44-A21D-F291BF42E1B7}" dt="2025-12-18T11:43:43.342" v="13086" actId="478"/>
          <ac:cxnSpMkLst>
            <pc:docMk/>
            <pc:sldMk cId="2356156422" sldId="263"/>
            <ac:cxnSpMk id="137" creationId="{04FBC56F-B39E-21BA-960F-0EB01F89645B}"/>
          </ac:cxnSpMkLst>
        </pc:cxnChg>
        <pc:cxnChg chg="mod ord">
          <ac:chgData name="Y I" userId="1ad7123e4ed09ae3" providerId="LiveId" clId="{6DEF62D7-AFC5-4C44-A21D-F291BF42E1B7}" dt="2025-12-18T05:02:34.353" v="10302" actId="1035"/>
          <ac:cxnSpMkLst>
            <pc:docMk/>
            <pc:sldMk cId="2356156422" sldId="263"/>
            <ac:cxnSpMk id="138" creationId="{FA7778BD-EF13-CBFD-72AD-67BC270F8FB5}"/>
          </ac:cxnSpMkLst>
        </pc:cxnChg>
        <pc:cxnChg chg="mod ord">
          <ac:chgData name="Y I" userId="1ad7123e4ed09ae3" providerId="LiveId" clId="{6DEF62D7-AFC5-4C44-A21D-F291BF42E1B7}" dt="2025-12-18T11:43:43.342" v="13086" actId="478"/>
          <ac:cxnSpMkLst>
            <pc:docMk/>
            <pc:sldMk cId="2356156422" sldId="263"/>
            <ac:cxnSpMk id="139" creationId="{E3104463-6B91-6B3F-6C99-4E5090E36DCC}"/>
          </ac:cxnSpMkLst>
        </pc:cxnChg>
        <pc:cxnChg chg="mod ord">
          <ac:chgData name="Y I" userId="1ad7123e4ed09ae3" providerId="LiveId" clId="{6DEF62D7-AFC5-4C44-A21D-F291BF42E1B7}" dt="2025-12-18T11:43:43.342" v="13086" actId="478"/>
          <ac:cxnSpMkLst>
            <pc:docMk/>
            <pc:sldMk cId="2356156422" sldId="263"/>
            <ac:cxnSpMk id="143" creationId="{81980AF6-3599-EA28-D62E-D435C4767085}"/>
          </ac:cxnSpMkLst>
        </pc:cxnChg>
        <pc:cxnChg chg="mod">
          <ac:chgData name="Y I" userId="1ad7123e4ed09ae3" providerId="LiveId" clId="{6DEF62D7-AFC5-4C44-A21D-F291BF42E1B7}" dt="2025-12-18T11:43:43.342" v="13086" actId="478"/>
          <ac:cxnSpMkLst>
            <pc:docMk/>
            <pc:sldMk cId="2356156422" sldId="263"/>
            <ac:cxnSpMk id="145" creationId="{750130D4-6EE2-3FD3-0406-4CAAE3869807}"/>
          </ac:cxnSpMkLst>
        </pc:cxnChg>
        <pc:cxnChg chg="mod">
          <ac:chgData name="Y I" userId="1ad7123e4ed09ae3" providerId="LiveId" clId="{6DEF62D7-AFC5-4C44-A21D-F291BF42E1B7}" dt="2025-12-18T11:43:43.342" v="13086" actId="478"/>
          <ac:cxnSpMkLst>
            <pc:docMk/>
            <pc:sldMk cId="2356156422" sldId="263"/>
            <ac:cxnSpMk id="146" creationId="{E8B8E4D7-65D5-B605-B479-BABA1591B4CA}"/>
          </ac:cxnSpMkLst>
        </pc:cxnChg>
        <pc:cxnChg chg="mod ord">
          <ac:chgData name="Y I" userId="1ad7123e4ed09ae3" providerId="LiveId" clId="{6DEF62D7-AFC5-4C44-A21D-F291BF42E1B7}" dt="2025-12-18T05:02:34.353" v="10302" actId="1035"/>
          <ac:cxnSpMkLst>
            <pc:docMk/>
            <pc:sldMk cId="2356156422" sldId="263"/>
            <ac:cxnSpMk id="153" creationId="{3C7455F3-3EAD-A0FB-668E-60E8B7CC3F17}"/>
          </ac:cxnSpMkLst>
        </pc:cxnChg>
        <pc:cxnChg chg="add mod">
          <ac:chgData name="Y I" userId="1ad7123e4ed09ae3" providerId="LiveId" clId="{6DEF62D7-AFC5-4C44-A21D-F291BF42E1B7}" dt="2025-12-18T11:43:43.342" v="13086" actId="478"/>
          <ac:cxnSpMkLst>
            <pc:docMk/>
            <pc:sldMk cId="2356156422" sldId="263"/>
            <ac:cxnSpMk id="156" creationId="{70EEADD9-16CD-3693-50B4-FB97F4EB37A4}"/>
          </ac:cxnSpMkLst>
        </pc:cxnChg>
        <pc:cxnChg chg="add mod">
          <ac:chgData name="Y I" userId="1ad7123e4ed09ae3" providerId="LiveId" clId="{6DEF62D7-AFC5-4C44-A21D-F291BF42E1B7}" dt="2025-12-18T04:48:01.139" v="9667" actId="1038"/>
          <ac:cxnSpMkLst>
            <pc:docMk/>
            <pc:sldMk cId="2356156422" sldId="263"/>
            <ac:cxnSpMk id="159" creationId="{EF6E5EC0-E787-3305-0B06-1AFE4986240B}"/>
          </ac:cxnSpMkLst>
        </pc:cxnChg>
        <pc:cxnChg chg="add mod">
          <ac:chgData name="Y I" userId="1ad7123e4ed09ae3" providerId="LiveId" clId="{6DEF62D7-AFC5-4C44-A21D-F291BF42E1B7}" dt="2025-12-18T04:41:26.924" v="9420" actId="1037"/>
          <ac:cxnSpMkLst>
            <pc:docMk/>
            <pc:sldMk cId="2356156422" sldId="263"/>
            <ac:cxnSpMk id="163" creationId="{84B9DBAF-3E32-9A76-FD69-707DBAEEB1B6}"/>
          </ac:cxnSpMkLst>
        </pc:cxnChg>
        <pc:cxnChg chg="add mod">
          <ac:chgData name="Y I" userId="1ad7123e4ed09ae3" providerId="LiveId" clId="{6DEF62D7-AFC5-4C44-A21D-F291BF42E1B7}" dt="2025-12-18T05:01:55.641" v="10277" actId="1038"/>
          <ac:cxnSpMkLst>
            <pc:docMk/>
            <pc:sldMk cId="2356156422" sldId="263"/>
            <ac:cxnSpMk id="166" creationId="{3B791BCC-5EE3-C3D6-9BD1-E5E3454572D8}"/>
          </ac:cxnSpMkLst>
        </pc:cxnChg>
        <pc:cxnChg chg="add mod">
          <ac:chgData name="Y I" userId="1ad7123e4ed09ae3" providerId="LiveId" clId="{6DEF62D7-AFC5-4C44-A21D-F291BF42E1B7}" dt="2025-12-18T04:59:36.785" v="10185" actId="1038"/>
          <ac:cxnSpMkLst>
            <pc:docMk/>
            <pc:sldMk cId="2356156422" sldId="263"/>
            <ac:cxnSpMk id="181" creationId="{83D2F09B-D1CA-C404-7AD0-EE3EA04D37F3}"/>
          </ac:cxnSpMkLst>
        </pc:cxnChg>
        <pc:cxnChg chg="add mod">
          <ac:chgData name="Y I" userId="1ad7123e4ed09ae3" providerId="LiveId" clId="{6DEF62D7-AFC5-4C44-A21D-F291BF42E1B7}" dt="2025-12-18T11:43:43.342" v="13086" actId="478"/>
          <ac:cxnSpMkLst>
            <pc:docMk/>
            <pc:sldMk cId="2356156422" sldId="263"/>
            <ac:cxnSpMk id="182" creationId="{8371B485-52ED-B8D9-30D1-851064ADEEBC}"/>
          </ac:cxnSpMkLst>
        </pc:cxnChg>
        <pc:cxnChg chg="add mod">
          <ac:chgData name="Y I" userId="1ad7123e4ed09ae3" providerId="LiveId" clId="{6DEF62D7-AFC5-4C44-A21D-F291BF42E1B7}" dt="2025-12-18T04:55:00.393" v="9879"/>
          <ac:cxnSpMkLst>
            <pc:docMk/>
            <pc:sldMk cId="2356156422" sldId="263"/>
            <ac:cxnSpMk id="199" creationId="{8FA8D5FC-FB74-06A4-0BCE-34C95E058892}"/>
          </ac:cxnSpMkLst>
        </pc:cxnChg>
        <pc:cxnChg chg="add mod">
          <ac:chgData name="Y I" userId="1ad7123e4ed09ae3" providerId="LiveId" clId="{6DEF62D7-AFC5-4C44-A21D-F291BF42E1B7}" dt="2025-12-18T04:59:22.451" v="10166" actId="14100"/>
          <ac:cxnSpMkLst>
            <pc:docMk/>
            <pc:sldMk cId="2356156422" sldId="263"/>
            <ac:cxnSpMk id="200" creationId="{694CD4CA-ED89-D335-A109-83AF43433E7A}"/>
          </ac:cxnSpMkLst>
        </pc:cxnChg>
        <pc:cxnChg chg="add mod">
          <ac:chgData name="Y I" userId="1ad7123e4ed09ae3" providerId="LiveId" clId="{6DEF62D7-AFC5-4C44-A21D-F291BF42E1B7}" dt="2025-12-18T11:43:43.342" v="13086" actId="478"/>
          <ac:cxnSpMkLst>
            <pc:docMk/>
            <pc:sldMk cId="2356156422" sldId="263"/>
            <ac:cxnSpMk id="201" creationId="{5C7ED3A3-87EB-1723-DA7D-FF8506656925}"/>
          </ac:cxnSpMkLst>
        </pc:cxnChg>
        <pc:cxnChg chg="add mod">
          <ac:chgData name="Y I" userId="1ad7123e4ed09ae3" providerId="LiveId" clId="{6DEF62D7-AFC5-4C44-A21D-F291BF42E1B7}" dt="2025-12-18T04:57:38.402" v="10068"/>
          <ac:cxnSpMkLst>
            <pc:docMk/>
            <pc:sldMk cId="2356156422" sldId="263"/>
            <ac:cxnSpMk id="215" creationId="{262767F9-0C43-4563-0AC9-8733E39E20E8}"/>
          </ac:cxnSpMkLst>
        </pc:cxnChg>
        <pc:cxnChg chg="add mod">
          <ac:chgData name="Y I" userId="1ad7123e4ed09ae3" providerId="LiveId" clId="{6DEF62D7-AFC5-4C44-A21D-F291BF42E1B7}" dt="2025-12-18T04:57:38.402" v="10068"/>
          <ac:cxnSpMkLst>
            <pc:docMk/>
            <pc:sldMk cId="2356156422" sldId="263"/>
            <ac:cxnSpMk id="216" creationId="{BEAFDE11-97ED-A9AB-753E-0D179DBD92CC}"/>
          </ac:cxnSpMkLst>
        </pc:cxnChg>
        <pc:cxnChg chg="add mod">
          <ac:chgData name="Y I" userId="1ad7123e4ed09ae3" providerId="LiveId" clId="{6DEF62D7-AFC5-4C44-A21D-F291BF42E1B7}" dt="2025-12-18T04:58:03.467" v="10072"/>
          <ac:cxnSpMkLst>
            <pc:docMk/>
            <pc:sldMk cId="2356156422" sldId="263"/>
            <ac:cxnSpMk id="221" creationId="{C890A9DE-9B4B-A31B-141F-4DA3AD0B1EDC}"/>
          </ac:cxnSpMkLst>
        </pc:cxnChg>
        <pc:cxnChg chg="add mod">
          <ac:chgData name="Y I" userId="1ad7123e4ed09ae3" providerId="LiveId" clId="{6DEF62D7-AFC5-4C44-A21D-F291BF42E1B7}" dt="2025-12-18T04:58:03.467" v="10072"/>
          <ac:cxnSpMkLst>
            <pc:docMk/>
            <pc:sldMk cId="2356156422" sldId="263"/>
            <ac:cxnSpMk id="222" creationId="{4173A219-870D-1FB6-33C6-A89934775AC2}"/>
          </ac:cxnSpMkLst>
        </pc:cxnChg>
        <pc:cxnChg chg="add mod">
          <ac:chgData name="Y I" userId="1ad7123e4ed09ae3" providerId="LiveId" clId="{6DEF62D7-AFC5-4C44-A21D-F291BF42E1B7}" dt="2025-12-18T05:02:53.252" v="10306" actId="692"/>
          <ac:cxnSpMkLst>
            <pc:docMk/>
            <pc:sldMk cId="2356156422" sldId="263"/>
            <ac:cxnSpMk id="228" creationId="{BF49EF69-2B1D-5ACD-CEBC-68CF2547582B}"/>
          </ac:cxnSpMkLst>
        </pc:cxnChg>
        <pc:cxnChg chg="mod">
          <ac:chgData name="Y I" userId="1ad7123e4ed09ae3" providerId="LiveId" clId="{6DEF62D7-AFC5-4C44-A21D-F291BF42E1B7}" dt="2025-12-19T05:04:01.408" v="14042" actId="478"/>
          <ac:cxnSpMkLst>
            <pc:docMk/>
            <pc:sldMk cId="2356156422" sldId="263"/>
            <ac:cxnSpMk id="281" creationId="{15C4E182-9ECF-2E88-CBCC-70D9AF88339F}"/>
          </ac:cxnSpMkLst>
        </pc:cxnChg>
        <pc:cxnChg chg="mod">
          <ac:chgData name="Y I" userId="1ad7123e4ed09ae3" providerId="LiveId" clId="{6DEF62D7-AFC5-4C44-A21D-F291BF42E1B7}" dt="2025-12-19T05:04:01.408" v="14042" actId="478"/>
          <ac:cxnSpMkLst>
            <pc:docMk/>
            <pc:sldMk cId="2356156422" sldId="263"/>
            <ac:cxnSpMk id="371" creationId="{6344983D-08B0-446C-ED61-6F52EBA8B0C6}"/>
          </ac:cxnSpMkLst>
        </pc:cxnChg>
        <pc:cxnChg chg="mod">
          <ac:chgData name="Y I" userId="1ad7123e4ed09ae3" providerId="LiveId" clId="{6DEF62D7-AFC5-4C44-A21D-F291BF42E1B7}" dt="2025-12-19T05:04:01.408" v="14042" actId="478"/>
          <ac:cxnSpMkLst>
            <pc:docMk/>
            <pc:sldMk cId="2356156422" sldId="263"/>
            <ac:cxnSpMk id="389" creationId="{AF98B066-7BBA-AF03-603A-3B93D1346F94}"/>
          </ac:cxnSpMkLst>
        </pc:cxnChg>
        <pc:cxnChg chg="mod">
          <ac:chgData name="Y I" userId="1ad7123e4ed09ae3" providerId="LiveId" clId="{6DEF62D7-AFC5-4C44-A21D-F291BF42E1B7}" dt="2025-12-19T05:04:01.408" v="14042" actId="478"/>
          <ac:cxnSpMkLst>
            <pc:docMk/>
            <pc:sldMk cId="2356156422" sldId="263"/>
            <ac:cxnSpMk id="396" creationId="{74833DEE-4C08-2CB3-1680-E13E874CA655}"/>
          </ac:cxnSpMkLst>
        </pc:cxnChg>
        <pc:cxnChg chg="add mod">
          <ac:chgData name="Y I" userId="1ad7123e4ed09ae3" providerId="LiveId" clId="{6DEF62D7-AFC5-4C44-A21D-F291BF42E1B7}" dt="2025-12-19T05:11:55.066" v="14148" actId="1076"/>
          <ac:cxnSpMkLst>
            <pc:docMk/>
            <pc:sldMk cId="2356156422" sldId="263"/>
            <ac:cxnSpMk id="416" creationId="{495BDDBF-EE81-4BF0-27A1-A3BBAECA4719}"/>
          </ac:cxnSpMkLst>
        </pc:cxnChg>
        <pc:cxnChg chg="mod">
          <ac:chgData name="Y I" userId="1ad7123e4ed09ae3" providerId="LiveId" clId="{6DEF62D7-AFC5-4C44-A21D-F291BF42E1B7}" dt="2025-12-19T05:04:01.408" v="14042" actId="478"/>
          <ac:cxnSpMkLst>
            <pc:docMk/>
            <pc:sldMk cId="2356156422" sldId="263"/>
            <ac:cxnSpMk id="443" creationId="{2B8611C7-7DC7-9B54-3BE0-03397D8B52BB}"/>
          </ac:cxnSpMkLst>
        </pc:cxnChg>
        <pc:cxnChg chg="mod">
          <ac:chgData name="Y I" userId="1ad7123e4ed09ae3" providerId="LiveId" clId="{6DEF62D7-AFC5-4C44-A21D-F291BF42E1B7}" dt="2025-12-19T05:04:01.408" v="14042" actId="478"/>
          <ac:cxnSpMkLst>
            <pc:docMk/>
            <pc:sldMk cId="2356156422" sldId="263"/>
            <ac:cxnSpMk id="471" creationId="{1C0CFF1B-6DD3-4559-4541-6A2F70BB4CCC}"/>
          </ac:cxnSpMkLst>
        </pc:cxnChg>
        <pc:cxnChg chg="mod">
          <ac:chgData name="Y I" userId="1ad7123e4ed09ae3" providerId="LiveId" clId="{6DEF62D7-AFC5-4C44-A21D-F291BF42E1B7}" dt="2025-12-19T05:04:01.408" v="14042" actId="478"/>
          <ac:cxnSpMkLst>
            <pc:docMk/>
            <pc:sldMk cId="2356156422" sldId="263"/>
            <ac:cxnSpMk id="483" creationId="{037D8618-30E8-3C16-1768-EE1DB8A41B78}"/>
          </ac:cxnSpMkLst>
        </pc:cxnChg>
        <pc:cxnChg chg="add mod">
          <ac:chgData name="Y I" userId="1ad7123e4ed09ae3" providerId="LiveId" clId="{6DEF62D7-AFC5-4C44-A21D-F291BF42E1B7}" dt="2025-12-19T05:06:52.933" v="14084" actId="14100"/>
          <ac:cxnSpMkLst>
            <pc:docMk/>
            <pc:sldMk cId="2356156422" sldId="263"/>
            <ac:cxnSpMk id="496" creationId="{7A479AE8-5829-5E75-8488-68C2F0F0709F}"/>
          </ac:cxnSpMkLst>
        </pc:cxnChg>
        <pc:cxnChg chg="mod ord">
          <ac:chgData name="Y I" userId="1ad7123e4ed09ae3" providerId="LiveId" clId="{6DEF62D7-AFC5-4C44-A21D-F291BF42E1B7}" dt="2025-12-19T05:11:00.829" v="14139" actId="1035"/>
          <ac:cxnSpMkLst>
            <pc:docMk/>
            <pc:sldMk cId="2356156422" sldId="263"/>
            <ac:cxnSpMk id="576" creationId="{B72168D5-B1A9-F832-95EC-8C7D50156E93}"/>
          </ac:cxnSpMkLst>
        </pc:cxnChg>
        <pc:cxnChg chg="mod ord">
          <ac:chgData name="Y I" userId="1ad7123e4ed09ae3" providerId="LiveId" clId="{6DEF62D7-AFC5-4C44-A21D-F291BF42E1B7}" dt="2025-12-19T05:12:26.222" v="14163" actId="167"/>
          <ac:cxnSpMkLst>
            <pc:docMk/>
            <pc:sldMk cId="2356156422" sldId="263"/>
            <ac:cxnSpMk id="1015" creationId="{A54C918F-5422-41EC-7919-5FE761856B17}"/>
          </ac:cxnSpMkLst>
        </pc:cxnChg>
        <pc:cxnChg chg="mod ord">
          <ac:chgData name="Y I" userId="1ad7123e4ed09ae3" providerId="LiveId" clId="{6DEF62D7-AFC5-4C44-A21D-F291BF42E1B7}" dt="2025-12-19T05:12:57.578" v="14207" actId="167"/>
          <ac:cxnSpMkLst>
            <pc:docMk/>
            <pc:sldMk cId="2356156422" sldId="263"/>
            <ac:cxnSpMk id="1090" creationId="{7F0561B0-B072-F2AB-88C1-B94876BA1BED}"/>
          </ac:cxnSpMkLst>
        </pc:cxnChg>
      </pc:sldChg>
      <pc:sldChg chg="addSp delSp modSp new del mod">
        <pc:chgData name="Y I" userId="1ad7123e4ed09ae3" providerId="LiveId" clId="{6DEF62D7-AFC5-4C44-A21D-F291BF42E1B7}" dt="2025-12-19T13:12:54.651" v="17837" actId="2696"/>
        <pc:sldMkLst>
          <pc:docMk/>
          <pc:sldMk cId="3161490016" sldId="265"/>
        </pc:sldMkLst>
        <pc:spChg chg="mod">
          <ac:chgData name="Y I" userId="1ad7123e4ed09ae3" providerId="LiveId" clId="{6DEF62D7-AFC5-4C44-A21D-F291BF42E1B7}" dt="2025-12-19T10:41:50.686" v="16487" actId="20577"/>
          <ac:spMkLst>
            <pc:docMk/>
            <pc:sldMk cId="3161490016" sldId="265"/>
            <ac:spMk id="2" creationId="{542E8C1D-BF9A-2BBA-5EF9-3D3EEB5CFD2B}"/>
          </ac:spMkLst>
        </pc:spChg>
        <pc:spChg chg="mod">
          <ac:chgData name="Y I" userId="1ad7123e4ed09ae3" providerId="LiveId" clId="{6DEF62D7-AFC5-4C44-A21D-F291BF42E1B7}" dt="2025-12-19T05:49:31.428" v="14951"/>
          <ac:spMkLst>
            <pc:docMk/>
            <pc:sldMk cId="3161490016" sldId="265"/>
            <ac:spMk id="3" creationId="{DFE65BCB-8902-42A3-FB31-37B0635EE1D4}"/>
          </ac:spMkLst>
        </pc:spChg>
        <pc:spChg chg="add mod">
          <ac:chgData name="Y I" userId="1ad7123e4ed09ae3" providerId="LiveId" clId="{6DEF62D7-AFC5-4C44-A21D-F291BF42E1B7}" dt="2025-12-19T11:23:36.466" v="17243" actId="1076"/>
          <ac:spMkLst>
            <pc:docMk/>
            <pc:sldMk cId="3161490016" sldId="265"/>
            <ac:spMk id="6" creationId="{F6CED410-7B39-3A9A-4A9F-1DA1EF5DCF82}"/>
          </ac:spMkLst>
        </pc:spChg>
        <pc:spChg chg="add del">
          <ac:chgData name="Y I" userId="1ad7123e4ed09ae3" providerId="LiveId" clId="{6DEF62D7-AFC5-4C44-A21D-F291BF42E1B7}" dt="2025-12-19T06:00:07.187" v="14954" actId="11529"/>
          <ac:spMkLst>
            <pc:docMk/>
            <pc:sldMk cId="3161490016" sldId="265"/>
            <ac:spMk id="8" creationId="{104DD637-68CB-7B80-936F-3233B02DFE37}"/>
          </ac:spMkLst>
        </pc:spChg>
        <pc:spChg chg="add del mod">
          <ac:chgData name="Y I" userId="1ad7123e4ed09ae3" providerId="LiveId" clId="{6DEF62D7-AFC5-4C44-A21D-F291BF42E1B7}" dt="2025-12-18T00:15:08.986" v="9080" actId="478"/>
          <ac:spMkLst>
            <pc:docMk/>
            <pc:sldMk cId="3161490016" sldId="265"/>
            <ac:spMk id="8" creationId="{81E4C6E9-017B-AF88-943A-35C5FD963950}"/>
          </ac:spMkLst>
        </pc:spChg>
        <pc:spChg chg="add del mod">
          <ac:chgData name="Y I" userId="1ad7123e4ed09ae3" providerId="LiveId" clId="{6DEF62D7-AFC5-4C44-A21D-F291BF42E1B7}" dt="2025-12-19T11:20:06.546" v="17168" actId="478"/>
          <ac:spMkLst>
            <pc:docMk/>
            <pc:sldMk cId="3161490016" sldId="265"/>
            <ac:spMk id="9" creationId="{2D02EF9C-2D45-490A-3CE6-35E468383DCC}"/>
          </ac:spMkLst>
        </pc:spChg>
        <pc:spChg chg="add del mod">
          <ac:chgData name="Y I" userId="1ad7123e4ed09ae3" providerId="LiveId" clId="{6DEF62D7-AFC5-4C44-A21D-F291BF42E1B7}" dt="2025-12-18T00:18:18.380" v="9195" actId="478"/>
          <ac:spMkLst>
            <pc:docMk/>
            <pc:sldMk cId="3161490016" sldId="265"/>
            <ac:spMk id="9" creationId="{4598563D-9A68-687D-BAF7-74DEC75C4649}"/>
          </ac:spMkLst>
        </pc:spChg>
        <pc:spChg chg="add del mod">
          <ac:chgData name="Y I" userId="1ad7123e4ed09ae3" providerId="LiveId" clId="{6DEF62D7-AFC5-4C44-A21D-F291BF42E1B7}" dt="2025-12-18T00:15:59.249" v="9090" actId="478"/>
          <ac:spMkLst>
            <pc:docMk/>
            <pc:sldMk cId="3161490016" sldId="265"/>
            <ac:spMk id="10" creationId="{CB7F4652-3E74-1DFD-7276-92A330E7251F}"/>
          </ac:spMkLst>
        </pc:spChg>
        <pc:spChg chg="add del mod">
          <ac:chgData name="Y I" userId="1ad7123e4ed09ae3" providerId="LiveId" clId="{6DEF62D7-AFC5-4C44-A21D-F291BF42E1B7}" dt="2025-12-19T06:01:59.538" v="14970" actId="478"/>
          <ac:spMkLst>
            <pc:docMk/>
            <pc:sldMk cId="3161490016" sldId="265"/>
            <ac:spMk id="10" creationId="{F60C2D99-9058-E224-6253-50A3BF92C652}"/>
          </ac:spMkLst>
        </pc:spChg>
        <pc:spChg chg="add mod">
          <ac:chgData name="Y I" userId="1ad7123e4ed09ae3" providerId="LiveId" clId="{6DEF62D7-AFC5-4C44-A21D-F291BF42E1B7}" dt="2025-12-19T11:24:51.439" v="17258" actId="20577"/>
          <ac:spMkLst>
            <pc:docMk/>
            <pc:sldMk cId="3161490016" sldId="265"/>
            <ac:spMk id="15" creationId="{203E480C-C20E-0434-8850-A87A5FB16370}"/>
          </ac:spMkLst>
        </pc:spChg>
        <pc:spChg chg="add mod">
          <ac:chgData name="Y I" userId="1ad7123e4ed09ae3" providerId="LiveId" clId="{6DEF62D7-AFC5-4C44-A21D-F291BF42E1B7}" dt="2025-12-19T11:23:36.466" v="17243" actId="1076"/>
          <ac:spMkLst>
            <pc:docMk/>
            <pc:sldMk cId="3161490016" sldId="265"/>
            <ac:spMk id="17" creationId="{57A613E6-9187-E944-5798-46C235D3AF2E}"/>
          </ac:spMkLst>
        </pc:spChg>
        <pc:spChg chg="add mod">
          <ac:chgData name="Y I" userId="1ad7123e4ed09ae3" providerId="LiveId" clId="{6DEF62D7-AFC5-4C44-A21D-F291BF42E1B7}" dt="2025-12-19T11:23:36.466" v="17243" actId="1076"/>
          <ac:spMkLst>
            <pc:docMk/>
            <pc:sldMk cId="3161490016" sldId="265"/>
            <ac:spMk id="19" creationId="{4D3CE61E-1D31-E281-4283-CBFB8A5E48F7}"/>
          </ac:spMkLst>
        </pc:spChg>
        <pc:spChg chg="add mod">
          <ac:chgData name="Y I" userId="1ad7123e4ed09ae3" providerId="LiveId" clId="{6DEF62D7-AFC5-4C44-A21D-F291BF42E1B7}" dt="2025-12-19T12:59:12.332" v="17657" actId="20577"/>
          <ac:spMkLst>
            <pc:docMk/>
            <pc:sldMk cId="3161490016" sldId="265"/>
            <ac:spMk id="20" creationId="{68CCFBDB-76C7-7BAB-6FF1-45E37B16050C}"/>
          </ac:spMkLst>
        </pc:spChg>
        <pc:spChg chg="add mod">
          <ac:chgData name="Y I" userId="1ad7123e4ed09ae3" providerId="LiveId" clId="{6DEF62D7-AFC5-4C44-A21D-F291BF42E1B7}" dt="2025-12-19T11:24:33.806" v="17251" actId="14100"/>
          <ac:spMkLst>
            <pc:docMk/>
            <pc:sldMk cId="3161490016" sldId="265"/>
            <ac:spMk id="21" creationId="{C9FDFE79-8911-2E16-0D96-FF3B6F7F54C1}"/>
          </ac:spMkLst>
        </pc:spChg>
        <pc:spChg chg="add mod ord">
          <ac:chgData name="Y I" userId="1ad7123e4ed09ae3" providerId="LiveId" clId="{6DEF62D7-AFC5-4C44-A21D-F291BF42E1B7}" dt="2025-12-19T11:24:33.806" v="17251" actId="14100"/>
          <ac:spMkLst>
            <pc:docMk/>
            <pc:sldMk cId="3161490016" sldId="265"/>
            <ac:spMk id="22" creationId="{580BD82D-225F-970D-2F0F-368E4E962A26}"/>
          </ac:spMkLst>
        </pc:spChg>
        <pc:graphicFrameChg chg="add mod modGraphic">
          <ac:chgData name="Y I" userId="1ad7123e4ed09ae3" providerId="LiveId" clId="{6DEF62D7-AFC5-4C44-A21D-F291BF42E1B7}" dt="2025-12-19T11:24:26.191" v="17250" actId="1076"/>
          <ac:graphicFrameMkLst>
            <pc:docMk/>
            <pc:sldMk cId="3161490016" sldId="265"/>
            <ac:graphicFrameMk id="4" creationId="{0B18C975-55E2-99E4-B800-B07A94D89D51}"/>
          </ac:graphicFrameMkLst>
        </pc:graphicFrameChg>
        <pc:graphicFrameChg chg="add mod modGraphic">
          <ac:chgData name="Y I" userId="1ad7123e4ed09ae3" providerId="LiveId" clId="{6DEF62D7-AFC5-4C44-A21D-F291BF42E1B7}" dt="2025-12-19T11:25:20.031" v="17259"/>
          <ac:graphicFrameMkLst>
            <pc:docMk/>
            <pc:sldMk cId="3161490016" sldId="265"/>
            <ac:graphicFrameMk id="5" creationId="{C2D25106-6220-9C08-B1B0-0C9CC42B08ED}"/>
          </ac:graphicFrameMkLst>
        </pc:graphicFrameChg>
        <pc:graphicFrameChg chg="add mod modGraphic">
          <ac:chgData name="Y I" userId="1ad7123e4ed09ae3" providerId="LiveId" clId="{6DEF62D7-AFC5-4C44-A21D-F291BF42E1B7}" dt="2025-12-19T11:23:36.466" v="17243" actId="1076"/>
          <ac:graphicFrameMkLst>
            <pc:docMk/>
            <pc:sldMk cId="3161490016" sldId="265"/>
            <ac:graphicFrameMk id="7" creationId="{CD3B0C1F-0569-A9A1-6CC3-7B9DC97F57DC}"/>
          </ac:graphicFrameMkLst>
        </pc:graphicFrameChg>
        <pc:cxnChg chg="add mod">
          <ac:chgData name="Y I" userId="1ad7123e4ed09ae3" providerId="LiveId" clId="{6DEF62D7-AFC5-4C44-A21D-F291BF42E1B7}" dt="2025-12-19T11:24:26.191" v="17250" actId="1076"/>
          <ac:cxnSpMkLst>
            <pc:docMk/>
            <pc:sldMk cId="3161490016" sldId="265"/>
            <ac:cxnSpMk id="12" creationId="{601641B0-5820-349D-7FEC-27DC370A4644}"/>
          </ac:cxnSpMkLst>
        </pc:cxnChg>
        <pc:cxnChg chg="add mod">
          <ac:chgData name="Y I" userId="1ad7123e4ed09ae3" providerId="LiveId" clId="{6DEF62D7-AFC5-4C44-A21D-F291BF42E1B7}" dt="2025-12-19T11:23:36.466" v="17243" actId="1076"/>
          <ac:cxnSpMkLst>
            <pc:docMk/>
            <pc:sldMk cId="3161490016" sldId="265"/>
            <ac:cxnSpMk id="18" creationId="{6302F93F-EF90-4756-A790-24BE2E32B187}"/>
          </ac:cxnSpMkLst>
        </pc:cxnChg>
      </pc:sldChg>
      <pc:sldChg chg="addSp modSp new del mod">
        <pc:chgData name="Y I" userId="1ad7123e4ed09ae3" providerId="LiveId" clId="{6DEF62D7-AFC5-4C44-A21D-F291BF42E1B7}" dt="2025-12-19T13:12:54.651" v="17837" actId="2696"/>
        <pc:sldMkLst>
          <pc:docMk/>
          <pc:sldMk cId="2006421513" sldId="266"/>
        </pc:sldMkLst>
      </pc:sldChg>
      <pc:sldChg chg="modSp add del mod">
        <pc:chgData name="Y I" userId="1ad7123e4ed09ae3" providerId="LiveId" clId="{6DEF62D7-AFC5-4C44-A21D-F291BF42E1B7}" dt="2025-12-19T13:12:54.651" v="17837" actId="2696"/>
        <pc:sldMkLst>
          <pc:docMk/>
          <pc:sldMk cId="2696406143" sldId="267"/>
        </pc:sldMkLst>
        <pc:spChg chg="mod">
          <ac:chgData name="Y I" userId="1ad7123e4ed09ae3" providerId="LiveId" clId="{6DEF62D7-AFC5-4C44-A21D-F291BF42E1B7}" dt="2025-12-19T13:09:34.800" v="17836" actId="20577"/>
          <ac:spMkLst>
            <pc:docMk/>
            <pc:sldMk cId="2696406143" sldId="267"/>
            <ac:spMk id="3" creationId="{45276D6E-E79F-91D4-6988-63FC336CFC51}"/>
          </ac:spMkLst>
        </pc:spChg>
      </pc:sldChg>
      <pc:sldChg chg="addSp delSp modSp new del mod">
        <pc:chgData name="Y I" userId="1ad7123e4ed09ae3" providerId="LiveId" clId="{6DEF62D7-AFC5-4C44-A21D-F291BF42E1B7}" dt="2025-12-19T13:12:54.651" v="17837" actId="2696"/>
        <pc:sldMkLst>
          <pc:docMk/>
          <pc:sldMk cId="75606101" sldId="268"/>
        </pc:sldMkLst>
      </pc:sldChg>
      <pc:sldChg chg="addSp modSp new del mod">
        <pc:chgData name="Y I" userId="1ad7123e4ed09ae3" providerId="LiveId" clId="{6DEF62D7-AFC5-4C44-A21D-F291BF42E1B7}" dt="2025-12-19T13:12:54.651" v="17837" actId="2696"/>
        <pc:sldMkLst>
          <pc:docMk/>
          <pc:sldMk cId="1056172514" sldId="269"/>
        </pc:sldMkLst>
        <pc:spChg chg="mod">
          <ac:chgData name="Y I" userId="1ad7123e4ed09ae3" providerId="LiveId" clId="{6DEF62D7-AFC5-4C44-A21D-F291BF42E1B7}" dt="2025-12-19T10:45:05.738" v="16520" actId="20577"/>
          <ac:spMkLst>
            <pc:docMk/>
            <pc:sldMk cId="1056172514" sldId="269"/>
            <ac:spMk id="2" creationId="{AC83DAC9-74D8-DA0E-E522-CAA8EADE86C8}"/>
          </ac:spMkLst>
        </pc:spChg>
        <pc:spChg chg="mod">
          <ac:chgData name="Y I" userId="1ad7123e4ed09ae3" providerId="LiveId" clId="{6DEF62D7-AFC5-4C44-A21D-F291BF42E1B7}" dt="2025-12-19T10:51:58.920" v="16702" actId="14100"/>
          <ac:spMkLst>
            <pc:docMk/>
            <pc:sldMk cId="1056172514" sldId="269"/>
            <ac:spMk id="3" creationId="{3F135C15-F01C-2628-957B-25F10E88AD22}"/>
          </ac:spMkLst>
        </pc:spChg>
        <pc:spChg chg="add mod">
          <ac:chgData name="Y I" userId="1ad7123e4ed09ae3" providerId="LiveId" clId="{6DEF62D7-AFC5-4C44-A21D-F291BF42E1B7}" dt="2025-12-19T10:54:49.269" v="16801" actId="1076"/>
          <ac:spMkLst>
            <pc:docMk/>
            <pc:sldMk cId="1056172514" sldId="269"/>
            <ac:spMk id="6" creationId="{45C14C4F-CF36-F78A-0FA5-56A66D4FF4AF}"/>
          </ac:spMkLst>
        </pc:spChg>
        <pc:spChg chg="add mod">
          <ac:chgData name="Y I" userId="1ad7123e4ed09ae3" providerId="LiveId" clId="{6DEF62D7-AFC5-4C44-A21D-F291BF42E1B7}" dt="2025-12-19T10:54:49.269" v="16801" actId="1076"/>
          <ac:spMkLst>
            <pc:docMk/>
            <pc:sldMk cId="1056172514" sldId="269"/>
            <ac:spMk id="7" creationId="{A77FE0E8-257D-102E-8C88-A12EE16E5CDD}"/>
          </ac:spMkLst>
        </pc:spChg>
        <pc:spChg chg="add mod">
          <ac:chgData name="Y I" userId="1ad7123e4ed09ae3" providerId="LiveId" clId="{6DEF62D7-AFC5-4C44-A21D-F291BF42E1B7}" dt="2025-12-19T10:54:49.269" v="16801" actId="1076"/>
          <ac:spMkLst>
            <pc:docMk/>
            <pc:sldMk cId="1056172514" sldId="269"/>
            <ac:spMk id="8" creationId="{E94207AC-39EE-8CC0-7C39-6D787F8E5C6D}"/>
          </ac:spMkLst>
        </pc:spChg>
        <pc:spChg chg="add mod">
          <ac:chgData name="Y I" userId="1ad7123e4ed09ae3" providerId="LiveId" clId="{6DEF62D7-AFC5-4C44-A21D-F291BF42E1B7}" dt="2025-12-19T10:54:49.269" v="16801" actId="1076"/>
          <ac:spMkLst>
            <pc:docMk/>
            <pc:sldMk cId="1056172514" sldId="269"/>
            <ac:spMk id="9" creationId="{6353888B-1DAC-02D1-4BBE-D49E4DEE40E5}"/>
          </ac:spMkLst>
        </pc:spChg>
        <pc:spChg chg="add mod">
          <ac:chgData name="Y I" userId="1ad7123e4ed09ae3" providerId="LiveId" clId="{6DEF62D7-AFC5-4C44-A21D-F291BF42E1B7}" dt="2025-12-19T10:54:53.668" v="16802" actId="1076"/>
          <ac:spMkLst>
            <pc:docMk/>
            <pc:sldMk cId="1056172514" sldId="269"/>
            <ac:spMk id="11" creationId="{06892623-BB4E-CB2E-1154-52E09E931B79}"/>
          </ac:spMkLst>
        </pc:spChg>
        <pc:graphicFrameChg chg="add mod modGraphic">
          <ac:chgData name="Y I" userId="1ad7123e4ed09ae3" providerId="LiveId" clId="{6DEF62D7-AFC5-4C44-A21D-F291BF42E1B7}" dt="2025-12-19T10:54:49.269" v="16801" actId="1076"/>
          <ac:graphicFrameMkLst>
            <pc:docMk/>
            <pc:sldMk cId="1056172514" sldId="269"/>
            <ac:graphicFrameMk id="4" creationId="{997B8EAB-1C9D-5D0B-09A1-14E028701B1C}"/>
          </ac:graphicFrameMkLst>
        </pc:graphicFrameChg>
        <pc:graphicFrameChg chg="add mod modGraphic">
          <ac:chgData name="Y I" userId="1ad7123e4ed09ae3" providerId="LiveId" clId="{6DEF62D7-AFC5-4C44-A21D-F291BF42E1B7}" dt="2025-12-19T10:54:49.269" v="16801" actId="1076"/>
          <ac:graphicFrameMkLst>
            <pc:docMk/>
            <pc:sldMk cId="1056172514" sldId="269"/>
            <ac:graphicFrameMk id="5" creationId="{F9D6B181-DA51-907B-6E13-19416B516DA5}"/>
          </ac:graphicFrameMkLst>
        </pc:graphicFrameChg>
        <pc:graphicFrameChg chg="add mod modGraphic">
          <ac:chgData name="Y I" userId="1ad7123e4ed09ae3" providerId="LiveId" clId="{6DEF62D7-AFC5-4C44-A21D-F291BF42E1B7}" dt="2025-12-19T11:02:32.713" v="16812"/>
          <ac:graphicFrameMkLst>
            <pc:docMk/>
            <pc:sldMk cId="1056172514" sldId="269"/>
            <ac:graphicFrameMk id="10" creationId="{296A53D0-F59B-3D42-3815-FF9C18C90958}"/>
          </ac:graphicFrameMkLst>
        </pc:graphicFrameChg>
      </pc:sldChg>
      <pc:sldChg chg="addSp delSp modSp add del mod">
        <pc:chgData name="Y I" userId="1ad7123e4ed09ae3" providerId="LiveId" clId="{6DEF62D7-AFC5-4C44-A21D-F291BF42E1B7}" dt="2025-12-19T13:12:54.651" v="17837" actId="2696"/>
        <pc:sldMkLst>
          <pc:docMk/>
          <pc:sldMk cId="3777097646" sldId="270"/>
        </pc:sldMkLst>
        <pc:spChg chg="mod">
          <ac:chgData name="Y I" userId="1ad7123e4ed09ae3" providerId="LiveId" clId="{6DEF62D7-AFC5-4C44-A21D-F291BF42E1B7}" dt="2025-12-19T11:34:47.231" v="17435" actId="207"/>
          <ac:spMkLst>
            <pc:docMk/>
            <pc:sldMk cId="3777097646" sldId="270"/>
            <ac:spMk id="3" creationId="{F05E9A64-AEDC-7A5A-3CB6-B4F8D8BC7305}"/>
          </ac:spMkLst>
        </pc:spChg>
        <pc:spChg chg="add mod">
          <ac:chgData name="Y I" userId="1ad7123e4ed09ae3" providerId="LiveId" clId="{6DEF62D7-AFC5-4C44-A21D-F291BF42E1B7}" dt="2025-12-19T11:35:00.411" v="17466" actId="20577"/>
          <ac:spMkLst>
            <pc:docMk/>
            <pc:sldMk cId="3777097646" sldId="270"/>
            <ac:spMk id="5" creationId="{9E7E6784-6E24-00FB-4138-D4FCFCDB19EF}"/>
          </ac:spMkLst>
        </pc:spChg>
        <pc:spChg chg="mod">
          <ac:chgData name="Y I" userId="1ad7123e4ed09ae3" providerId="LiveId" clId="{6DEF62D7-AFC5-4C44-A21D-F291BF42E1B7}" dt="2025-12-19T11:26:47.897" v="17278" actId="1076"/>
          <ac:spMkLst>
            <pc:docMk/>
            <pc:sldMk cId="3777097646" sldId="270"/>
            <ac:spMk id="6" creationId="{D071CA69-7B41-BA9C-A8C9-6C20CD61DE16}"/>
          </ac:spMkLst>
        </pc:spChg>
        <pc:spChg chg="add mod">
          <ac:chgData name="Y I" userId="1ad7123e4ed09ae3" providerId="LiveId" clId="{6DEF62D7-AFC5-4C44-A21D-F291BF42E1B7}" dt="2025-12-19T12:59:28.039" v="17658"/>
          <ac:spMkLst>
            <pc:docMk/>
            <pc:sldMk cId="3777097646" sldId="270"/>
            <ac:spMk id="9" creationId="{8869B036-666C-1D2C-6FE8-C76919524277}"/>
          </ac:spMkLst>
        </pc:spChg>
        <pc:spChg chg="add mod ord">
          <ac:chgData name="Y I" userId="1ad7123e4ed09ae3" providerId="LiveId" clId="{6DEF62D7-AFC5-4C44-A21D-F291BF42E1B7}" dt="2025-12-19T11:26:47.897" v="17278" actId="1076"/>
          <ac:spMkLst>
            <pc:docMk/>
            <pc:sldMk cId="3777097646" sldId="270"/>
            <ac:spMk id="10" creationId="{CFBD6B75-DE3B-8F94-F0ED-F5A932B332A8}"/>
          </ac:spMkLst>
        </pc:spChg>
        <pc:spChg chg="add mod">
          <ac:chgData name="Y I" userId="1ad7123e4ed09ae3" providerId="LiveId" clId="{6DEF62D7-AFC5-4C44-A21D-F291BF42E1B7}" dt="2025-12-19T11:26:47.897" v="17278" actId="1076"/>
          <ac:spMkLst>
            <pc:docMk/>
            <pc:sldMk cId="3777097646" sldId="270"/>
            <ac:spMk id="11" creationId="{A0A8178A-7422-59F2-CCA0-1439463EDB78}"/>
          </ac:spMkLst>
        </pc:spChg>
        <pc:spChg chg="add mod">
          <ac:chgData name="Y I" userId="1ad7123e4ed09ae3" providerId="LiveId" clId="{6DEF62D7-AFC5-4C44-A21D-F291BF42E1B7}" dt="2025-12-19T11:26:47.897" v="17278" actId="1076"/>
          <ac:spMkLst>
            <pc:docMk/>
            <pc:sldMk cId="3777097646" sldId="270"/>
            <ac:spMk id="13" creationId="{1B87946A-0FE8-B644-4DC9-D34FFABA9CD6}"/>
          </ac:spMkLst>
        </pc:spChg>
        <pc:spChg chg="add mod">
          <ac:chgData name="Y I" userId="1ad7123e4ed09ae3" providerId="LiveId" clId="{6DEF62D7-AFC5-4C44-A21D-F291BF42E1B7}" dt="2025-12-19T12:59:56.291" v="17661" actId="1076"/>
          <ac:spMkLst>
            <pc:docMk/>
            <pc:sldMk cId="3777097646" sldId="270"/>
            <ac:spMk id="15" creationId="{127EA39D-DD85-6264-4CB9-E68AA744B7C4}"/>
          </ac:spMkLst>
        </pc:spChg>
        <pc:spChg chg="add mod">
          <ac:chgData name="Y I" userId="1ad7123e4ed09ae3" providerId="LiveId" clId="{6DEF62D7-AFC5-4C44-A21D-F291BF42E1B7}" dt="2025-12-18T08:44:34.367" v="11951" actId="1076"/>
          <ac:spMkLst>
            <pc:docMk/>
            <pc:sldMk cId="3777097646" sldId="270"/>
            <ac:spMk id="19" creationId="{1D19E023-64C2-165E-D9AD-325207133976}"/>
          </ac:spMkLst>
        </pc:spChg>
        <pc:spChg chg="add mod">
          <ac:chgData name="Y I" userId="1ad7123e4ed09ae3" providerId="LiveId" clId="{6DEF62D7-AFC5-4C44-A21D-F291BF42E1B7}" dt="2025-12-19T13:00:22.418" v="17680" actId="20577"/>
          <ac:spMkLst>
            <pc:docMk/>
            <pc:sldMk cId="3777097646" sldId="270"/>
            <ac:spMk id="19" creationId="{EB622518-EE87-B9A5-7B83-8766AE0CD5B0}"/>
          </ac:spMkLst>
        </pc:spChg>
        <pc:spChg chg="add mod">
          <ac:chgData name="Y I" userId="1ad7123e4ed09ae3" providerId="LiveId" clId="{6DEF62D7-AFC5-4C44-A21D-F291BF42E1B7}" dt="2025-12-19T11:26:47.897" v="17278" actId="1076"/>
          <ac:spMkLst>
            <pc:docMk/>
            <pc:sldMk cId="3777097646" sldId="270"/>
            <ac:spMk id="20" creationId="{4B3EC323-C66C-E132-D458-BC76982A8E00}"/>
          </ac:spMkLst>
        </pc:spChg>
        <pc:spChg chg="add mod">
          <ac:chgData name="Y I" userId="1ad7123e4ed09ae3" providerId="LiveId" clId="{6DEF62D7-AFC5-4C44-A21D-F291BF42E1B7}" dt="2025-12-19T11:26:47.897" v="17278" actId="1076"/>
          <ac:spMkLst>
            <pc:docMk/>
            <pc:sldMk cId="3777097646" sldId="270"/>
            <ac:spMk id="21" creationId="{F5F79076-1BF3-B0A9-464B-0270B16DBC86}"/>
          </ac:spMkLst>
        </pc:spChg>
        <pc:spChg chg="add mod">
          <ac:chgData name="Y I" userId="1ad7123e4ed09ae3" providerId="LiveId" clId="{6DEF62D7-AFC5-4C44-A21D-F291BF42E1B7}" dt="2025-12-19T12:59:06.147" v="17651" actId="20577"/>
          <ac:spMkLst>
            <pc:docMk/>
            <pc:sldMk cId="3777097646" sldId="270"/>
            <ac:spMk id="22" creationId="{B1CE12C7-BAFB-0F8E-0C2F-770B86D2EFEF}"/>
          </ac:spMkLst>
        </pc:spChg>
        <pc:graphicFrameChg chg="mod modGraphic">
          <ac:chgData name="Y I" userId="1ad7123e4ed09ae3" providerId="LiveId" clId="{6DEF62D7-AFC5-4C44-A21D-F291BF42E1B7}" dt="2025-12-19T11:26:47.897" v="17278" actId="1076"/>
          <ac:graphicFrameMkLst>
            <pc:docMk/>
            <pc:sldMk cId="3777097646" sldId="270"/>
            <ac:graphicFrameMk id="4" creationId="{CF8DE5E0-D374-CC22-8D92-272CB4D7D5AF}"/>
          </ac:graphicFrameMkLst>
        </pc:graphicFrameChg>
        <pc:graphicFrameChg chg="add mod modGraphic">
          <ac:chgData name="Y I" userId="1ad7123e4ed09ae3" providerId="LiveId" clId="{6DEF62D7-AFC5-4C44-A21D-F291BF42E1B7}" dt="2025-12-19T11:55:20.730" v="17468"/>
          <ac:graphicFrameMkLst>
            <pc:docMk/>
            <pc:sldMk cId="3777097646" sldId="270"/>
            <ac:graphicFrameMk id="8" creationId="{20681871-3A95-AAEE-7024-CA6E66CA4A46}"/>
          </ac:graphicFrameMkLst>
        </pc:graphicFrameChg>
        <pc:graphicFrameChg chg="add mod modGraphic">
          <ac:chgData name="Y I" userId="1ad7123e4ed09ae3" providerId="LiveId" clId="{6DEF62D7-AFC5-4C44-A21D-F291BF42E1B7}" dt="2025-12-19T11:55:51.480" v="17470"/>
          <ac:graphicFrameMkLst>
            <pc:docMk/>
            <pc:sldMk cId="3777097646" sldId="270"/>
            <ac:graphicFrameMk id="12" creationId="{D2FAE1A1-B169-5DA5-6409-FE1DB90E808E}"/>
          </ac:graphicFrameMkLst>
        </pc:graphicFrameChg>
        <pc:graphicFrameChg chg="add mod modGraphic">
          <ac:chgData name="Y I" userId="1ad7123e4ed09ae3" providerId="LiveId" clId="{6DEF62D7-AFC5-4C44-A21D-F291BF42E1B7}" dt="2025-12-19T12:57:34.720" v="17605"/>
          <ac:graphicFrameMkLst>
            <pc:docMk/>
            <pc:sldMk cId="3777097646" sldId="270"/>
            <ac:graphicFrameMk id="14" creationId="{EBD05911-1610-2BFA-0338-6CC7310C3088}"/>
          </ac:graphicFrameMkLst>
        </pc:graphicFrameChg>
        <pc:graphicFrameChg chg="add del mod modGraphic">
          <ac:chgData name="Y I" userId="1ad7123e4ed09ae3" providerId="LiveId" clId="{6DEF62D7-AFC5-4C44-A21D-F291BF42E1B7}" dt="2025-12-19T12:59:46.601" v="17660" actId="478"/>
          <ac:graphicFrameMkLst>
            <pc:docMk/>
            <pc:sldMk cId="3777097646" sldId="270"/>
            <ac:graphicFrameMk id="16" creationId="{9A5BC1DA-B4E7-4335-E3E3-DCF26DAD6615}"/>
          </ac:graphicFrameMkLst>
        </pc:graphicFrameChg>
        <pc:graphicFrameChg chg="add mod modGraphic">
          <ac:chgData name="Y I" userId="1ad7123e4ed09ae3" providerId="LiveId" clId="{6DEF62D7-AFC5-4C44-A21D-F291BF42E1B7}" dt="2025-12-19T13:08:11.521" v="17773" actId="207"/>
          <ac:graphicFrameMkLst>
            <pc:docMk/>
            <pc:sldMk cId="3777097646" sldId="270"/>
            <ac:graphicFrameMk id="18" creationId="{59F607DF-F6B2-6E69-5442-EA1E389B6A10}"/>
          </ac:graphicFrameMkLst>
        </pc:graphicFrameChg>
        <pc:cxnChg chg="add mod">
          <ac:chgData name="Y I" userId="1ad7123e4ed09ae3" providerId="LiveId" clId="{6DEF62D7-AFC5-4C44-A21D-F291BF42E1B7}" dt="2025-12-19T12:59:28.039" v="17658"/>
          <ac:cxnSpMkLst>
            <pc:docMk/>
            <pc:sldMk cId="3777097646" sldId="270"/>
            <ac:cxnSpMk id="7" creationId="{82BE5865-E58C-E9DF-A84C-9A1797997A06}"/>
          </ac:cxnSpMkLst>
        </pc:cxnChg>
        <pc:cxnChg chg="add mod">
          <ac:chgData name="Y I" userId="1ad7123e4ed09ae3" providerId="LiveId" clId="{6DEF62D7-AFC5-4C44-A21D-F291BF42E1B7}" dt="2025-12-19T13:00:02.397" v="17662" actId="1076"/>
          <ac:cxnSpMkLst>
            <pc:docMk/>
            <pc:sldMk cId="3777097646" sldId="270"/>
            <ac:cxnSpMk id="17" creationId="{F296788A-BF8B-01E2-5F6C-E0A03E255AD1}"/>
          </ac:cxnSpMkLst>
        </pc:cxnChg>
      </pc:sldChg>
      <pc:sldChg chg="modSp new del mod">
        <pc:chgData name="Y I" userId="1ad7123e4ed09ae3" providerId="LiveId" clId="{6DEF62D7-AFC5-4C44-A21D-F291BF42E1B7}" dt="2025-12-19T13:12:54.651" v="17837" actId="2696"/>
        <pc:sldMkLst>
          <pc:docMk/>
          <pc:sldMk cId="1475080972" sldId="271"/>
        </pc:sldMkLst>
        <pc:spChg chg="mod">
          <ac:chgData name="Y I" userId="1ad7123e4ed09ae3" providerId="LiveId" clId="{6DEF62D7-AFC5-4C44-A21D-F291BF42E1B7}" dt="2025-12-18T00:22:00.609" v="9254" actId="20577"/>
          <ac:spMkLst>
            <pc:docMk/>
            <pc:sldMk cId="1475080972" sldId="271"/>
            <ac:spMk id="2" creationId="{B141877F-4F66-8039-3A97-2BB1875594EF}"/>
          </ac:spMkLst>
        </pc:spChg>
        <pc:spChg chg="mod">
          <ac:chgData name="Y I" userId="1ad7123e4ed09ae3" providerId="LiveId" clId="{6DEF62D7-AFC5-4C44-A21D-F291BF42E1B7}" dt="2025-12-18T00:22:32.710" v="9261" actId="20577"/>
          <ac:spMkLst>
            <pc:docMk/>
            <pc:sldMk cId="1475080972" sldId="271"/>
            <ac:spMk id="3" creationId="{07DFD5E3-0A80-C20A-B9EE-4B9F226DD9C4}"/>
          </ac:spMkLst>
        </pc:spChg>
      </pc:sldChg>
      <pc:sldChg chg="addSp modSp new del mod">
        <pc:chgData name="Y I" userId="1ad7123e4ed09ae3" providerId="LiveId" clId="{6DEF62D7-AFC5-4C44-A21D-F291BF42E1B7}" dt="2025-12-19T13:12:54.651" v="17837" actId="2696"/>
        <pc:sldMkLst>
          <pc:docMk/>
          <pc:sldMk cId="2373877374" sldId="272"/>
        </pc:sldMkLst>
        <pc:spChg chg="mod">
          <ac:chgData name="Y I" userId="1ad7123e4ed09ae3" providerId="LiveId" clId="{6DEF62D7-AFC5-4C44-A21D-F291BF42E1B7}" dt="2025-12-18T00:23:20.416" v="9298" actId="20577"/>
          <ac:spMkLst>
            <pc:docMk/>
            <pc:sldMk cId="2373877374" sldId="272"/>
            <ac:spMk id="2" creationId="{FE1C56D4-621C-25C9-ACAE-31E27319F02C}"/>
          </ac:spMkLst>
        </pc:spChg>
        <pc:spChg chg="add mod">
          <ac:chgData name="Y I" userId="1ad7123e4ed09ae3" providerId="LiveId" clId="{6DEF62D7-AFC5-4C44-A21D-F291BF42E1B7}" dt="2025-12-18T08:47:45.143" v="11956" actId="14100"/>
          <ac:spMkLst>
            <pc:docMk/>
            <pc:sldMk cId="2373877374" sldId="272"/>
            <ac:spMk id="4" creationId="{DE2F948D-4C5F-B895-88A1-04777E8AB06C}"/>
          </ac:spMkLst>
        </pc:spChg>
      </pc:sldChg>
      <pc:sldChg chg="addSp modSp new del mod">
        <pc:chgData name="Y I" userId="1ad7123e4ed09ae3" providerId="LiveId" clId="{6DEF62D7-AFC5-4C44-A21D-F291BF42E1B7}" dt="2025-12-19T13:12:54.651" v="17837" actId="2696"/>
        <pc:sldMkLst>
          <pc:docMk/>
          <pc:sldMk cId="3714076640" sldId="273"/>
        </pc:sldMkLst>
        <pc:spChg chg="mod">
          <ac:chgData name="Y I" userId="1ad7123e4ed09ae3" providerId="LiveId" clId="{6DEF62D7-AFC5-4C44-A21D-F291BF42E1B7}" dt="2025-12-19T08:10:29.589" v="15670" actId="20577"/>
          <ac:spMkLst>
            <pc:docMk/>
            <pc:sldMk cId="3714076640" sldId="273"/>
            <ac:spMk id="2" creationId="{DA97F97C-A950-85C2-FF43-B2437F8E73D0}"/>
          </ac:spMkLst>
        </pc:spChg>
        <pc:spChg chg="mod">
          <ac:chgData name="Y I" userId="1ad7123e4ed09ae3" providerId="LiveId" clId="{6DEF62D7-AFC5-4C44-A21D-F291BF42E1B7}" dt="2025-12-19T08:09:03.079" v="15628" actId="1076"/>
          <ac:spMkLst>
            <pc:docMk/>
            <pc:sldMk cId="3714076640" sldId="273"/>
            <ac:spMk id="3" creationId="{D7CE6CBA-B3F3-B2CA-AE2C-D92F738632C7}"/>
          </ac:spMkLst>
        </pc:spChg>
        <pc:spChg chg="add mod">
          <ac:chgData name="Y I" userId="1ad7123e4ed09ae3" providerId="LiveId" clId="{6DEF62D7-AFC5-4C44-A21D-F291BF42E1B7}" dt="2025-12-19T08:12:02.413" v="15705" actId="1076"/>
          <ac:spMkLst>
            <pc:docMk/>
            <pc:sldMk cId="3714076640" sldId="273"/>
            <ac:spMk id="4" creationId="{2B93474A-6440-C77F-396D-4C2E67DAE240}"/>
          </ac:spMkLst>
        </pc:spChg>
        <pc:spChg chg="add mod">
          <ac:chgData name="Y I" userId="1ad7123e4ed09ae3" providerId="LiveId" clId="{6DEF62D7-AFC5-4C44-A21D-F291BF42E1B7}" dt="2025-12-19T08:12:02.413" v="15705" actId="1076"/>
          <ac:spMkLst>
            <pc:docMk/>
            <pc:sldMk cId="3714076640" sldId="273"/>
            <ac:spMk id="5" creationId="{029DD161-1C1C-F424-430C-C4B1777123CF}"/>
          </ac:spMkLst>
        </pc:spChg>
        <pc:spChg chg="add mod">
          <ac:chgData name="Y I" userId="1ad7123e4ed09ae3" providerId="LiveId" clId="{6DEF62D7-AFC5-4C44-A21D-F291BF42E1B7}" dt="2025-12-19T08:09:04.818" v="15631" actId="1076"/>
          <ac:spMkLst>
            <pc:docMk/>
            <pc:sldMk cId="3714076640" sldId="273"/>
            <ac:spMk id="6" creationId="{3D42A456-8063-7381-1C3B-D8AD2F65F177}"/>
          </ac:spMkLst>
        </pc:spChg>
        <pc:spChg chg="add mod">
          <ac:chgData name="Y I" userId="1ad7123e4ed09ae3" providerId="LiveId" clId="{6DEF62D7-AFC5-4C44-A21D-F291BF42E1B7}" dt="2025-12-19T08:15:17.750" v="15743" actId="20577"/>
          <ac:spMkLst>
            <pc:docMk/>
            <pc:sldMk cId="3714076640" sldId="273"/>
            <ac:spMk id="7" creationId="{5906535E-BF7C-526B-D4B4-D472D8F1D468}"/>
          </ac:spMkLst>
        </pc:spChg>
        <pc:spChg chg="add mod">
          <ac:chgData name="Y I" userId="1ad7123e4ed09ae3" providerId="LiveId" clId="{6DEF62D7-AFC5-4C44-A21D-F291BF42E1B7}" dt="2025-12-19T08:11:52.281" v="15704" actId="1076"/>
          <ac:spMkLst>
            <pc:docMk/>
            <pc:sldMk cId="3714076640" sldId="273"/>
            <ac:spMk id="8" creationId="{CC7BF061-B1B3-FE1F-3301-C4BA3A02E9D9}"/>
          </ac:spMkLst>
        </pc:spChg>
        <pc:spChg chg="add mod">
          <ac:chgData name="Y I" userId="1ad7123e4ed09ae3" providerId="LiveId" clId="{6DEF62D7-AFC5-4C44-A21D-F291BF42E1B7}" dt="2025-12-19T08:11:52.281" v="15704" actId="1076"/>
          <ac:spMkLst>
            <pc:docMk/>
            <pc:sldMk cId="3714076640" sldId="273"/>
            <ac:spMk id="11" creationId="{0CB8C88D-10E9-D70E-AB8E-03F67CD8C788}"/>
          </ac:spMkLst>
        </pc:spChg>
        <pc:spChg chg="add mod">
          <ac:chgData name="Y I" userId="1ad7123e4ed09ae3" providerId="LiveId" clId="{6DEF62D7-AFC5-4C44-A21D-F291BF42E1B7}" dt="2025-12-19T08:12:38.672" v="15707" actId="1076"/>
          <ac:spMkLst>
            <pc:docMk/>
            <pc:sldMk cId="3714076640" sldId="273"/>
            <ac:spMk id="13" creationId="{D2747A5F-87AB-E70F-1BFA-4C7D93E1402C}"/>
          </ac:spMkLst>
        </pc:spChg>
        <pc:spChg chg="add mod">
          <ac:chgData name="Y I" userId="1ad7123e4ed09ae3" providerId="LiveId" clId="{6DEF62D7-AFC5-4C44-A21D-F291BF42E1B7}" dt="2025-12-19T05:26:17.821" v="14418"/>
          <ac:spMkLst>
            <pc:docMk/>
            <pc:sldMk cId="3714076640" sldId="273"/>
            <ac:spMk id="14" creationId="{1BC9B638-7A40-41ED-C40E-91FC64467626}"/>
          </ac:spMkLst>
        </pc:spChg>
        <pc:spChg chg="add mod">
          <ac:chgData name="Y I" userId="1ad7123e4ed09ae3" providerId="LiveId" clId="{6DEF62D7-AFC5-4C44-A21D-F291BF42E1B7}" dt="2025-12-19T05:26:17.821" v="14418"/>
          <ac:spMkLst>
            <pc:docMk/>
            <pc:sldMk cId="3714076640" sldId="273"/>
            <ac:spMk id="16" creationId="{6175A042-E924-7C51-6B7D-B69D09FF2A46}"/>
          </ac:spMkLst>
        </pc:spChg>
        <pc:spChg chg="add mod">
          <ac:chgData name="Y I" userId="1ad7123e4ed09ae3" providerId="LiveId" clId="{6DEF62D7-AFC5-4C44-A21D-F291BF42E1B7}" dt="2025-12-19T05:26:16.708" v="14417"/>
          <ac:spMkLst>
            <pc:docMk/>
            <pc:sldMk cId="3714076640" sldId="273"/>
            <ac:spMk id="17" creationId="{03C79A6C-8844-10F8-9467-DA6015F2CD4E}"/>
          </ac:spMkLst>
        </pc:spChg>
        <pc:spChg chg="add mod">
          <ac:chgData name="Y I" userId="1ad7123e4ed09ae3" providerId="LiveId" clId="{6DEF62D7-AFC5-4C44-A21D-F291BF42E1B7}" dt="2025-12-19T05:26:16.708" v="14417"/>
          <ac:spMkLst>
            <pc:docMk/>
            <pc:sldMk cId="3714076640" sldId="273"/>
            <ac:spMk id="19" creationId="{20CB2A20-BCCA-A172-C9FC-216642EBB01C}"/>
          </ac:spMkLst>
        </pc:spChg>
        <pc:spChg chg="add mod ord">
          <ac:chgData name="Y I" userId="1ad7123e4ed09ae3" providerId="LiveId" clId="{6DEF62D7-AFC5-4C44-A21D-F291BF42E1B7}" dt="2025-12-19T08:11:52.281" v="15704" actId="1076"/>
          <ac:spMkLst>
            <pc:docMk/>
            <pc:sldMk cId="3714076640" sldId="273"/>
            <ac:spMk id="20" creationId="{108A4A9D-5BD0-8D58-F8CC-834CBF146D8B}"/>
          </ac:spMkLst>
        </pc:spChg>
        <pc:spChg chg="add mod ord">
          <ac:chgData name="Y I" userId="1ad7123e4ed09ae3" providerId="LiveId" clId="{6DEF62D7-AFC5-4C44-A21D-F291BF42E1B7}" dt="2025-12-19T08:11:52.281" v="15704" actId="1076"/>
          <ac:spMkLst>
            <pc:docMk/>
            <pc:sldMk cId="3714076640" sldId="273"/>
            <ac:spMk id="22" creationId="{28034347-499A-F29D-ED9A-35372E717DDA}"/>
          </ac:spMkLst>
        </pc:spChg>
        <pc:spChg chg="add mod ord">
          <ac:chgData name="Y I" userId="1ad7123e4ed09ae3" providerId="LiveId" clId="{6DEF62D7-AFC5-4C44-A21D-F291BF42E1B7}" dt="2025-12-19T08:11:52.281" v="15704" actId="1076"/>
          <ac:spMkLst>
            <pc:docMk/>
            <pc:sldMk cId="3714076640" sldId="273"/>
            <ac:spMk id="23" creationId="{997A7861-111A-9CA6-448A-7CA2FA0C6026}"/>
          </ac:spMkLst>
        </pc:spChg>
        <pc:spChg chg="add mod ord">
          <ac:chgData name="Y I" userId="1ad7123e4ed09ae3" providerId="LiveId" clId="{6DEF62D7-AFC5-4C44-A21D-F291BF42E1B7}" dt="2025-12-19T08:11:52.281" v="15704" actId="1076"/>
          <ac:spMkLst>
            <pc:docMk/>
            <pc:sldMk cId="3714076640" sldId="273"/>
            <ac:spMk id="25" creationId="{44DAB66E-BC4A-F6FD-C6DF-A22A1351BE96}"/>
          </ac:spMkLst>
        </pc:spChg>
        <pc:spChg chg="add mod ord">
          <ac:chgData name="Y I" userId="1ad7123e4ed09ae3" providerId="LiveId" clId="{6DEF62D7-AFC5-4C44-A21D-F291BF42E1B7}" dt="2025-12-19T08:11:52.281" v="15704" actId="1076"/>
          <ac:spMkLst>
            <pc:docMk/>
            <pc:sldMk cId="3714076640" sldId="273"/>
            <ac:spMk id="26" creationId="{20B95E1B-BD49-54EF-0541-582792B52A49}"/>
          </ac:spMkLst>
        </pc:spChg>
        <pc:spChg chg="add mod ord">
          <ac:chgData name="Y I" userId="1ad7123e4ed09ae3" providerId="LiveId" clId="{6DEF62D7-AFC5-4C44-A21D-F291BF42E1B7}" dt="2025-12-19T08:11:52.281" v="15704" actId="1076"/>
          <ac:spMkLst>
            <pc:docMk/>
            <pc:sldMk cId="3714076640" sldId="273"/>
            <ac:spMk id="28" creationId="{C4A3A8B7-35FC-CF98-AA2D-E683957ABDDA}"/>
          </ac:spMkLst>
        </pc:spChg>
        <pc:spChg chg="add mod">
          <ac:chgData name="Y I" userId="1ad7123e4ed09ae3" providerId="LiveId" clId="{6DEF62D7-AFC5-4C44-A21D-F291BF42E1B7}" dt="2025-12-19T05:29:27.010" v="14580" actId="571"/>
          <ac:spMkLst>
            <pc:docMk/>
            <pc:sldMk cId="3714076640" sldId="273"/>
            <ac:spMk id="30" creationId="{6B63F9D7-85C0-8336-4989-0C7763774EF9}"/>
          </ac:spMkLst>
        </pc:spChg>
        <pc:spChg chg="add mod">
          <ac:chgData name="Y I" userId="1ad7123e4ed09ae3" providerId="LiveId" clId="{6DEF62D7-AFC5-4C44-A21D-F291BF42E1B7}" dt="2025-12-19T08:13:23.702" v="15712" actId="1076"/>
          <ac:spMkLst>
            <pc:docMk/>
            <pc:sldMk cId="3714076640" sldId="273"/>
            <ac:spMk id="31" creationId="{BFAEFA72-C542-665E-18B7-1D1770A8A37A}"/>
          </ac:spMkLst>
        </pc:spChg>
        <pc:spChg chg="add mod ord">
          <ac:chgData name="Y I" userId="1ad7123e4ed09ae3" providerId="LiveId" clId="{6DEF62D7-AFC5-4C44-A21D-F291BF42E1B7}" dt="2025-12-19T08:09:04.818" v="15631" actId="1076"/>
          <ac:spMkLst>
            <pc:docMk/>
            <pc:sldMk cId="3714076640" sldId="273"/>
            <ac:spMk id="32" creationId="{4BA1C81F-098F-1055-612E-191842870143}"/>
          </ac:spMkLst>
        </pc:spChg>
        <pc:spChg chg="add mod ord">
          <ac:chgData name="Y I" userId="1ad7123e4ed09ae3" providerId="LiveId" clId="{6DEF62D7-AFC5-4C44-A21D-F291BF42E1B7}" dt="2025-12-19T08:09:04.818" v="15631" actId="1076"/>
          <ac:spMkLst>
            <pc:docMk/>
            <pc:sldMk cId="3714076640" sldId="273"/>
            <ac:spMk id="33" creationId="{88D6E3A3-9EF0-3B7A-3507-B3C4F702192E}"/>
          </ac:spMkLst>
        </pc:spChg>
        <pc:spChg chg="add mod ord">
          <ac:chgData name="Y I" userId="1ad7123e4ed09ae3" providerId="LiveId" clId="{6DEF62D7-AFC5-4C44-A21D-F291BF42E1B7}" dt="2025-12-19T08:09:04.818" v="15631" actId="1076"/>
          <ac:spMkLst>
            <pc:docMk/>
            <pc:sldMk cId="3714076640" sldId="273"/>
            <ac:spMk id="35" creationId="{7C314984-CE84-A3DB-BD5F-CB61571FBB6B}"/>
          </ac:spMkLst>
        </pc:spChg>
        <pc:spChg chg="add mod ord">
          <ac:chgData name="Y I" userId="1ad7123e4ed09ae3" providerId="LiveId" clId="{6DEF62D7-AFC5-4C44-A21D-F291BF42E1B7}" dt="2025-12-19T08:09:04.818" v="15631" actId="1076"/>
          <ac:spMkLst>
            <pc:docMk/>
            <pc:sldMk cId="3714076640" sldId="273"/>
            <ac:spMk id="36" creationId="{7A32930A-F133-6C45-8E10-E4DAC78A51EE}"/>
          </ac:spMkLst>
        </pc:spChg>
        <pc:spChg chg="add mod ord">
          <ac:chgData name="Y I" userId="1ad7123e4ed09ae3" providerId="LiveId" clId="{6DEF62D7-AFC5-4C44-A21D-F291BF42E1B7}" dt="2025-12-19T08:09:04.818" v="15631" actId="1076"/>
          <ac:spMkLst>
            <pc:docMk/>
            <pc:sldMk cId="3714076640" sldId="273"/>
            <ac:spMk id="38" creationId="{D018E769-73F3-2939-8D26-9B21FB0573AD}"/>
          </ac:spMkLst>
        </pc:spChg>
        <pc:spChg chg="add mod ord">
          <ac:chgData name="Y I" userId="1ad7123e4ed09ae3" providerId="LiveId" clId="{6DEF62D7-AFC5-4C44-A21D-F291BF42E1B7}" dt="2025-12-19T08:09:04.818" v="15631" actId="1076"/>
          <ac:spMkLst>
            <pc:docMk/>
            <pc:sldMk cId="3714076640" sldId="273"/>
            <ac:spMk id="39" creationId="{0CE52D74-514B-D763-212B-F28AF05A84E5}"/>
          </ac:spMkLst>
        </pc:spChg>
        <pc:spChg chg="add mod">
          <ac:chgData name="Y I" userId="1ad7123e4ed09ae3" providerId="LiveId" clId="{6DEF62D7-AFC5-4C44-A21D-F291BF42E1B7}" dt="2025-12-19T08:09:03.531" v="15629" actId="1076"/>
          <ac:spMkLst>
            <pc:docMk/>
            <pc:sldMk cId="3714076640" sldId="273"/>
            <ac:spMk id="42" creationId="{45BB2A7E-ACE7-B8A0-2055-99F77E9EA8DB}"/>
          </ac:spMkLst>
        </pc:spChg>
        <pc:spChg chg="add mod ord">
          <ac:chgData name="Y I" userId="1ad7123e4ed09ae3" providerId="LiveId" clId="{6DEF62D7-AFC5-4C44-A21D-F291BF42E1B7}" dt="2025-12-19T06:46:34.908" v="15233" actId="14100"/>
          <ac:spMkLst>
            <pc:docMk/>
            <pc:sldMk cId="3714076640" sldId="273"/>
            <ac:spMk id="43" creationId="{905380C7-633B-EDE9-6983-86E4828BD845}"/>
          </ac:spMkLst>
        </pc:spChg>
        <pc:spChg chg="add mod">
          <ac:chgData name="Y I" userId="1ad7123e4ed09ae3" providerId="LiveId" clId="{6DEF62D7-AFC5-4C44-A21D-F291BF42E1B7}" dt="2025-12-19T06:47:03.980" v="15235" actId="1076"/>
          <ac:spMkLst>
            <pc:docMk/>
            <pc:sldMk cId="3714076640" sldId="273"/>
            <ac:spMk id="44" creationId="{288E17D5-4A09-D914-216C-B167429B96CB}"/>
          </ac:spMkLst>
        </pc:spChg>
        <pc:spChg chg="add mod">
          <ac:chgData name="Y I" userId="1ad7123e4ed09ae3" providerId="LiveId" clId="{6DEF62D7-AFC5-4C44-A21D-F291BF42E1B7}" dt="2025-12-19T08:03:15.371" v="15471" actId="255"/>
          <ac:spMkLst>
            <pc:docMk/>
            <pc:sldMk cId="3714076640" sldId="273"/>
            <ac:spMk id="45" creationId="{86982A66-6A50-7962-ED92-10F5A8FAECFF}"/>
          </ac:spMkLst>
        </pc:spChg>
        <pc:spChg chg="add mod">
          <ac:chgData name="Y I" userId="1ad7123e4ed09ae3" providerId="LiveId" clId="{6DEF62D7-AFC5-4C44-A21D-F291BF42E1B7}" dt="2025-12-19T08:08:49.449" v="15615"/>
          <ac:spMkLst>
            <pc:docMk/>
            <pc:sldMk cId="3714076640" sldId="273"/>
            <ac:spMk id="46" creationId="{301F27F3-DBD6-CD4F-B402-469A69E38AB0}"/>
          </ac:spMkLst>
        </pc:spChg>
        <pc:spChg chg="add mod">
          <ac:chgData name="Y I" userId="1ad7123e4ed09ae3" providerId="LiveId" clId="{6DEF62D7-AFC5-4C44-A21D-F291BF42E1B7}" dt="2025-12-19T08:08:49.449" v="15615"/>
          <ac:spMkLst>
            <pc:docMk/>
            <pc:sldMk cId="3714076640" sldId="273"/>
            <ac:spMk id="47" creationId="{D419AFBE-5806-AFB9-F1B2-729797F9679D}"/>
          </ac:spMkLst>
        </pc:spChg>
        <pc:spChg chg="add mod">
          <ac:chgData name="Y I" userId="1ad7123e4ed09ae3" providerId="LiveId" clId="{6DEF62D7-AFC5-4C44-A21D-F291BF42E1B7}" dt="2025-12-19T08:08:49.449" v="15615"/>
          <ac:spMkLst>
            <pc:docMk/>
            <pc:sldMk cId="3714076640" sldId="273"/>
            <ac:spMk id="49" creationId="{90424F87-8068-B151-520B-7016E95B4085}"/>
          </ac:spMkLst>
        </pc:spChg>
        <pc:spChg chg="add mod">
          <ac:chgData name="Y I" userId="1ad7123e4ed09ae3" providerId="LiveId" clId="{6DEF62D7-AFC5-4C44-A21D-F291BF42E1B7}" dt="2025-12-19T08:08:49.449" v="15615"/>
          <ac:spMkLst>
            <pc:docMk/>
            <pc:sldMk cId="3714076640" sldId="273"/>
            <ac:spMk id="50" creationId="{009E9318-196D-2060-78A7-E1606E4371B2}"/>
          </ac:spMkLst>
        </pc:spChg>
        <pc:spChg chg="add mod">
          <ac:chgData name="Y I" userId="1ad7123e4ed09ae3" providerId="LiveId" clId="{6DEF62D7-AFC5-4C44-A21D-F291BF42E1B7}" dt="2025-12-19T08:08:49.449" v="15615"/>
          <ac:spMkLst>
            <pc:docMk/>
            <pc:sldMk cId="3714076640" sldId="273"/>
            <ac:spMk id="52" creationId="{C0A41532-496C-A247-3A6D-6BB6C270247A}"/>
          </ac:spMkLst>
        </pc:spChg>
        <pc:spChg chg="add mod">
          <ac:chgData name="Y I" userId="1ad7123e4ed09ae3" providerId="LiveId" clId="{6DEF62D7-AFC5-4C44-A21D-F291BF42E1B7}" dt="2025-12-19T08:08:49.449" v="15615"/>
          <ac:spMkLst>
            <pc:docMk/>
            <pc:sldMk cId="3714076640" sldId="273"/>
            <ac:spMk id="53" creationId="{2C341253-5788-1CDD-8DBB-4D9CE6A370C0}"/>
          </ac:spMkLst>
        </pc:spChg>
        <pc:spChg chg="add mod">
          <ac:chgData name="Y I" userId="1ad7123e4ed09ae3" providerId="LiveId" clId="{6DEF62D7-AFC5-4C44-A21D-F291BF42E1B7}" dt="2025-12-19T08:08:49.449" v="15615"/>
          <ac:spMkLst>
            <pc:docMk/>
            <pc:sldMk cId="3714076640" sldId="273"/>
            <ac:spMk id="55" creationId="{7759FC08-AB63-7C8D-E7BF-4C1D0E5A80BB}"/>
          </ac:spMkLst>
        </pc:spChg>
        <pc:spChg chg="add mod">
          <ac:chgData name="Y I" userId="1ad7123e4ed09ae3" providerId="LiveId" clId="{6DEF62D7-AFC5-4C44-A21D-F291BF42E1B7}" dt="2025-12-19T08:08:49.449" v="15615"/>
          <ac:spMkLst>
            <pc:docMk/>
            <pc:sldMk cId="3714076640" sldId="273"/>
            <ac:spMk id="56" creationId="{2A8A5202-64EF-A3A1-D04B-EABCAE7251D7}"/>
          </ac:spMkLst>
        </pc:spChg>
        <pc:graphicFrameChg chg="add mod modGraphic">
          <ac:chgData name="Y I" userId="1ad7123e4ed09ae3" providerId="LiveId" clId="{6DEF62D7-AFC5-4C44-A21D-F291BF42E1B7}" dt="2025-12-19T07:55:43.628" v="15354" actId="20577"/>
          <ac:graphicFrameMkLst>
            <pc:docMk/>
            <pc:sldMk cId="3714076640" sldId="273"/>
            <ac:graphicFrameMk id="9" creationId="{CFD26BDC-B538-EF9D-6FCB-390CAAFC3912}"/>
          </ac:graphicFrameMkLst>
        </pc:graphicFrameChg>
        <pc:graphicFrameChg chg="add mod modGraphic">
          <ac:chgData name="Y I" userId="1ad7123e4ed09ae3" providerId="LiveId" clId="{6DEF62D7-AFC5-4C44-A21D-F291BF42E1B7}" dt="2025-12-19T08:12:02.413" v="15705" actId="1076"/>
          <ac:graphicFrameMkLst>
            <pc:docMk/>
            <pc:sldMk cId="3714076640" sldId="273"/>
            <ac:graphicFrameMk id="10" creationId="{81C59034-F6F5-B9A9-5B22-774F09EF5FF0}"/>
          </ac:graphicFrameMkLst>
        </pc:graphicFrameChg>
        <pc:graphicFrameChg chg="add mod modGraphic">
          <ac:chgData name="Y I" userId="1ad7123e4ed09ae3" providerId="LiveId" clId="{6DEF62D7-AFC5-4C44-A21D-F291BF42E1B7}" dt="2025-12-19T08:09:10.495" v="15633" actId="20577"/>
          <ac:graphicFrameMkLst>
            <pc:docMk/>
            <pc:sldMk cId="3714076640" sldId="273"/>
            <ac:graphicFrameMk id="12" creationId="{8FCF869E-FCBD-4BCB-E699-EB73F8FB298F}"/>
          </ac:graphicFrameMkLst>
        </pc:graphicFrameChg>
        <pc:graphicFrameChg chg="add mod">
          <ac:chgData name="Y I" userId="1ad7123e4ed09ae3" providerId="LiveId" clId="{6DEF62D7-AFC5-4C44-A21D-F291BF42E1B7}" dt="2025-12-19T05:26:17.821" v="14418"/>
          <ac:graphicFrameMkLst>
            <pc:docMk/>
            <pc:sldMk cId="3714076640" sldId="273"/>
            <ac:graphicFrameMk id="15" creationId="{0DA7477D-16C0-A68F-D06E-A65239223A24}"/>
          </ac:graphicFrameMkLst>
        </pc:graphicFrameChg>
        <pc:graphicFrameChg chg="add mod">
          <ac:chgData name="Y I" userId="1ad7123e4ed09ae3" providerId="LiveId" clId="{6DEF62D7-AFC5-4C44-A21D-F291BF42E1B7}" dt="2025-12-19T05:26:16.708" v="14417"/>
          <ac:graphicFrameMkLst>
            <pc:docMk/>
            <pc:sldMk cId="3714076640" sldId="273"/>
            <ac:graphicFrameMk id="18" creationId="{756ABB0F-7973-5ECE-DBBA-E4BFB6E27BE3}"/>
          </ac:graphicFrameMkLst>
        </pc:graphicFrameChg>
        <pc:graphicFrameChg chg="add mod ord">
          <ac:chgData name="Y I" userId="1ad7123e4ed09ae3" providerId="LiveId" clId="{6DEF62D7-AFC5-4C44-A21D-F291BF42E1B7}" dt="2025-12-19T05:27:27.722" v="14440" actId="1035"/>
          <ac:graphicFrameMkLst>
            <pc:docMk/>
            <pc:sldMk cId="3714076640" sldId="273"/>
            <ac:graphicFrameMk id="21" creationId="{E84594D9-E332-0261-79DE-0340EF6568B9}"/>
          </ac:graphicFrameMkLst>
        </pc:graphicFrameChg>
        <pc:graphicFrameChg chg="add mod ord">
          <ac:chgData name="Y I" userId="1ad7123e4ed09ae3" providerId="LiveId" clId="{6DEF62D7-AFC5-4C44-A21D-F291BF42E1B7}" dt="2025-12-19T08:11:52.281" v="15704" actId="1076"/>
          <ac:graphicFrameMkLst>
            <pc:docMk/>
            <pc:sldMk cId="3714076640" sldId="273"/>
            <ac:graphicFrameMk id="24" creationId="{F992BCAD-898F-7759-9110-D0A9AC495573}"/>
          </ac:graphicFrameMkLst>
        </pc:graphicFrameChg>
        <pc:graphicFrameChg chg="add mod ord">
          <ac:chgData name="Y I" userId="1ad7123e4ed09ae3" providerId="LiveId" clId="{6DEF62D7-AFC5-4C44-A21D-F291BF42E1B7}" dt="2025-12-19T08:11:52.281" v="15704" actId="1076"/>
          <ac:graphicFrameMkLst>
            <pc:docMk/>
            <pc:sldMk cId="3714076640" sldId="273"/>
            <ac:graphicFrameMk id="27" creationId="{335FDF14-C792-8F0A-A280-D0C90774999E}"/>
          </ac:graphicFrameMkLst>
        </pc:graphicFrameChg>
        <pc:graphicFrameChg chg="add mod ord">
          <ac:chgData name="Y I" userId="1ad7123e4ed09ae3" providerId="LiveId" clId="{6DEF62D7-AFC5-4C44-A21D-F291BF42E1B7}" dt="2025-12-19T05:31:32.863" v="14723" actId="1035"/>
          <ac:graphicFrameMkLst>
            <pc:docMk/>
            <pc:sldMk cId="3714076640" sldId="273"/>
            <ac:graphicFrameMk id="34" creationId="{528CA8EB-3A93-B114-AC01-B1526572EAEF}"/>
          </ac:graphicFrameMkLst>
        </pc:graphicFrameChg>
        <pc:graphicFrameChg chg="add mod ord">
          <ac:chgData name="Y I" userId="1ad7123e4ed09ae3" providerId="LiveId" clId="{6DEF62D7-AFC5-4C44-A21D-F291BF42E1B7}" dt="2025-12-19T05:31:58.005" v="14739" actId="1037"/>
          <ac:graphicFrameMkLst>
            <pc:docMk/>
            <pc:sldMk cId="3714076640" sldId="273"/>
            <ac:graphicFrameMk id="37" creationId="{5872DDA7-F21F-35AF-3827-3663E70A62FE}"/>
          </ac:graphicFrameMkLst>
        </pc:graphicFrameChg>
        <pc:graphicFrameChg chg="add mod ord">
          <ac:chgData name="Y I" userId="1ad7123e4ed09ae3" providerId="LiveId" clId="{6DEF62D7-AFC5-4C44-A21D-F291BF42E1B7}" dt="2025-12-19T08:09:04.818" v="15631" actId="1076"/>
          <ac:graphicFrameMkLst>
            <pc:docMk/>
            <pc:sldMk cId="3714076640" sldId="273"/>
            <ac:graphicFrameMk id="40" creationId="{BD5E1DCF-1EC9-C7C5-610C-EC0A455D1E75}"/>
          </ac:graphicFrameMkLst>
        </pc:graphicFrameChg>
        <pc:graphicFrameChg chg="add mod">
          <ac:chgData name="Y I" userId="1ad7123e4ed09ae3" providerId="LiveId" clId="{6DEF62D7-AFC5-4C44-A21D-F291BF42E1B7}" dt="2025-12-19T08:08:49.449" v="15615"/>
          <ac:graphicFrameMkLst>
            <pc:docMk/>
            <pc:sldMk cId="3714076640" sldId="273"/>
            <ac:graphicFrameMk id="48" creationId="{2AA70744-01D4-8CD3-9FED-B8A083825D2E}"/>
          </ac:graphicFrameMkLst>
        </pc:graphicFrameChg>
        <pc:graphicFrameChg chg="add mod">
          <ac:chgData name="Y I" userId="1ad7123e4ed09ae3" providerId="LiveId" clId="{6DEF62D7-AFC5-4C44-A21D-F291BF42E1B7}" dt="2025-12-19T08:08:49.449" v="15615"/>
          <ac:graphicFrameMkLst>
            <pc:docMk/>
            <pc:sldMk cId="3714076640" sldId="273"/>
            <ac:graphicFrameMk id="54" creationId="{9E88F096-6322-93F0-6CB7-F03E1668214D}"/>
          </ac:graphicFrameMkLst>
        </pc:graphicFrameChg>
        <pc:cxnChg chg="add mod">
          <ac:chgData name="Y I" userId="1ad7123e4ed09ae3" providerId="LiveId" clId="{6DEF62D7-AFC5-4C44-A21D-F291BF42E1B7}" dt="2025-12-19T05:29:10.568" v="14578" actId="1036"/>
          <ac:cxnSpMkLst>
            <pc:docMk/>
            <pc:sldMk cId="3714076640" sldId="273"/>
            <ac:cxnSpMk id="29" creationId="{7EBDCD7B-9504-E43E-C8D0-ECBB1B6544DD}"/>
          </ac:cxnSpMkLst>
        </pc:cxnChg>
        <pc:cxnChg chg="add mod">
          <ac:chgData name="Y I" userId="1ad7123e4ed09ae3" providerId="LiveId" clId="{6DEF62D7-AFC5-4C44-A21D-F291BF42E1B7}" dt="2025-12-19T08:08:59.912" v="15620" actId="1035"/>
          <ac:cxnSpMkLst>
            <pc:docMk/>
            <pc:sldMk cId="3714076640" sldId="273"/>
            <ac:cxnSpMk id="41" creationId="{A1F573A6-AB09-712F-9ECA-EA7F8F1B2495}"/>
          </ac:cxnSpMkLst>
        </pc:cxnChg>
      </pc:sldChg>
      <pc:sldChg chg="addSp delSp modSp new del mod">
        <pc:chgData name="Y I" userId="1ad7123e4ed09ae3" providerId="LiveId" clId="{6DEF62D7-AFC5-4C44-A21D-F291BF42E1B7}" dt="2025-12-18T05:35:05.244" v="10446" actId="2696"/>
        <pc:sldMkLst>
          <pc:docMk/>
          <pc:sldMk cId="3146854011" sldId="274"/>
        </pc:sldMkLst>
        <pc:spChg chg="del mod">
          <ac:chgData name="Y I" userId="1ad7123e4ed09ae3" providerId="LiveId" clId="{6DEF62D7-AFC5-4C44-A21D-F291BF42E1B7}" dt="2025-12-18T05:04:18.164" v="10318" actId="478"/>
          <ac:spMkLst>
            <pc:docMk/>
            <pc:sldMk cId="3146854011" sldId="274"/>
            <ac:spMk id="3" creationId="{7D689FAD-DD6B-F5C1-485F-90D438C524AB}"/>
          </ac:spMkLst>
        </pc:spChg>
        <pc:spChg chg="mod">
          <ac:chgData name="Y I" userId="1ad7123e4ed09ae3" providerId="LiveId" clId="{6DEF62D7-AFC5-4C44-A21D-F291BF42E1B7}" dt="2025-12-18T05:31:47.418" v="10418" actId="14100"/>
          <ac:spMkLst>
            <pc:docMk/>
            <pc:sldMk cId="3146854011" sldId="274"/>
            <ac:spMk id="5" creationId="{05B50337-FAD0-BFD1-2B06-C56D45EB6C84}"/>
          </ac:spMkLst>
        </pc:spChg>
        <pc:spChg chg="mod topLvl">
          <ac:chgData name="Y I" userId="1ad7123e4ed09ae3" providerId="LiveId" clId="{6DEF62D7-AFC5-4C44-A21D-F291BF42E1B7}" dt="2025-12-18T05:31:59.193" v="10419" actId="1076"/>
          <ac:spMkLst>
            <pc:docMk/>
            <pc:sldMk cId="3146854011" sldId="274"/>
            <ac:spMk id="7" creationId="{28ED9474-8C10-3D9D-4829-64B007348C60}"/>
          </ac:spMkLst>
        </pc:spChg>
        <pc:spChg chg="mod topLvl">
          <ac:chgData name="Y I" userId="1ad7123e4ed09ae3" providerId="LiveId" clId="{6DEF62D7-AFC5-4C44-A21D-F291BF42E1B7}" dt="2025-12-18T05:31:59.193" v="10419" actId="1076"/>
          <ac:spMkLst>
            <pc:docMk/>
            <pc:sldMk cId="3146854011" sldId="274"/>
            <ac:spMk id="18" creationId="{F47EBE9C-DCF3-EBC2-7492-2EC9A4C6C8A7}"/>
          </ac:spMkLst>
        </pc:spChg>
        <pc:spChg chg="mod topLvl">
          <ac:chgData name="Y I" userId="1ad7123e4ed09ae3" providerId="LiveId" clId="{6DEF62D7-AFC5-4C44-A21D-F291BF42E1B7}" dt="2025-12-18T05:31:59.193" v="10419" actId="1076"/>
          <ac:spMkLst>
            <pc:docMk/>
            <pc:sldMk cId="3146854011" sldId="274"/>
            <ac:spMk id="22" creationId="{049AEAB1-7020-29F8-F56D-5C77BBE339ED}"/>
          </ac:spMkLst>
        </pc:spChg>
        <pc:spChg chg="mod topLvl">
          <ac:chgData name="Y I" userId="1ad7123e4ed09ae3" providerId="LiveId" clId="{6DEF62D7-AFC5-4C44-A21D-F291BF42E1B7}" dt="2025-12-18T05:31:59.193" v="10419" actId="1076"/>
          <ac:spMkLst>
            <pc:docMk/>
            <pc:sldMk cId="3146854011" sldId="274"/>
            <ac:spMk id="26" creationId="{D5F7F7E5-9CF1-D649-AC0A-7EDA8DC84AB3}"/>
          </ac:spMkLst>
        </pc:spChg>
        <pc:spChg chg="mod topLvl">
          <ac:chgData name="Y I" userId="1ad7123e4ed09ae3" providerId="LiveId" clId="{6DEF62D7-AFC5-4C44-A21D-F291BF42E1B7}" dt="2025-12-18T05:31:59.193" v="10419" actId="1076"/>
          <ac:spMkLst>
            <pc:docMk/>
            <pc:sldMk cId="3146854011" sldId="274"/>
            <ac:spMk id="27" creationId="{A9840231-235F-882C-1DE6-E22CFFC2E5F1}"/>
          </ac:spMkLst>
        </pc:spChg>
        <pc:spChg chg="mod topLvl">
          <ac:chgData name="Y I" userId="1ad7123e4ed09ae3" providerId="LiveId" clId="{6DEF62D7-AFC5-4C44-A21D-F291BF42E1B7}" dt="2025-12-18T05:31:59.193" v="10419" actId="1076"/>
          <ac:spMkLst>
            <pc:docMk/>
            <pc:sldMk cId="3146854011" sldId="274"/>
            <ac:spMk id="29" creationId="{5BC34988-347B-704F-2A19-AD223DC3979E}"/>
          </ac:spMkLst>
        </pc:spChg>
        <pc:spChg chg="mod">
          <ac:chgData name="Y I" userId="1ad7123e4ed09ae3" providerId="LiveId" clId="{6DEF62D7-AFC5-4C44-A21D-F291BF42E1B7}" dt="2025-12-18T05:05:31.760" v="10351" actId="14100"/>
          <ac:spMkLst>
            <pc:docMk/>
            <pc:sldMk cId="3146854011" sldId="274"/>
            <ac:spMk id="31" creationId="{C3CE57AF-D090-D680-58BC-C20FEE4CE28D}"/>
          </ac:spMkLst>
        </pc:spChg>
        <pc:spChg chg="mod topLvl">
          <ac:chgData name="Y I" userId="1ad7123e4ed09ae3" providerId="LiveId" clId="{6DEF62D7-AFC5-4C44-A21D-F291BF42E1B7}" dt="2025-12-18T05:31:59.193" v="10419" actId="1076"/>
          <ac:spMkLst>
            <pc:docMk/>
            <pc:sldMk cId="3146854011" sldId="274"/>
            <ac:spMk id="40" creationId="{987B1C2D-E1BE-154C-3605-0C7047EF83EB}"/>
          </ac:spMkLst>
        </pc:spChg>
        <pc:spChg chg="mod topLvl">
          <ac:chgData name="Y I" userId="1ad7123e4ed09ae3" providerId="LiveId" clId="{6DEF62D7-AFC5-4C44-A21D-F291BF42E1B7}" dt="2025-12-18T05:31:59.193" v="10419" actId="1076"/>
          <ac:spMkLst>
            <pc:docMk/>
            <pc:sldMk cId="3146854011" sldId="274"/>
            <ac:spMk id="41" creationId="{9446A7E3-C240-266E-1CF2-75820EEBD6BA}"/>
          </ac:spMkLst>
        </pc:spChg>
        <pc:spChg chg="mod">
          <ac:chgData name="Y I" userId="1ad7123e4ed09ae3" providerId="LiveId" clId="{6DEF62D7-AFC5-4C44-A21D-F291BF42E1B7}" dt="2025-12-18T05:04:31.006" v="10320" actId="1076"/>
          <ac:spMkLst>
            <pc:docMk/>
            <pc:sldMk cId="3146854011" sldId="274"/>
            <ac:spMk id="50" creationId="{BE70F653-0508-157A-43F0-22ED2BD4BA4F}"/>
          </ac:spMkLst>
        </pc:spChg>
        <pc:spChg chg="mod">
          <ac:chgData name="Y I" userId="1ad7123e4ed09ae3" providerId="LiveId" clId="{6DEF62D7-AFC5-4C44-A21D-F291BF42E1B7}" dt="2025-12-18T05:05:07.829" v="10346" actId="255"/>
          <ac:spMkLst>
            <pc:docMk/>
            <pc:sldMk cId="3146854011" sldId="274"/>
            <ac:spMk id="59" creationId="{F34AC234-DC91-F89D-A1B1-8E4E4B7EFE92}"/>
          </ac:spMkLst>
        </pc:spChg>
        <pc:spChg chg="mod">
          <ac:chgData name="Y I" userId="1ad7123e4ed09ae3" providerId="LiveId" clId="{6DEF62D7-AFC5-4C44-A21D-F291BF42E1B7}" dt="2025-12-18T05:05:07.829" v="10346" actId="255"/>
          <ac:spMkLst>
            <pc:docMk/>
            <pc:sldMk cId="3146854011" sldId="274"/>
            <ac:spMk id="63" creationId="{34F64BB0-F0F2-E763-DB04-23FDE048B173}"/>
          </ac:spMkLst>
        </pc:spChg>
        <pc:spChg chg="mod topLvl">
          <ac:chgData name="Y I" userId="1ad7123e4ed09ae3" providerId="LiveId" clId="{6DEF62D7-AFC5-4C44-A21D-F291BF42E1B7}" dt="2025-12-18T05:31:59.193" v="10419" actId="1076"/>
          <ac:spMkLst>
            <pc:docMk/>
            <pc:sldMk cId="3146854011" sldId="274"/>
            <ac:spMk id="65" creationId="{DE19B9FE-EFA4-C026-74B9-090E92F051C8}"/>
          </ac:spMkLst>
        </pc:spChg>
        <pc:spChg chg="mod topLvl">
          <ac:chgData name="Y I" userId="1ad7123e4ed09ae3" providerId="LiveId" clId="{6DEF62D7-AFC5-4C44-A21D-F291BF42E1B7}" dt="2025-12-18T05:31:59.193" v="10419" actId="1076"/>
          <ac:spMkLst>
            <pc:docMk/>
            <pc:sldMk cId="3146854011" sldId="274"/>
            <ac:spMk id="66" creationId="{AC1C0210-A9B4-1E6A-02F5-4CCB64108C7D}"/>
          </ac:spMkLst>
        </pc:spChg>
        <pc:spChg chg="mod">
          <ac:chgData name="Y I" userId="1ad7123e4ed09ae3" providerId="LiveId" clId="{6DEF62D7-AFC5-4C44-A21D-F291BF42E1B7}" dt="2025-12-18T05:04:51.474" v="10345" actId="1036"/>
          <ac:spMkLst>
            <pc:docMk/>
            <pc:sldMk cId="3146854011" sldId="274"/>
            <ac:spMk id="67" creationId="{AB95A535-C336-7145-61A7-BAE1DA60E546}"/>
          </ac:spMkLst>
        </pc:spChg>
        <pc:spChg chg="mod">
          <ac:chgData name="Y I" userId="1ad7123e4ed09ae3" providerId="LiveId" clId="{6DEF62D7-AFC5-4C44-A21D-F291BF42E1B7}" dt="2025-12-18T05:27:20.386" v="10356"/>
          <ac:spMkLst>
            <pc:docMk/>
            <pc:sldMk cId="3146854011" sldId="274"/>
            <ac:spMk id="92" creationId="{9CDDE1BF-6291-8796-BB03-45D166EE7707}"/>
          </ac:spMkLst>
        </pc:spChg>
        <pc:spChg chg="mod">
          <ac:chgData name="Y I" userId="1ad7123e4ed09ae3" providerId="LiveId" clId="{6DEF62D7-AFC5-4C44-A21D-F291BF42E1B7}" dt="2025-12-18T05:27:20.386" v="10356"/>
          <ac:spMkLst>
            <pc:docMk/>
            <pc:sldMk cId="3146854011" sldId="274"/>
            <ac:spMk id="94" creationId="{88A56927-1FCE-4260-63D9-5A60DBF802A6}"/>
          </ac:spMkLst>
        </pc:spChg>
        <pc:spChg chg="mod">
          <ac:chgData name="Y I" userId="1ad7123e4ed09ae3" providerId="LiveId" clId="{6DEF62D7-AFC5-4C44-A21D-F291BF42E1B7}" dt="2025-12-18T05:27:20.386" v="10356"/>
          <ac:spMkLst>
            <pc:docMk/>
            <pc:sldMk cId="3146854011" sldId="274"/>
            <ac:spMk id="95" creationId="{6B6BD2C3-90CB-5AD7-6A40-386768707C89}"/>
          </ac:spMkLst>
        </pc:spChg>
        <pc:spChg chg="mod">
          <ac:chgData name="Y I" userId="1ad7123e4ed09ae3" providerId="LiveId" clId="{6DEF62D7-AFC5-4C44-A21D-F291BF42E1B7}" dt="2025-12-18T05:27:20.386" v="10356"/>
          <ac:spMkLst>
            <pc:docMk/>
            <pc:sldMk cId="3146854011" sldId="274"/>
            <ac:spMk id="106" creationId="{D47C7839-F973-479B-E952-D81031F56E94}"/>
          </ac:spMkLst>
        </pc:spChg>
        <pc:spChg chg="mod">
          <ac:chgData name="Y I" userId="1ad7123e4ed09ae3" providerId="LiveId" clId="{6DEF62D7-AFC5-4C44-A21D-F291BF42E1B7}" dt="2025-12-18T05:27:20.386" v="10356"/>
          <ac:spMkLst>
            <pc:docMk/>
            <pc:sldMk cId="3146854011" sldId="274"/>
            <ac:spMk id="111" creationId="{19F38BBC-0C50-4E79-8961-8E0230B1B29D}"/>
          </ac:spMkLst>
        </pc:spChg>
        <pc:spChg chg="mod">
          <ac:chgData name="Y I" userId="1ad7123e4ed09ae3" providerId="LiveId" clId="{6DEF62D7-AFC5-4C44-A21D-F291BF42E1B7}" dt="2025-12-18T05:27:20.386" v="10356"/>
          <ac:spMkLst>
            <pc:docMk/>
            <pc:sldMk cId="3146854011" sldId="274"/>
            <ac:spMk id="113" creationId="{A7310157-8ED0-EC47-0063-BD2F59E33C70}"/>
          </ac:spMkLst>
        </pc:spChg>
        <pc:spChg chg="mod">
          <ac:chgData name="Y I" userId="1ad7123e4ed09ae3" providerId="LiveId" clId="{6DEF62D7-AFC5-4C44-A21D-F291BF42E1B7}" dt="2025-12-18T05:27:20.386" v="10356"/>
          <ac:spMkLst>
            <pc:docMk/>
            <pc:sldMk cId="3146854011" sldId="274"/>
            <ac:spMk id="125" creationId="{F2D74A49-35BB-ECF1-887C-3C81C0168D4A}"/>
          </ac:spMkLst>
        </pc:spChg>
        <pc:spChg chg="mod">
          <ac:chgData name="Y I" userId="1ad7123e4ed09ae3" providerId="LiveId" clId="{6DEF62D7-AFC5-4C44-A21D-F291BF42E1B7}" dt="2025-12-18T05:27:20.386" v="10356"/>
          <ac:spMkLst>
            <pc:docMk/>
            <pc:sldMk cId="3146854011" sldId="274"/>
            <ac:spMk id="126" creationId="{25940787-F0A5-FFF3-9EAC-A64A5C5D4217}"/>
          </ac:spMkLst>
        </pc:spChg>
        <pc:spChg chg="mod">
          <ac:chgData name="Y I" userId="1ad7123e4ed09ae3" providerId="LiveId" clId="{6DEF62D7-AFC5-4C44-A21D-F291BF42E1B7}" dt="2025-12-18T05:27:20.386" v="10356"/>
          <ac:spMkLst>
            <pc:docMk/>
            <pc:sldMk cId="3146854011" sldId="274"/>
            <ac:spMk id="130" creationId="{8FAD97BF-8586-6E36-9518-678CABFB59FC}"/>
          </ac:spMkLst>
        </pc:spChg>
        <pc:spChg chg="mod">
          <ac:chgData name="Y I" userId="1ad7123e4ed09ae3" providerId="LiveId" clId="{6DEF62D7-AFC5-4C44-A21D-F291BF42E1B7}" dt="2025-12-18T05:27:20.386" v="10356"/>
          <ac:spMkLst>
            <pc:docMk/>
            <pc:sldMk cId="3146854011" sldId="274"/>
            <ac:spMk id="138" creationId="{5CA5510B-5CD4-E9AA-F050-ED9DB76050DE}"/>
          </ac:spMkLst>
        </pc:spChg>
        <pc:grpChg chg="mod">
          <ac:chgData name="Y I" userId="1ad7123e4ed09ae3" providerId="LiveId" clId="{6DEF62D7-AFC5-4C44-A21D-F291BF42E1B7}" dt="2025-12-18T05:31:34.059" v="10415" actId="14100"/>
          <ac:grpSpMkLst>
            <pc:docMk/>
            <pc:sldMk cId="3146854011" sldId="274"/>
            <ac:grpSpMk id="4" creationId="{1AB47017-1D32-7ABF-C383-6DEEEA267D6A}"/>
          </ac:grpSpMkLst>
        </pc:grpChg>
        <pc:graphicFrameChg chg="add mod modGraphic">
          <ac:chgData name="Y I" userId="1ad7123e4ed09ae3" providerId="LiveId" clId="{6DEF62D7-AFC5-4C44-A21D-F291BF42E1B7}" dt="2025-12-18T05:33:12.819" v="10438"/>
          <ac:graphicFrameMkLst>
            <pc:docMk/>
            <pc:sldMk cId="3146854011" sldId="274"/>
            <ac:graphicFrameMk id="140" creationId="{9967C2A2-809E-62DD-0E45-214ECC27A10B}"/>
          </ac:graphicFrameMkLst>
        </pc:graphicFrameChg>
        <pc:cxnChg chg="mod">
          <ac:chgData name="Y I" userId="1ad7123e4ed09ae3" providerId="LiveId" clId="{6DEF62D7-AFC5-4C44-A21D-F291BF42E1B7}" dt="2025-12-18T05:05:31.760" v="10351" actId="14100"/>
          <ac:cxnSpMkLst>
            <pc:docMk/>
            <pc:sldMk cId="3146854011" sldId="274"/>
            <ac:cxnSpMk id="69" creationId="{AAC503C4-175B-968E-6837-F490DD470E58}"/>
          </ac:cxnSpMkLst>
        </pc:cxnChg>
      </pc:sldChg>
      <pc:sldChg chg="addSp delSp modSp new del mod">
        <pc:chgData name="Y I" userId="1ad7123e4ed09ae3" providerId="LiveId" clId="{6DEF62D7-AFC5-4C44-A21D-F291BF42E1B7}" dt="2025-12-19T13:12:54.651" v="17837" actId="2696"/>
        <pc:sldMkLst>
          <pc:docMk/>
          <pc:sldMk cId="639691819" sldId="275"/>
        </pc:sldMkLst>
        <pc:spChg chg="mod">
          <ac:chgData name="Y I" userId="1ad7123e4ed09ae3" providerId="LiveId" clId="{6DEF62D7-AFC5-4C44-A21D-F291BF42E1B7}" dt="2025-12-18T05:34:47.126" v="10445" actId="14100"/>
          <ac:spMkLst>
            <pc:docMk/>
            <pc:sldMk cId="639691819" sldId="275"/>
            <ac:spMk id="3" creationId="{8107CD30-B16C-129E-68AA-CAAA24BCAE0E}"/>
          </ac:spMkLst>
        </pc:spChg>
        <pc:spChg chg="del mod">
          <ac:chgData name="Y I" userId="1ad7123e4ed09ae3" providerId="LiveId" clId="{6DEF62D7-AFC5-4C44-A21D-F291BF42E1B7}" dt="2025-12-18T07:07:33.981" v="11644" actId="478"/>
          <ac:spMkLst>
            <pc:docMk/>
            <pc:sldMk cId="639691819" sldId="275"/>
            <ac:spMk id="4" creationId="{25698898-F095-D11C-C728-C1EC803A0A54}"/>
          </ac:spMkLst>
        </pc:spChg>
        <pc:spChg chg="mod ord">
          <ac:chgData name="Y I" userId="1ad7123e4ed09ae3" providerId="LiveId" clId="{6DEF62D7-AFC5-4C44-A21D-F291BF42E1B7}" dt="2025-12-18T23:58:05.577" v="13812" actId="167"/>
          <ac:spMkLst>
            <pc:docMk/>
            <pc:sldMk cId="639691819" sldId="275"/>
            <ac:spMk id="5" creationId="{0AF74C0D-44AB-E8D1-1DF6-BA02E2379305}"/>
          </ac:spMkLst>
        </pc:spChg>
        <pc:spChg chg="mod">
          <ac:chgData name="Y I" userId="1ad7123e4ed09ae3" providerId="LiveId" clId="{6DEF62D7-AFC5-4C44-A21D-F291BF42E1B7}" dt="2025-12-18T23:56:26.402" v="13776" actId="1036"/>
          <ac:spMkLst>
            <pc:docMk/>
            <pc:sldMk cId="639691819" sldId="275"/>
            <ac:spMk id="16" creationId="{957940AB-D105-568C-D70C-772657D602DF}"/>
          </ac:spMkLst>
        </pc:spChg>
        <pc:spChg chg="mod">
          <ac:chgData name="Y I" userId="1ad7123e4ed09ae3" providerId="LiveId" clId="{6DEF62D7-AFC5-4C44-A21D-F291BF42E1B7}" dt="2025-12-18T23:55:28.823" v="13746" actId="1038"/>
          <ac:spMkLst>
            <pc:docMk/>
            <pc:sldMk cId="639691819" sldId="275"/>
            <ac:spMk id="17" creationId="{23153539-466E-CF8D-5F8F-9D33019653CB}"/>
          </ac:spMkLst>
        </pc:spChg>
        <pc:spChg chg="mod">
          <ac:chgData name="Y I" userId="1ad7123e4ed09ae3" providerId="LiveId" clId="{6DEF62D7-AFC5-4C44-A21D-F291BF42E1B7}" dt="2025-12-18T23:55:41.876" v="13752" actId="1038"/>
          <ac:spMkLst>
            <pc:docMk/>
            <pc:sldMk cId="639691819" sldId="275"/>
            <ac:spMk id="18" creationId="{FAF307F3-7223-493A-4EF4-3B02B973552A}"/>
          </ac:spMkLst>
        </pc:spChg>
        <pc:spChg chg="mod">
          <ac:chgData name="Y I" userId="1ad7123e4ed09ae3" providerId="LiveId" clId="{6DEF62D7-AFC5-4C44-A21D-F291BF42E1B7}" dt="2025-12-18T23:55:51.442" v="13759" actId="1035"/>
          <ac:spMkLst>
            <pc:docMk/>
            <pc:sldMk cId="639691819" sldId="275"/>
            <ac:spMk id="19" creationId="{68232217-B280-6C21-8481-32D8529D12D8}"/>
          </ac:spMkLst>
        </pc:spChg>
        <pc:spChg chg="mod">
          <ac:chgData name="Y I" userId="1ad7123e4ed09ae3" providerId="LiveId" clId="{6DEF62D7-AFC5-4C44-A21D-F291BF42E1B7}" dt="2025-12-18T23:56:26.402" v="13776" actId="1036"/>
          <ac:spMkLst>
            <pc:docMk/>
            <pc:sldMk cId="639691819" sldId="275"/>
            <ac:spMk id="21" creationId="{60082E31-C792-C899-DC5B-F4517822AAE7}"/>
          </ac:spMkLst>
        </pc:spChg>
        <pc:spChg chg="mod">
          <ac:chgData name="Y I" userId="1ad7123e4ed09ae3" providerId="LiveId" clId="{6DEF62D7-AFC5-4C44-A21D-F291BF42E1B7}" dt="2025-12-18T23:56:26.402" v="13776" actId="1036"/>
          <ac:spMkLst>
            <pc:docMk/>
            <pc:sldMk cId="639691819" sldId="275"/>
            <ac:spMk id="22" creationId="{EB53724C-3928-858D-5CD6-FE0D3AE29CA0}"/>
          </ac:spMkLst>
        </pc:spChg>
        <pc:spChg chg="mod">
          <ac:chgData name="Y I" userId="1ad7123e4ed09ae3" providerId="LiveId" clId="{6DEF62D7-AFC5-4C44-A21D-F291BF42E1B7}" dt="2025-12-18T23:56:26.402" v="13776" actId="1036"/>
          <ac:spMkLst>
            <pc:docMk/>
            <pc:sldMk cId="639691819" sldId="275"/>
            <ac:spMk id="23" creationId="{98DF2C09-14E0-FE2D-D48E-460D490ABA1B}"/>
          </ac:spMkLst>
        </pc:spChg>
        <pc:spChg chg="mod">
          <ac:chgData name="Y I" userId="1ad7123e4ed09ae3" providerId="LiveId" clId="{6DEF62D7-AFC5-4C44-A21D-F291BF42E1B7}" dt="2025-12-18T23:56:26.402" v="13776" actId="1036"/>
          <ac:spMkLst>
            <pc:docMk/>
            <pc:sldMk cId="639691819" sldId="275"/>
            <ac:spMk id="24" creationId="{EA3A2C39-D076-A99C-2718-7BE5E1A150CB}"/>
          </ac:spMkLst>
        </pc:spChg>
        <pc:spChg chg="mod">
          <ac:chgData name="Y I" userId="1ad7123e4ed09ae3" providerId="LiveId" clId="{6DEF62D7-AFC5-4C44-A21D-F291BF42E1B7}" dt="2025-12-18T23:56:26.402" v="13776" actId="1036"/>
          <ac:spMkLst>
            <pc:docMk/>
            <pc:sldMk cId="639691819" sldId="275"/>
            <ac:spMk id="25" creationId="{32194B43-4980-215B-5A50-6DCBEAB26B9A}"/>
          </ac:spMkLst>
        </pc:spChg>
        <pc:spChg chg="add mod">
          <ac:chgData name="Y I" userId="1ad7123e4ed09ae3" providerId="LiveId" clId="{6DEF62D7-AFC5-4C44-A21D-F291BF42E1B7}" dt="2025-12-18T23:56:26.402" v="13776" actId="1036"/>
          <ac:spMkLst>
            <pc:docMk/>
            <pc:sldMk cId="639691819" sldId="275"/>
            <ac:spMk id="26" creationId="{28FFB91F-855B-3358-FE87-A020EE9E8EF0}"/>
          </ac:spMkLst>
        </pc:spChg>
        <pc:spChg chg="mod">
          <ac:chgData name="Y I" userId="1ad7123e4ed09ae3" providerId="LiveId" clId="{6DEF62D7-AFC5-4C44-A21D-F291BF42E1B7}" dt="2025-12-18T23:56:26.402" v="13776" actId="1036"/>
          <ac:spMkLst>
            <pc:docMk/>
            <pc:sldMk cId="639691819" sldId="275"/>
            <ac:spMk id="28" creationId="{B2A89713-4D19-A816-7BAD-3CD615AFC96C}"/>
          </ac:spMkLst>
        </pc:spChg>
        <pc:spChg chg="mod">
          <ac:chgData name="Y I" userId="1ad7123e4ed09ae3" providerId="LiveId" clId="{6DEF62D7-AFC5-4C44-A21D-F291BF42E1B7}" dt="2025-12-18T10:41:01.139" v="12330" actId="1076"/>
          <ac:spMkLst>
            <pc:docMk/>
            <pc:sldMk cId="639691819" sldId="275"/>
            <ac:spMk id="30" creationId="{0753566E-1B1C-E1DD-4DCF-40B36EBFC78C}"/>
          </ac:spMkLst>
        </pc:spChg>
        <pc:spChg chg="add mod">
          <ac:chgData name="Y I" userId="1ad7123e4ed09ae3" providerId="LiveId" clId="{6DEF62D7-AFC5-4C44-A21D-F291BF42E1B7}" dt="2025-12-18T06:23:01.904" v="10724" actId="1076"/>
          <ac:spMkLst>
            <pc:docMk/>
            <pc:sldMk cId="639691819" sldId="275"/>
            <ac:spMk id="40" creationId="{B46561B4-36FC-9039-F0B6-64A6A6B2BFFA}"/>
          </ac:spMkLst>
        </pc:spChg>
        <pc:spChg chg="mod">
          <ac:chgData name="Y I" userId="1ad7123e4ed09ae3" providerId="LiveId" clId="{6DEF62D7-AFC5-4C44-A21D-F291BF42E1B7}" dt="2025-12-18T23:55:41.876" v="13752" actId="1038"/>
          <ac:spMkLst>
            <pc:docMk/>
            <pc:sldMk cId="639691819" sldId="275"/>
            <ac:spMk id="41" creationId="{8205320A-F631-A92A-D48A-73B778F71345}"/>
          </ac:spMkLst>
        </pc:spChg>
        <pc:spChg chg="mod">
          <ac:chgData name="Y I" userId="1ad7123e4ed09ae3" providerId="LiveId" clId="{6DEF62D7-AFC5-4C44-A21D-F291BF42E1B7}" dt="2025-12-18T23:55:51.442" v="13759" actId="1035"/>
          <ac:spMkLst>
            <pc:docMk/>
            <pc:sldMk cId="639691819" sldId="275"/>
            <ac:spMk id="42" creationId="{75358EC7-9C49-BA63-087F-05A2E5FDCB4B}"/>
          </ac:spMkLst>
        </pc:spChg>
        <pc:spChg chg="add mod">
          <ac:chgData name="Y I" userId="1ad7123e4ed09ae3" providerId="LiveId" clId="{6DEF62D7-AFC5-4C44-A21D-F291BF42E1B7}" dt="2025-12-18T06:23:01.904" v="10724" actId="1076"/>
          <ac:spMkLst>
            <pc:docMk/>
            <pc:sldMk cId="639691819" sldId="275"/>
            <ac:spMk id="44" creationId="{04A99877-373C-055A-E891-3772B16FD8B4}"/>
          </ac:spMkLst>
        </pc:spChg>
        <pc:spChg chg="add mod">
          <ac:chgData name="Y I" userId="1ad7123e4ed09ae3" providerId="LiveId" clId="{6DEF62D7-AFC5-4C44-A21D-F291BF42E1B7}" dt="2025-12-18T06:23:01.904" v="10724" actId="1076"/>
          <ac:spMkLst>
            <pc:docMk/>
            <pc:sldMk cId="639691819" sldId="275"/>
            <ac:spMk id="49" creationId="{382C30A9-0192-CA9A-A650-E7C84D77F02D}"/>
          </ac:spMkLst>
        </pc:spChg>
        <pc:spChg chg="del mod">
          <ac:chgData name="Y I" userId="1ad7123e4ed09ae3" providerId="LiveId" clId="{6DEF62D7-AFC5-4C44-A21D-F291BF42E1B7}" dt="2025-12-18T06:19:59.812" v="10656" actId="478"/>
          <ac:spMkLst>
            <pc:docMk/>
            <pc:sldMk cId="639691819" sldId="275"/>
            <ac:spMk id="50" creationId="{152F012F-444A-C428-1D10-CE12B8D09144}"/>
          </ac:spMkLst>
        </pc:spChg>
        <pc:spChg chg="mod">
          <ac:chgData name="Y I" userId="1ad7123e4ed09ae3" providerId="LiveId" clId="{6DEF62D7-AFC5-4C44-A21D-F291BF42E1B7}" dt="2025-12-18T23:55:41.876" v="13752" actId="1038"/>
          <ac:spMkLst>
            <pc:docMk/>
            <pc:sldMk cId="639691819" sldId="275"/>
            <ac:spMk id="54" creationId="{55F4A5F8-69F2-3EA8-84B9-7816040A2EA4}"/>
          </ac:spMkLst>
        </pc:spChg>
        <pc:spChg chg="add mod">
          <ac:chgData name="Y I" userId="1ad7123e4ed09ae3" providerId="LiveId" clId="{6DEF62D7-AFC5-4C44-A21D-F291BF42E1B7}" dt="2025-12-18T23:55:41.876" v="13752" actId="1038"/>
          <ac:spMkLst>
            <pc:docMk/>
            <pc:sldMk cId="639691819" sldId="275"/>
            <ac:spMk id="55" creationId="{D998D2B7-2878-71E3-193A-AA8EA249CBDB}"/>
          </ac:spMkLst>
        </pc:spChg>
        <pc:spChg chg="mod">
          <ac:chgData name="Y I" userId="1ad7123e4ed09ae3" providerId="LiveId" clId="{6DEF62D7-AFC5-4C44-A21D-F291BF42E1B7}" dt="2025-12-18T23:55:51.442" v="13759" actId="1035"/>
          <ac:spMkLst>
            <pc:docMk/>
            <pc:sldMk cId="639691819" sldId="275"/>
            <ac:spMk id="60" creationId="{B4305568-EB8E-E6B9-80DA-A5194222BB3A}"/>
          </ac:spMkLst>
        </pc:spChg>
        <pc:spChg chg="add mod">
          <ac:chgData name="Y I" userId="1ad7123e4ed09ae3" providerId="LiveId" clId="{6DEF62D7-AFC5-4C44-A21D-F291BF42E1B7}" dt="2025-12-18T23:55:51.442" v="13759" actId="1035"/>
          <ac:spMkLst>
            <pc:docMk/>
            <pc:sldMk cId="639691819" sldId="275"/>
            <ac:spMk id="61" creationId="{C79C1C7E-41F6-4971-562A-8CE44A7FD744}"/>
          </ac:spMkLst>
        </pc:spChg>
        <pc:spChg chg="mod">
          <ac:chgData name="Y I" userId="1ad7123e4ed09ae3" providerId="LiveId" clId="{6DEF62D7-AFC5-4C44-A21D-F291BF42E1B7}" dt="2025-12-18T06:58:23.867" v="11642" actId="1037"/>
          <ac:spMkLst>
            <pc:docMk/>
            <pc:sldMk cId="639691819" sldId="275"/>
            <ac:spMk id="62" creationId="{8130EC5F-C631-ACD1-1539-75544247F96E}"/>
          </ac:spMkLst>
        </pc:spChg>
        <pc:spChg chg="add mod">
          <ac:chgData name="Y I" userId="1ad7123e4ed09ae3" providerId="LiveId" clId="{6DEF62D7-AFC5-4C44-A21D-F291BF42E1B7}" dt="2025-12-18T06:58:23.867" v="11642" actId="1037"/>
          <ac:spMkLst>
            <pc:docMk/>
            <pc:sldMk cId="639691819" sldId="275"/>
            <ac:spMk id="63" creationId="{F7C119EA-8FCA-C065-0EBB-3B79486BD92D}"/>
          </ac:spMkLst>
        </pc:spChg>
        <pc:spChg chg="add mod">
          <ac:chgData name="Y I" userId="1ad7123e4ed09ae3" providerId="LiveId" clId="{6DEF62D7-AFC5-4C44-A21D-F291BF42E1B7}" dt="2025-12-18T06:23:01.904" v="10724" actId="1076"/>
          <ac:spMkLst>
            <pc:docMk/>
            <pc:sldMk cId="639691819" sldId="275"/>
            <ac:spMk id="65" creationId="{6FAEC148-F15E-A9CE-6E1F-239FDAC51B41}"/>
          </ac:spMkLst>
        </pc:spChg>
        <pc:spChg chg="add mod">
          <ac:chgData name="Y I" userId="1ad7123e4ed09ae3" providerId="LiveId" clId="{6DEF62D7-AFC5-4C44-A21D-F291BF42E1B7}" dt="2025-12-18T23:57:34.818" v="13797" actId="1038"/>
          <ac:spMkLst>
            <pc:docMk/>
            <pc:sldMk cId="639691819" sldId="275"/>
            <ac:spMk id="66" creationId="{6D0CA633-E35D-3FEC-1933-52C03304A7F5}"/>
          </ac:spMkLst>
        </pc:spChg>
        <pc:spChg chg="add mod">
          <ac:chgData name="Y I" userId="1ad7123e4ed09ae3" providerId="LiveId" clId="{6DEF62D7-AFC5-4C44-A21D-F291BF42E1B7}" dt="2025-12-18T23:57:34.818" v="13797" actId="1038"/>
          <ac:spMkLst>
            <pc:docMk/>
            <pc:sldMk cId="639691819" sldId="275"/>
            <ac:spMk id="67" creationId="{26410AF5-148A-1D8A-0BD0-C3C63B0B41FB}"/>
          </ac:spMkLst>
        </pc:spChg>
        <pc:spChg chg="add del mod">
          <ac:chgData name="Y I" userId="1ad7123e4ed09ae3" providerId="LiveId" clId="{6DEF62D7-AFC5-4C44-A21D-F291BF42E1B7}" dt="2025-12-18T06:44:43.985" v="11329" actId="1076"/>
          <ac:spMkLst>
            <pc:docMk/>
            <pc:sldMk cId="639691819" sldId="275"/>
            <ac:spMk id="70" creationId="{5D46F51F-A12F-A3DC-902F-43DBA48B9DB4}"/>
          </ac:spMkLst>
        </pc:spChg>
        <pc:spChg chg="add del mod">
          <ac:chgData name="Y I" userId="1ad7123e4ed09ae3" providerId="LiveId" clId="{6DEF62D7-AFC5-4C44-A21D-F291BF42E1B7}" dt="2025-12-18T06:20:34.383" v="10668" actId="478"/>
          <ac:spMkLst>
            <pc:docMk/>
            <pc:sldMk cId="639691819" sldId="275"/>
            <ac:spMk id="83" creationId="{877483A7-B867-EFD7-D36D-967C2C33A91E}"/>
          </ac:spMkLst>
        </pc:spChg>
        <pc:spChg chg="add mod">
          <ac:chgData name="Y I" userId="1ad7123e4ed09ae3" providerId="LiveId" clId="{6DEF62D7-AFC5-4C44-A21D-F291BF42E1B7}" dt="2025-12-18T06:21:52.205" v="10698" actId="1076"/>
          <ac:spMkLst>
            <pc:docMk/>
            <pc:sldMk cId="639691819" sldId="275"/>
            <ac:spMk id="84" creationId="{41A87ACF-7DBE-EE07-1435-A2D8BA6845E3}"/>
          </ac:spMkLst>
        </pc:spChg>
        <pc:spChg chg="add mod">
          <ac:chgData name="Y I" userId="1ad7123e4ed09ae3" providerId="LiveId" clId="{6DEF62D7-AFC5-4C44-A21D-F291BF42E1B7}" dt="2025-12-18T06:21:52.205" v="10698" actId="1076"/>
          <ac:spMkLst>
            <pc:docMk/>
            <pc:sldMk cId="639691819" sldId="275"/>
            <ac:spMk id="85" creationId="{6E9314CF-B147-F926-3068-F6697F3B3B46}"/>
          </ac:spMkLst>
        </pc:spChg>
        <pc:spChg chg="add mod ord">
          <ac:chgData name="Y I" userId="1ad7123e4ed09ae3" providerId="LiveId" clId="{6DEF62D7-AFC5-4C44-A21D-F291BF42E1B7}" dt="2025-12-18T23:57:54.222" v="13811" actId="167"/>
          <ac:spMkLst>
            <pc:docMk/>
            <pc:sldMk cId="639691819" sldId="275"/>
            <ac:spMk id="86" creationId="{3218C093-E140-BBBA-42F0-94BA10E83101}"/>
          </ac:spMkLst>
        </pc:spChg>
        <pc:spChg chg="add del mod">
          <ac:chgData name="Y I" userId="1ad7123e4ed09ae3" providerId="LiveId" clId="{6DEF62D7-AFC5-4C44-A21D-F291BF42E1B7}" dt="2025-12-18T07:35:23.106" v="11646" actId="14100"/>
          <ac:spMkLst>
            <pc:docMk/>
            <pc:sldMk cId="639691819" sldId="275"/>
            <ac:spMk id="87" creationId="{983BD8E3-2F26-9961-FD76-49F196F833AA}"/>
          </ac:spMkLst>
        </pc:spChg>
        <pc:spChg chg="add mod">
          <ac:chgData name="Y I" userId="1ad7123e4ed09ae3" providerId="LiveId" clId="{6DEF62D7-AFC5-4C44-A21D-F291BF42E1B7}" dt="2025-12-18T06:26:14.651" v="10743"/>
          <ac:spMkLst>
            <pc:docMk/>
            <pc:sldMk cId="639691819" sldId="275"/>
            <ac:spMk id="88" creationId="{9C57026D-A030-B4EA-49A0-681FE259B520}"/>
          </ac:spMkLst>
        </pc:spChg>
        <pc:spChg chg="add mod">
          <ac:chgData name="Y I" userId="1ad7123e4ed09ae3" providerId="LiveId" clId="{6DEF62D7-AFC5-4C44-A21D-F291BF42E1B7}" dt="2025-12-18T06:27:38.470" v="10832" actId="20577"/>
          <ac:spMkLst>
            <pc:docMk/>
            <pc:sldMk cId="639691819" sldId="275"/>
            <ac:spMk id="89" creationId="{94658828-E6B9-DB96-0FC6-0AB97AB9C7AB}"/>
          </ac:spMkLst>
        </pc:spChg>
        <pc:spChg chg="add mod">
          <ac:chgData name="Y I" userId="1ad7123e4ed09ae3" providerId="LiveId" clId="{6DEF62D7-AFC5-4C44-A21D-F291BF42E1B7}" dt="2025-12-18T06:29:07.254" v="10837" actId="164"/>
          <ac:spMkLst>
            <pc:docMk/>
            <pc:sldMk cId="639691819" sldId="275"/>
            <ac:spMk id="90" creationId="{E129A424-E1B3-FF21-1EEB-132849D590F6}"/>
          </ac:spMkLst>
        </pc:spChg>
        <pc:spChg chg="add mod">
          <ac:chgData name="Y I" userId="1ad7123e4ed09ae3" providerId="LiveId" clId="{6DEF62D7-AFC5-4C44-A21D-F291BF42E1B7}" dt="2025-12-18T06:29:07.254" v="10837" actId="164"/>
          <ac:spMkLst>
            <pc:docMk/>
            <pc:sldMk cId="639691819" sldId="275"/>
            <ac:spMk id="91" creationId="{B7B5F905-4987-FCDB-BE68-982DA9A097F8}"/>
          </ac:spMkLst>
        </pc:spChg>
        <pc:spChg chg="add mod">
          <ac:chgData name="Y I" userId="1ad7123e4ed09ae3" providerId="LiveId" clId="{6DEF62D7-AFC5-4C44-A21D-F291BF42E1B7}" dt="2025-12-18T06:29:40.489" v="10849"/>
          <ac:spMkLst>
            <pc:docMk/>
            <pc:sldMk cId="639691819" sldId="275"/>
            <ac:spMk id="93" creationId="{EE298860-388F-B4ED-2C1B-FAC2E5463168}"/>
          </ac:spMkLst>
        </pc:spChg>
        <pc:spChg chg="add mod">
          <ac:chgData name="Y I" userId="1ad7123e4ed09ae3" providerId="LiveId" clId="{6DEF62D7-AFC5-4C44-A21D-F291BF42E1B7}" dt="2025-12-18T10:39:45.971" v="12317" actId="1035"/>
          <ac:spMkLst>
            <pc:docMk/>
            <pc:sldMk cId="639691819" sldId="275"/>
            <ac:spMk id="95" creationId="{03BF1D5D-FF56-1B3D-3B8E-69910021DD57}"/>
          </ac:spMkLst>
        </pc:spChg>
        <pc:spChg chg="add mod">
          <ac:chgData name="Y I" userId="1ad7123e4ed09ae3" providerId="LiveId" clId="{6DEF62D7-AFC5-4C44-A21D-F291BF42E1B7}" dt="2025-12-18T10:39:52.020" v="12323" actId="1035"/>
          <ac:spMkLst>
            <pc:docMk/>
            <pc:sldMk cId="639691819" sldId="275"/>
            <ac:spMk id="96" creationId="{BB2BB91E-5C29-3768-90B2-5E64D66009B5}"/>
          </ac:spMkLst>
        </pc:spChg>
        <pc:spChg chg="add mod">
          <ac:chgData name="Y I" userId="1ad7123e4ed09ae3" providerId="LiveId" clId="{6DEF62D7-AFC5-4C44-A21D-F291BF42E1B7}" dt="2025-12-18T10:39:45.971" v="12317" actId="1035"/>
          <ac:spMkLst>
            <pc:docMk/>
            <pc:sldMk cId="639691819" sldId="275"/>
            <ac:spMk id="97" creationId="{E8CF00F3-4BB9-9FD4-96CF-2B352805B782}"/>
          </ac:spMkLst>
        </pc:spChg>
        <pc:spChg chg="add del mod">
          <ac:chgData name="Y I" userId="1ad7123e4ed09ae3" providerId="LiveId" clId="{6DEF62D7-AFC5-4C44-A21D-F291BF42E1B7}" dt="2025-12-18T06:44:35.604" v="11326" actId="478"/>
          <ac:spMkLst>
            <pc:docMk/>
            <pc:sldMk cId="639691819" sldId="275"/>
            <ac:spMk id="98" creationId="{7E1BECBA-47BB-BC74-D95F-93D9B2EFC9B2}"/>
          </ac:spMkLst>
        </pc:spChg>
        <pc:spChg chg="add del mod">
          <ac:chgData name="Y I" userId="1ad7123e4ed09ae3" providerId="LiveId" clId="{6DEF62D7-AFC5-4C44-A21D-F291BF42E1B7}" dt="2025-12-18T06:44:35.604" v="11326" actId="478"/>
          <ac:spMkLst>
            <pc:docMk/>
            <pc:sldMk cId="639691819" sldId="275"/>
            <ac:spMk id="99" creationId="{0F9D7E63-71A9-DDA5-F9C5-4672AFF8EB73}"/>
          </ac:spMkLst>
        </pc:spChg>
        <pc:spChg chg="add mod">
          <ac:chgData name="Y I" userId="1ad7123e4ed09ae3" providerId="LiveId" clId="{6DEF62D7-AFC5-4C44-A21D-F291BF42E1B7}" dt="2025-12-18T06:44:01.357" v="11301" actId="1076"/>
          <ac:spMkLst>
            <pc:docMk/>
            <pc:sldMk cId="639691819" sldId="275"/>
            <ac:spMk id="100" creationId="{7F17F833-AC98-75F4-2438-506D8C411AB3}"/>
          </ac:spMkLst>
        </pc:spChg>
        <pc:spChg chg="add del mod">
          <ac:chgData name="Y I" userId="1ad7123e4ed09ae3" providerId="LiveId" clId="{6DEF62D7-AFC5-4C44-A21D-F291BF42E1B7}" dt="2025-12-18T06:44:35.604" v="11326" actId="478"/>
          <ac:spMkLst>
            <pc:docMk/>
            <pc:sldMk cId="639691819" sldId="275"/>
            <ac:spMk id="101" creationId="{7C4A458B-055E-0157-EB51-A19F78EC17A9}"/>
          </ac:spMkLst>
        </pc:spChg>
        <pc:spChg chg="add mod">
          <ac:chgData name="Y I" userId="1ad7123e4ed09ae3" providerId="LiveId" clId="{6DEF62D7-AFC5-4C44-A21D-F291BF42E1B7}" dt="2025-12-18T10:39:52.020" v="12323" actId="1035"/>
          <ac:spMkLst>
            <pc:docMk/>
            <pc:sldMk cId="639691819" sldId="275"/>
            <ac:spMk id="102" creationId="{03C8708C-5393-6B64-FB38-8FFC6CCCDDFF}"/>
          </ac:spMkLst>
        </pc:spChg>
        <pc:spChg chg="add mod">
          <ac:chgData name="Y I" userId="1ad7123e4ed09ae3" providerId="LiveId" clId="{6DEF62D7-AFC5-4C44-A21D-F291BF42E1B7}" dt="2025-12-18T10:39:59.407" v="12328" actId="1035"/>
          <ac:spMkLst>
            <pc:docMk/>
            <pc:sldMk cId="639691819" sldId="275"/>
            <ac:spMk id="103" creationId="{9E53759F-4085-1D6C-D052-38C83097B046}"/>
          </ac:spMkLst>
        </pc:spChg>
        <pc:spChg chg="add mod">
          <ac:chgData name="Y I" userId="1ad7123e4ed09ae3" providerId="LiveId" clId="{6DEF62D7-AFC5-4C44-A21D-F291BF42E1B7}" dt="2025-12-18T06:48:41.163" v="11576" actId="20577"/>
          <ac:spMkLst>
            <pc:docMk/>
            <pc:sldMk cId="639691819" sldId="275"/>
            <ac:spMk id="104" creationId="{CF6213B1-A8D8-7A83-5D70-1764D2DF5FF3}"/>
          </ac:spMkLst>
        </pc:spChg>
        <pc:spChg chg="add mod ord">
          <ac:chgData name="Y I" userId="1ad7123e4ed09ae3" providerId="LiveId" clId="{6DEF62D7-AFC5-4C44-A21D-F291BF42E1B7}" dt="2025-12-18T23:57:21.486" v="13790" actId="14100"/>
          <ac:spMkLst>
            <pc:docMk/>
            <pc:sldMk cId="639691819" sldId="275"/>
            <ac:spMk id="105" creationId="{B3A95B0A-EFA3-DF11-DBED-74C5301723E6}"/>
          </ac:spMkLst>
        </pc:spChg>
        <pc:spChg chg="add mod">
          <ac:chgData name="Y I" userId="1ad7123e4ed09ae3" providerId="LiveId" clId="{6DEF62D7-AFC5-4C44-A21D-F291BF42E1B7}" dt="2025-12-19T08:39:11.223" v="15960" actId="14100"/>
          <ac:spMkLst>
            <pc:docMk/>
            <pc:sldMk cId="639691819" sldId="275"/>
            <ac:spMk id="106" creationId="{25FBE092-66B6-52AD-F376-3057543C809F}"/>
          </ac:spMkLst>
        </pc:spChg>
        <pc:grpChg chg="add mod">
          <ac:chgData name="Y I" userId="1ad7123e4ed09ae3" providerId="LiveId" clId="{6DEF62D7-AFC5-4C44-A21D-F291BF42E1B7}" dt="2025-12-18T10:39:59.407" v="12328" actId="1035"/>
          <ac:grpSpMkLst>
            <pc:docMk/>
            <pc:sldMk cId="639691819" sldId="275"/>
            <ac:grpSpMk id="92" creationId="{BFA1D107-7FCD-AD00-6E6B-2B849094F318}"/>
          </ac:grpSpMkLst>
        </pc:grpChg>
        <pc:graphicFrameChg chg="mod modGraphic">
          <ac:chgData name="Y I" userId="1ad7123e4ed09ae3" providerId="LiveId" clId="{6DEF62D7-AFC5-4C44-A21D-F291BF42E1B7}" dt="2025-12-19T08:39:01.255" v="15959" actId="1036"/>
          <ac:graphicFrameMkLst>
            <pc:docMk/>
            <pc:sldMk cId="639691819" sldId="275"/>
            <ac:graphicFrameMk id="69" creationId="{9626845C-0BD5-BA85-3DDE-3F5AB798ACDA}"/>
          </ac:graphicFrameMkLst>
        </pc:graphicFrameChg>
        <pc:cxnChg chg="mod">
          <ac:chgData name="Y I" userId="1ad7123e4ed09ae3" providerId="LiveId" clId="{6DEF62D7-AFC5-4C44-A21D-F291BF42E1B7}" dt="2025-12-18T06:22:09.118" v="10701" actId="1076"/>
          <ac:cxnSpMkLst>
            <pc:docMk/>
            <pc:sldMk cId="639691819" sldId="275"/>
            <ac:cxnSpMk id="7" creationId="{917E1811-5F47-429D-CF59-C80A9F753C9C}"/>
          </ac:cxnSpMkLst>
        </pc:cxnChg>
        <pc:cxnChg chg="mod">
          <ac:chgData name="Y I" userId="1ad7123e4ed09ae3" providerId="LiveId" clId="{6DEF62D7-AFC5-4C44-A21D-F291BF42E1B7}" dt="2025-12-18T23:56:26.402" v="13776" actId="1036"/>
          <ac:cxnSpMkLst>
            <pc:docMk/>
            <pc:sldMk cId="639691819" sldId="275"/>
            <ac:cxnSpMk id="20" creationId="{17FFC26E-399D-7CF5-949D-8D5256344277}"/>
          </ac:cxnSpMkLst>
        </pc:cxnChg>
        <pc:cxnChg chg="mod">
          <ac:chgData name="Y I" userId="1ad7123e4ed09ae3" providerId="LiveId" clId="{6DEF62D7-AFC5-4C44-A21D-F291BF42E1B7}" dt="2025-12-18T23:56:26.402" v="13776" actId="1036"/>
          <ac:cxnSpMkLst>
            <pc:docMk/>
            <pc:sldMk cId="639691819" sldId="275"/>
            <ac:cxnSpMk id="46" creationId="{C3F1CC2B-5A6E-3A7E-B5D8-00F0DA489E45}"/>
          </ac:cxnSpMkLst>
        </pc:cxnChg>
        <pc:cxnChg chg="mod">
          <ac:chgData name="Y I" userId="1ad7123e4ed09ae3" providerId="LiveId" clId="{6DEF62D7-AFC5-4C44-A21D-F291BF42E1B7}" dt="2025-12-18T23:55:41.876" v="13752" actId="1038"/>
          <ac:cxnSpMkLst>
            <pc:docMk/>
            <pc:sldMk cId="639691819" sldId="275"/>
            <ac:cxnSpMk id="52" creationId="{5AD16EFA-4AC4-40B4-77D1-2874600126D3}"/>
          </ac:cxnSpMkLst>
        </pc:cxnChg>
        <pc:cxnChg chg="mod">
          <ac:chgData name="Y I" userId="1ad7123e4ed09ae3" providerId="LiveId" clId="{6DEF62D7-AFC5-4C44-A21D-F291BF42E1B7}" dt="2025-12-18T23:55:41.876" v="13752" actId="1038"/>
          <ac:cxnSpMkLst>
            <pc:docMk/>
            <pc:sldMk cId="639691819" sldId="275"/>
            <ac:cxnSpMk id="53" creationId="{2191B8DC-A710-AC5C-C24C-C21E6E1C12CC}"/>
          </ac:cxnSpMkLst>
        </pc:cxnChg>
        <pc:cxnChg chg="mod">
          <ac:chgData name="Y I" userId="1ad7123e4ed09ae3" providerId="LiveId" clId="{6DEF62D7-AFC5-4C44-A21D-F291BF42E1B7}" dt="2025-12-18T23:55:51.442" v="13759" actId="1035"/>
          <ac:cxnSpMkLst>
            <pc:docMk/>
            <pc:sldMk cId="639691819" sldId="275"/>
            <ac:cxnSpMk id="56" creationId="{AFACDE7A-0B65-1D05-0DFC-7F26D0493BB3}"/>
          </ac:cxnSpMkLst>
        </pc:cxnChg>
        <pc:cxnChg chg="mod">
          <ac:chgData name="Y I" userId="1ad7123e4ed09ae3" providerId="LiveId" clId="{6DEF62D7-AFC5-4C44-A21D-F291BF42E1B7}" dt="2025-12-18T23:55:51.442" v="13759" actId="1035"/>
          <ac:cxnSpMkLst>
            <pc:docMk/>
            <pc:sldMk cId="639691819" sldId="275"/>
            <ac:cxnSpMk id="57" creationId="{4C0BFB95-C573-0BEA-466F-D22A96D9DB72}"/>
          </ac:cxnSpMkLst>
        </pc:cxnChg>
        <pc:cxnChg chg="mod">
          <ac:chgData name="Y I" userId="1ad7123e4ed09ae3" providerId="LiveId" clId="{6DEF62D7-AFC5-4C44-A21D-F291BF42E1B7}" dt="2025-12-18T10:41:01.139" v="12330" actId="1076"/>
          <ac:cxnSpMkLst>
            <pc:docMk/>
            <pc:sldMk cId="639691819" sldId="275"/>
            <ac:cxnSpMk id="68" creationId="{F650523C-868C-0B19-3A56-241ACACC59DD}"/>
          </ac:cxnSpMkLst>
        </pc:cxnChg>
        <pc:cxnChg chg="add del mod">
          <ac:chgData name="Y I" userId="1ad7123e4ed09ae3" providerId="LiveId" clId="{6DEF62D7-AFC5-4C44-A21D-F291BF42E1B7}" dt="2025-12-18T06:55:56.434" v="11590" actId="478"/>
          <ac:cxnSpMkLst>
            <pc:docMk/>
            <pc:sldMk cId="639691819" sldId="275"/>
            <ac:cxnSpMk id="108" creationId="{8FBB87FB-8E9A-CBEE-2F61-0BFA495317EE}"/>
          </ac:cxnSpMkLst>
        </pc:cxnChg>
        <pc:cxnChg chg="add mod">
          <ac:chgData name="Y I" userId="1ad7123e4ed09ae3" providerId="LiveId" clId="{6DEF62D7-AFC5-4C44-A21D-F291BF42E1B7}" dt="2025-12-18T23:58:55.021" v="13830" actId="14100"/>
          <ac:cxnSpMkLst>
            <pc:docMk/>
            <pc:sldMk cId="639691819" sldId="275"/>
            <ac:cxnSpMk id="111" creationId="{E222B2E9-5770-7020-C771-BEA53CA391D2}"/>
          </ac:cxnSpMkLst>
        </pc:cxnChg>
      </pc:sldChg>
      <pc:sldChg chg="addSp delSp modSp new del mod">
        <pc:chgData name="Y I" userId="1ad7123e4ed09ae3" providerId="LiveId" clId="{6DEF62D7-AFC5-4C44-A21D-F291BF42E1B7}" dt="2025-12-19T09:13:22.237" v="16326" actId="47"/>
        <pc:sldMkLst>
          <pc:docMk/>
          <pc:sldMk cId="417947183" sldId="276"/>
        </pc:sldMkLst>
        <pc:spChg chg="mod">
          <ac:chgData name="Y I" userId="1ad7123e4ed09ae3" providerId="LiveId" clId="{6DEF62D7-AFC5-4C44-A21D-F291BF42E1B7}" dt="2025-12-18T05:35:35.443" v="10448" actId="14100"/>
          <ac:spMkLst>
            <pc:docMk/>
            <pc:sldMk cId="417947183" sldId="276"/>
            <ac:spMk id="3" creationId="{9A68505F-67EF-0648-30E7-EB492B67A5C5}"/>
          </ac:spMkLst>
        </pc:spChg>
        <pc:spChg chg="add mod ord">
          <ac:chgData name="Y I" userId="1ad7123e4ed09ae3" providerId="LiveId" clId="{6DEF62D7-AFC5-4C44-A21D-F291BF42E1B7}" dt="2025-12-18T10:58:18.848" v="12556" actId="1038"/>
          <ac:spMkLst>
            <pc:docMk/>
            <pc:sldMk cId="417947183" sldId="276"/>
            <ac:spMk id="6" creationId="{9686F0DA-3CCF-D647-C991-8B6EB38172D7}"/>
          </ac:spMkLst>
        </pc:spChg>
        <pc:spChg chg="add mod">
          <ac:chgData name="Y I" userId="1ad7123e4ed09ae3" providerId="LiveId" clId="{6DEF62D7-AFC5-4C44-A21D-F291BF42E1B7}" dt="2025-12-18T10:59:50.696" v="12566" actId="20577"/>
          <ac:spMkLst>
            <pc:docMk/>
            <pc:sldMk cId="417947183" sldId="276"/>
            <ac:spMk id="7" creationId="{4D46C1EC-3C98-40CC-733E-5E9E50D41288}"/>
          </ac:spMkLst>
        </pc:spChg>
        <pc:spChg chg="add mod ord">
          <ac:chgData name="Y I" userId="1ad7123e4ed09ae3" providerId="LiveId" clId="{6DEF62D7-AFC5-4C44-A21D-F291BF42E1B7}" dt="2025-12-18T06:10:39.768" v="10580"/>
          <ac:spMkLst>
            <pc:docMk/>
            <pc:sldMk cId="417947183" sldId="276"/>
            <ac:spMk id="8" creationId="{1B7A2E48-0CD0-11DB-E480-489253AEAC17}"/>
          </ac:spMkLst>
        </pc:spChg>
        <pc:spChg chg="add mod ord">
          <ac:chgData name="Y I" userId="1ad7123e4ed09ae3" providerId="LiveId" clId="{6DEF62D7-AFC5-4C44-A21D-F291BF42E1B7}" dt="2025-12-18T10:58:18.848" v="12556" actId="1038"/>
          <ac:spMkLst>
            <pc:docMk/>
            <pc:sldMk cId="417947183" sldId="276"/>
            <ac:spMk id="9" creationId="{FE142668-8F34-AF10-B012-78AAB30B4F76}"/>
          </ac:spMkLst>
        </pc:spChg>
        <pc:spChg chg="add mod ord">
          <ac:chgData name="Y I" userId="1ad7123e4ed09ae3" providerId="LiveId" clId="{6DEF62D7-AFC5-4C44-A21D-F291BF42E1B7}" dt="2025-12-18T11:04:48.711" v="12696" actId="20577"/>
          <ac:spMkLst>
            <pc:docMk/>
            <pc:sldMk cId="417947183" sldId="276"/>
            <ac:spMk id="10" creationId="{17831461-D8D3-0CA1-FD6B-AF90A7FEA6F4}"/>
          </ac:spMkLst>
        </pc:spChg>
        <pc:spChg chg="add mod ord">
          <ac:chgData name="Y I" userId="1ad7123e4ed09ae3" providerId="LiveId" clId="{6DEF62D7-AFC5-4C44-A21D-F291BF42E1B7}" dt="2025-12-18T06:10:39.768" v="10580"/>
          <ac:spMkLst>
            <pc:docMk/>
            <pc:sldMk cId="417947183" sldId="276"/>
            <ac:spMk id="10" creationId="{E5B435A9-8E15-C22A-D4BF-3A50C1345325}"/>
          </ac:spMkLst>
        </pc:spChg>
        <pc:spChg chg="add mod ord">
          <ac:chgData name="Y I" userId="1ad7123e4ed09ae3" providerId="LiveId" clId="{6DEF62D7-AFC5-4C44-A21D-F291BF42E1B7}" dt="2025-12-18T10:58:18.848" v="12556" actId="1038"/>
          <ac:spMkLst>
            <pc:docMk/>
            <pc:sldMk cId="417947183" sldId="276"/>
            <ac:spMk id="12" creationId="{2C55A398-96A2-1042-AF5F-78762778822C}"/>
          </ac:spMkLst>
        </pc:spChg>
        <pc:spChg chg="add mod ord">
          <ac:chgData name="Y I" userId="1ad7123e4ed09ae3" providerId="LiveId" clId="{6DEF62D7-AFC5-4C44-A21D-F291BF42E1B7}" dt="2025-12-18T11:04:59.097" v="12697" actId="255"/>
          <ac:spMkLst>
            <pc:docMk/>
            <pc:sldMk cId="417947183" sldId="276"/>
            <ac:spMk id="13" creationId="{44E6C104-AEE7-6132-2E36-32AD959933A8}"/>
          </ac:spMkLst>
        </pc:spChg>
        <pc:graphicFrameChg chg="add mod modGraphic">
          <ac:chgData name="Y I" userId="1ad7123e4ed09ae3" providerId="LiveId" clId="{6DEF62D7-AFC5-4C44-A21D-F291BF42E1B7}" dt="2025-12-19T06:48:29.954" v="15239" actId="255"/>
          <ac:graphicFrameMkLst>
            <pc:docMk/>
            <pc:sldMk cId="417947183" sldId="276"/>
            <ac:graphicFrameMk id="4" creationId="{34349196-2C3C-6615-340C-52CA9E8909A6}"/>
          </ac:graphicFrameMkLst>
        </pc:graphicFrameChg>
        <pc:graphicFrameChg chg="add mod modGraphic">
          <ac:chgData name="Y I" userId="1ad7123e4ed09ae3" providerId="LiveId" clId="{6DEF62D7-AFC5-4C44-A21D-F291BF42E1B7}" dt="2025-12-18T11:24:19.953" v="12743" actId="207"/>
          <ac:graphicFrameMkLst>
            <pc:docMk/>
            <pc:sldMk cId="417947183" sldId="276"/>
            <ac:graphicFrameMk id="5" creationId="{04247A2D-ED63-C5F9-1C6A-5FE8F204B606}"/>
          </ac:graphicFrameMkLst>
        </pc:graphicFrameChg>
        <pc:graphicFrameChg chg="add mod modGraphic">
          <ac:chgData name="Y I" userId="1ad7123e4ed09ae3" providerId="LiveId" clId="{6DEF62D7-AFC5-4C44-A21D-F291BF42E1B7}" dt="2025-12-18T11:24:34.184" v="12745" actId="207"/>
          <ac:graphicFrameMkLst>
            <pc:docMk/>
            <pc:sldMk cId="417947183" sldId="276"/>
            <ac:graphicFrameMk id="8" creationId="{09FBA1BD-DC76-6291-06D7-6B70CCAD8449}"/>
          </ac:graphicFrameMkLst>
        </pc:graphicFrameChg>
        <pc:graphicFrameChg chg="add mod ord">
          <ac:chgData name="Y I" userId="1ad7123e4ed09ae3" providerId="LiveId" clId="{6DEF62D7-AFC5-4C44-A21D-F291BF42E1B7}" dt="2025-12-18T06:10:39.768" v="10580"/>
          <ac:graphicFrameMkLst>
            <pc:docMk/>
            <pc:sldMk cId="417947183" sldId="276"/>
            <ac:graphicFrameMk id="9" creationId="{F0246B89-EE7C-A425-B597-4610F17E4AB5}"/>
          </ac:graphicFrameMkLst>
        </pc:graphicFrameChg>
        <pc:graphicFrameChg chg="add del mod modGraphic">
          <ac:chgData name="Y I" userId="1ad7123e4ed09ae3" providerId="LiveId" clId="{6DEF62D7-AFC5-4C44-A21D-F291BF42E1B7}" dt="2025-12-18T10:56:14.325" v="12483" actId="478"/>
          <ac:graphicFrameMkLst>
            <pc:docMk/>
            <pc:sldMk cId="417947183" sldId="276"/>
            <ac:graphicFrameMk id="11" creationId="{853038D4-3C2A-8A5D-8E58-8ECA198E8FAC}"/>
          </ac:graphicFrameMkLst>
        </pc:graphicFrameChg>
      </pc:sldChg>
      <pc:sldChg chg="modSp new del mod">
        <pc:chgData name="Y I" userId="1ad7123e4ed09ae3" providerId="LiveId" clId="{6DEF62D7-AFC5-4C44-A21D-F291BF42E1B7}" dt="2025-12-19T13:12:54.651" v="17837" actId="2696"/>
        <pc:sldMkLst>
          <pc:docMk/>
          <pc:sldMk cId="1616516820" sldId="277"/>
        </pc:sldMkLst>
        <pc:spChg chg="mod">
          <ac:chgData name="Y I" userId="1ad7123e4ed09ae3" providerId="LiveId" clId="{6DEF62D7-AFC5-4C44-A21D-F291BF42E1B7}" dt="2025-12-18T11:26:11.380" v="12773" actId="27636"/>
          <ac:spMkLst>
            <pc:docMk/>
            <pc:sldMk cId="1616516820" sldId="277"/>
            <ac:spMk id="2" creationId="{3A43C5FB-5336-9498-FAD0-279042FF55E7}"/>
          </ac:spMkLst>
        </pc:spChg>
        <pc:spChg chg="mod">
          <ac:chgData name="Y I" userId="1ad7123e4ed09ae3" providerId="LiveId" clId="{6DEF62D7-AFC5-4C44-A21D-F291BF42E1B7}" dt="2025-12-19T04:57:34.538" v="13831" actId="20577"/>
          <ac:spMkLst>
            <pc:docMk/>
            <pc:sldMk cId="1616516820" sldId="277"/>
            <ac:spMk id="3" creationId="{39A251EE-3DEF-9571-5509-159C610B5E3F}"/>
          </ac:spMkLst>
        </pc:spChg>
      </pc:sldChg>
      <pc:sldChg chg="addSp delSp modSp new del mod">
        <pc:chgData name="Y I" userId="1ad7123e4ed09ae3" providerId="LiveId" clId="{6DEF62D7-AFC5-4C44-A21D-F291BF42E1B7}" dt="2025-12-19T13:12:54.651" v="17837" actId="2696"/>
        <pc:sldMkLst>
          <pc:docMk/>
          <pc:sldMk cId="1512569659" sldId="278"/>
        </pc:sldMkLst>
        <pc:spChg chg="mod">
          <ac:chgData name="Y I" userId="1ad7123e4ed09ae3" providerId="LiveId" clId="{6DEF62D7-AFC5-4C44-A21D-F291BF42E1B7}" dt="2025-12-18T11:44:00.646" v="13087" actId="14100"/>
          <ac:spMkLst>
            <pc:docMk/>
            <pc:sldMk cId="1512569659" sldId="278"/>
            <ac:spMk id="3" creationId="{6C60871B-D874-5BB2-BFEB-AAF5A5104B96}"/>
          </ac:spMkLst>
        </pc:spChg>
        <pc:spChg chg="ord">
          <ac:chgData name="Y I" userId="1ad7123e4ed09ae3" providerId="LiveId" clId="{6DEF62D7-AFC5-4C44-A21D-F291BF42E1B7}" dt="2025-12-18T11:44:21.220" v="13089" actId="167"/>
          <ac:spMkLst>
            <pc:docMk/>
            <pc:sldMk cId="1512569659" sldId="278"/>
            <ac:spMk id="4" creationId="{A7C0780B-E6A4-A48E-0E77-60B222ACE6AA}"/>
          </ac:spMkLst>
        </pc:spChg>
        <pc:spChg chg="add mod">
          <ac:chgData name="Y I" userId="1ad7123e4ed09ae3" providerId="LiveId" clId="{6DEF62D7-AFC5-4C44-A21D-F291BF42E1B7}" dt="2025-12-18T11:44:59.721" v="13095" actId="255"/>
          <ac:spMkLst>
            <pc:docMk/>
            <pc:sldMk cId="1512569659" sldId="278"/>
            <ac:spMk id="13" creationId="{FF6D1B62-BDB5-A793-526E-BD7E13DF378F}"/>
          </ac:spMkLst>
        </pc:spChg>
        <pc:spChg chg="add mod">
          <ac:chgData name="Y I" userId="1ad7123e4ed09ae3" providerId="LiveId" clId="{6DEF62D7-AFC5-4C44-A21D-F291BF42E1B7}" dt="2025-12-18T11:44:59.721" v="13095" actId="255"/>
          <ac:spMkLst>
            <pc:docMk/>
            <pc:sldMk cId="1512569659" sldId="278"/>
            <ac:spMk id="17" creationId="{A1183DC8-0A7D-31EB-DEA3-0AD8D7F912DB}"/>
          </ac:spMkLst>
        </pc:spChg>
        <pc:spChg chg="add mod">
          <ac:chgData name="Y I" userId="1ad7123e4ed09ae3" providerId="LiveId" clId="{6DEF62D7-AFC5-4C44-A21D-F291BF42E1B7}" dt="2025-12-18T11:44:59.721" v="13095" actId="255"/>
          <ac:spMkLst>
            <pc:docMk/>
            <pc:sldMk cId="1512569659" sldId="278"/>
            <ac:spMk id="18" creationId="{F0C7B2B4-1716-3B1A-8D3E-834E39C5FB9B}"/>
          </ac:spMkLst>
        </pc:spChg>
        <pc:spChg chg="add mod">
          <ac:chgData name="Y I" userId="1ad7123e4ed09ae3" providerId="LiveId" clId="{6DEF62D7-AFC5-4C44-A21D-F291BF42E1B7}" dt="2025-12-18T11:44:59.721" v="13095" actId="255"/>
          <ac:spMkLst>
            <pc:docMk/>
            <pc:sldMk cId="1512569659" sldId="278"/>
            <ac:spMk id="24" creationId="{684FBE09-090C-D98A-E46D-2B437F12913D}"/>
          </ac:spMkLst>
        </pc:spChg>
        <pc:spChg chg="add mod">
          <ac:chgData name="Y I" userId="1ad7123e4ed09ae3" providerId="LiveId" clId="{6DEF62D7-AFC5-4C44-A21D-F291BF42E1B7}" dt="2025-12-18T11:44:59.721" v="13095" actId="255"/>
          <ac:spMkLst>
            <pc:docMk/>
            <pc:sldMk cId="1512569659" sldId="278"/>
            <ac:spMk id="29" creationId="{84EFC0B7-708B-6D29-6519-CE1AD477746C}"/>
          </ac:spMkLst>
        </pc:spChg>
        <pc:spChg chg="add mod">
          <ac:chgData name="Y I" userId="1ad7123e4ed09ae3" providerId="LiveId" clId="{6DEF62D7-AFC5-4C44-A21D-F291BF42E1B7}" dt="2025-12-18T11:44:59.721" v="13095" actId="255"/>
          <ac:spMkLst>
            <pc:docMk/>
            <pc:sldMk cId="1512569659" sldId="278"/>
            <ac:spMk id="34" creationId="{8BD441A7-B9AF-B25C-68E1-B63828C81C7A}"/>
          </ac:spMkLst>
        </pc:spChg>
        <pc:spChg chg="add mod">
          <ac:chgData name="Y I" userId="1ad7123e4ed09ae3" providerId="LiveId" clId="{6DEF62D7-AFC5-4C44-A21D-F291BF42E1B7}" dt="2025-12-18T11:44:59.721" v="13095" actId="255"/>
          <ac:spMkLst>
            <pc:docMk/>
            <pc:sldMk cId="1512569659" sldId="278"/>
            <ac:spMk id="41" creationId="{903034B3-3E5A-509F-FD22-7659A7887005}"/>
          </ac:spMkLst>
        </pc:spChg>
        <pc:spChg chg="add mod">
          <ac:chgData name="Y I" userId="1ad7123e4ed09ae3" providerId="LiveId" clId="{6DEF62D7-AFC5-4C44-A21D-F291BF42E1B7}" dt="2025-12-18T11:44:59.721" v="13095" actId="255"/>
          <ac:spMkLst>
            <pc:docMk/>
            <pc:sldMk cId="1512569659" sldId="278"/>
            <ac:spMk id="62" creationId="{C0C4212A-C3CF-082A-3BF3-63C200C3465F}"/>
          </ac:spMkLst>
        </pc:spChg>
        <pc:spChg chg="add mod">
          <ac:chgData name="Y I" userId="1ad7123e4ed09ae3" providerId="LiveId" clId="{6DEF62D7-AFC5-4C44-A21D-F291BF42E1B7}" dt="2025-12-18T11:44:59.721" v="13095" actId="255"/>
          <ac:spMkLst>
            <pc:docMk/>
            <pc:sldMk cId="1512569659" sldId="278"/>
            <ac:spMk id="65" creationId="{BF5D8C7F-76C2-BF1F-7005-7FCB4D0E29AE}"/>
          </ac:spMkLst>
        </pc:spChg>
        <pc:spChg chg="add mod">
          <ac:chgData name="Y I" userId="1ad7123e4ed09ae3" providerId="LiveId" clId="{6DEF62D7-AFC5-4C44-A21D-F291BF42E1B7}" dt="2025-12-18T11:44:59.721" v="13095" actId="255"/>
          <ac:spMkLst>
            <pc:docMk/>
            <pc:sldMk cId="1512569659" sldId="278"/>
            <ac:spMk id="68" creationId="{FB937941-88D2-5A4F-8C6A-244240A9E7D3}"/>
          </ac:spMkLst>
        </pc:spChg>
        <pc:spChg chg="del">
          <ac:chgData name="Y I" userId="1ad7123e4ed09ae3" providerId="LiveId" clId="{6DEF62D7-AFC5-4C44-A21D-F291BF42E1B7}" dt="2025-12-18T11:44:24.409" v="13090" actId="478"/>
          <ac:spMkLst>
            <pc:docMk/>
            <pc:sldMk cId="1512569659" sldId="278"/>
            <ac:spMk id="71" creationId="{AFF0CF68-2158-7207-C929-BB78269C9A16}"/>
          </ac:spMkLst>
        </pc:spChg>
        <pc:grpChg chg="del mod">
          <ac:chgData name="Y I" userId="1ad7123e4ed09ae3" providerId="LiveId" clId="{6DEF62D7-AFC5-4C44-A21D-F291BF42E1B7}" dt="2025-12-18T11:45:15.016" v="13096" actId="21"/>
          <ac:grpSpMkLst>
            <pc:docMk/>
            <pc:sldMk cId="1512569659" sldId="278"/>
            <ac:grpSpMk id="72" creationId="{DD46535E-C645-FFF1-47B4-76B39CF905D2}"/>
          </ac:grpSpMkLst>
        </pc:grpChg>
        <pc:cxnChg chg="mod">
          <ac:chgData name="Y I" userId="1ad7123e4ed09ae3" providerId="LiveId" clId="{6DEF62D7-AFC5-4C44-A21D-F291BF42E1B7}" dt="2025-12-18T11:45:15.016" v="13096" actId="21"/>
          <ac:cxnSpMkLst>
            <pc:docMk/>
            <pc:sldMk cId="1512569659" sldId="278"/>
            <ac:cxnSpMk id="8" creationId="{0844C57F-FC29-84A5-83EE-CFBF208D6EA0}"/>
          </ac:cxnSpMkLst>
        </pc:cxnChg>
        <pc:cxnChg chg="mod">
          <ac:chgData name="Y I" userId="1ad7123e4ed09ae3" providerId="LiveId" clId="{6DEF62D7-AFC5-4C44-A21D-F291BF42E1B7}" dt="2025-12-18T11:45:15.016" v="13096" actId="21"/>
          <ac:cxnSpMkLst>
            <pc:docMk/>
            <pc:sldMk cId="1512569659" sldId="278"/>
            <ac:cxnSpMk id="26" creationId="{E3E22D06-C79F-7519-2DDF-0FA8B5211173}"/>
          </ac:cxnSpMkLst>
        </pc:cxnChg>
        <pc:cxnChg chg="mod">
          <ac:chgData name="Y I" userId="1ad7123e4ed09ae3" providerId="LiveId" clId="{6DEF62D7-AFC5-4C44-A21D-F291BF42E1B7}" dt="2025-12-18T11:45:15.016" v="13096" actId="21"/>
          <ac:cxnSpMkLst>
            <pc:docMk/>
            <pc:sldMk cId="1512569659" sldId="278"/>
            <ac:cxnSpMk id="28" creationId="{F0B0DB51-D285-9563-A912-925DD824FB9F}"/>
          </ac:cxnSpMkLst>
        </pc:cxnChg>
        <pc:cxnChg chg="mod">
          <ac:chgData name="Y I" userId="1ad7123e4ed09ae3" providerId="LiveId" clId="{6DEF62D7-AFC5-4C44-A21D-F291BF42E1B7}" dt="2025-12-18T11:45:15.016" v="13096" actId="21"/>
          <ac:cxnSpMkLst>
            <pc:docMk/>
            <pc:sldMk cId="1512569659" sldId="278"/>
            <ac:cxnSpMk id="31" creationId="{1A04AF08-9218-BD05-6B98-61CE38C9E7F7}"/>
          </ac:cxnSpMkLst>
        </pc:cxnChg>
        <pc:cxnChg chg="mod">
          <ac:chgData name="Y I" userId="1ad7123e4ed09ae3" providerId="LiveId" clId="{6DEF62D7-AFC5-4C44-A21D-F291BF42E1B7}" dt="2025-12-18T11:45:15.016" v="13096" actId="21"/>
          <ac:cxnSpMkLst>
            <pc:docMk/>
            <pc:sldMk cId="1512569659" sldId="278"/>
            <ac:cxnSpMk id="35" creationId="{10DF3EA1-3D2A-4F09-42FC-D3047EE9D6F3}"/>
          </ac:cxnSpMkLst>
        </pc:cxnChg>
        <pc:cxnChg chg="mod">
          <ac:chgData name="Y I" userId="1ad7123e4ed09ae3" providerId="LiveId" clId="{6DEF62D7-AFC5-4C44-A21D-F291BF42E1B7}" dt="2025-12-18T11:45:15.016" v="13096" actId="21"/>
          <ac:cxnSpMkLst>
            <pc:docMk/>
            <pc:sldMk cId="1512569659" sldId="278"/>
            <ac:cxnSpMk id="45" creationId="{F5CA5605-438F-B40C-2ECF-C0DF49079BB3}"/>
          </ac:cxnSpMkLst>
        </pc:cxnChg>
        <pc:cxnChg chg="mod">
          <ac:chgData name="Y I" userId="1ad7123e4ed09ae3" providerId="LiveId" clId="{6DEF62D7-AFC5-4C44-A21D-F291BF42E1B7}" dt="2025-12-18T11:45:15.016" v="13096" actId="21"/>
          <ac:cxnSpMkLst>
            <pc:docMk/>
            <pc:sldMk cId="1512569659" sldId="278"/>
            <ac:cxnSpMk id="50" creationId="{D472B60A-F018-6DEB-D70A-FB1885763C27}"/>
          </ac:cxnSpMkLst>
        </pc:cxnChg>
        <pc:cxnChg chg="mod">
          <ac:chgData name="Y I" userId="1ad7123e4ed09ae3" providerId="LiveId" clId="{6DEF62D7-AFC5-4C44-A21D-F291BF42E1B7}" dt="2025-12-18T11:45:15.016" v="13096" actId="21"/>
          <ac:cxnSpMkLst>
            <pc:docMk/>
            <pc:sldMk cId="1512569659" sldId="278"/>
            <ac:cxnSpMk id="51" creationId="{D37EBC2D-13E2-AB3A-2217-5BEBAE5378E1}"/>
          </ac:cxnSpMkLst>
        </pc:cxnChg>
        <pc:cxnChg chg="mod">
          <ac:chgData name="Y I" userId="1ad7123e4ed09ae3" providerId="LiveId" clId="{6DEF62D7-AFC5-4C44-A21D-F291BF42E1B7}" dt="2025-12-18T11:45:15.016" v="13096" actId="21"/>
          <ac:cxnSpMkLst>
            <pc:docMk/>
            <pc:sldMk cId="1512569659" sldId="278"/>
            <ac:cxnSpMk id="55" creationId="{14EB7E9A-D923-C2B3-F6E6-8DA95EC38E20}"/>
          </ac:cxnSpMkLst>
        </pc:cxnChg>
      </pc:sldChg>
      <pc:sldChg chg="addSp delSp modSp new del mod ord">
        <pc:chgData name="Y I" userId="1ad7123e4ed09ae3" providerId="LiveId" clId="{6DEF62D7-AFC5-4C44-A21D-F291BF42E1B7}" dt="2025-12-19T13:12:54.651" v="17837" actId="2696"/>
        <pc:sldMkLst>
          <pc:docMk/>
          <pc:sldMk cId="1251402326" sldId="279"/>
        </pc:sldMkLst>
        <pc:spChg chg="del">
          <ac:chgData name="Y I" userId="1ad7123e4ed09ae3" providerId="LiveId" clId="{6DEF62D7-AFC5-4C44-A21D-F291BF42E1B7}" dt="2025-12-19T05:26:41.974" v="14424" actId="478"/>
          <ac:spMkLst>
            <pc:docMk/>
            <pc:sldMk cId="1251402326" sldId="279"/>
            <ac:spMk id="3" creationId="{5D0E1716-1EEF-3BDA-5B13-1EF2F60A5A38}"/>
          </ac:spMkLst>
        </pc:spChg>
        <pc:spChg chg="mod">
          <ac:chgData name="Y I" userId="1ad7123e4ed09ae3" providerId="LiveId" clId="{6DEF62D7-AFC5-4C44-A21D-F291BF42E1B7}" dt="2025-12-19T05:08:48.480" v="14096"/>
          <ac:spMkLst>
            <pc:docMk/>
            <pc:sldMk cId="1251402326" sldId="279"/>
            <ac:spMk id="5" creationId="{3C1177A3-448B-4FDA-72C7-7D899829750D}"/>
          </ac:spMkLst>
        </pc:spChg>
        <pc:spChg chg="mod">
          <ac:chgData name="Y I" userId="1ad7123e4ed09ae3" providerId="LiveId" clId="{6DEF62D7-AFC5-4C44-A21D-F291BF42E1B7}" dt="2025-12-19T05:08:48.480" v="14096"/>
          <ac:spMkLst>
            <pc:docMk/>
            <pc:sldMk cId="1251402326" sldId="279"/>
            <ac:spMk id="20" creationId="{4403427A-B1D3-1CBA-D12E-8C7DD0942B20}"/>
          </ac:spMkLst>
        </pc:spChg>
        <pc:spChg chg="mod">
          <ac:chgData name="Y I" userId="1ad7123e4ed09ae3" providerId="LiveId" clId="{6DEF62D7-AFC5-4C44-A21D-F291BF42E1B7}" dt="2025-12-19T05:08:48.480" v="14096"/>
          <ac:spMkLst>
            <pc:docMk/>
            <pc:sldMk cId="1251402326" sldId="279"/>
            <ac:spMk id="26" creationId="{6B5A6101-2D32-742E-55A3-ACCA2CB4C821}"/>
          </ac:spMkLst>
        </pc:spChg>
        <pc:spChg chg="mod">
          <ac:chgData name="Y I" userId="1ad7123e4ed09ae3" providerId="LiveId" clId="{6DEF62D7-AFC5-4C44-A21D-F291BF42E1B7}" dt="2025-12-19T05:08:48.480" v="14096"/>
          <ac:spMkLst>
            <pc:docMk/>
            <pc:sldMk cId="1251402326" sldId="279"/>
            <ac:spMk id="29" creationId="{052531A7-B392-5B1B-9148-824FA605E5B6}"/>
          </ac:spMkLst>
        </pc:spChg>
        <pc:spChg chg="mod">
          <ac:chgData name="Y I" userId="1ad7123e4ed09ae3" providerId="LiveId" clId="{6DEF62D7-AFC5-4C44-A21D-F291BF42E1B7}" dt="2025-12-19T05:08:48.480" v="14096"/>
          <ac:spMkLst>
            <pc:docMk/>
            <pc:sldMk cId="1251402326" sldId="279"/>
            <ac:spMk id="33" creationId="{49CCFF95-8C51-BD30-4BD4-A9590DAFFD4E}"/>
          </ac:spMkLst>
        </pc:spChg>
        <pc:spChg chg="mod">
          <ac:chgData name="Y I" userId="1ad7123e4ed09ae3" providerId="LiveId" clId="{6DEF62D7-AFC5-4C44-A21D-F291BF42E1B7}" dt="2025-12-19T05:08:48.480" v="14096"/>
          <ac:spMkLst>
            <pc:docMk/>
            <pc:sldMk cId="1251402326" sldId="279"/>
            <ac:spMk id="38" creationId="{B8776DD5-BEB1-FD15-B38B-E73884DFD259}"/>
          </ac:spMkLst>
        </pc:spChg>
        <pc:spChg chg="mod">
          <ac:chgData name="Y I" userId="1ad7123e4ed09ae3" providerId="LiveId" clId="{6DEF62D7-AFC5-4C44-A21D-F291BF42E1B7}" dt="2025-12-19T05:08:48.480" v="14096"/>
          <ac:spMkLst>
            <pc:docMk/>
            <pc:sldMk cId="1251402326" sldId="279"/>
            <ac:spMk id="44" creationId="{1D84FB5B-759F-FE8B-FCAD-91B5A2716B8D}"/>
          </ac:spMkLst>
        </pc:spChg>
        <pc:spChg chg="mod">
          <ac:chgData name="Y I" userId="1ad7123e4ed09ae3" providerId="LiveId" clId="{6DEF62D7-AFC5-4C44-A21D-F291BF42E1B7}" dt="2025-12-19T05:08:48.480" v="14096"/>
          <ac:spMkLst>
            <pc:docMk/>
            <pc:sldMk cId="1251402326" sldId="279"/>
            <ac:spMk id="47" creationId="{C7CF00FF-DFED-48A3-0EEA-25CAAF5FD374}"/>
          </ac:spMkLst>
        </pc:spChg>
        <pc:spChg chg="mod">
          <ac:chgData name="Y I" userId="1ad7123e4ed09ae3" providerId="LiveId" clId="{6DEF62D7-AFC5-4C44-A21D-F291BF42E1B7}" dt="2025-12-19T05:08:48.480" v="14096"/>
          <ac:spMkLst>
            <pc:docMk/>
            <pc:sldMk cId="1251402326" sldId="279"/>
            <ac:spMk id="62" creationId="{1E8BFFC4-A856-35D9-EAD6-DE78BEB05ACB}"/>
          </ac:spMkLst>
        </pc:spChg>
        <pc:spChg chg="mod">
          <ac:chgData name="Y I" userId="1ad7123e4ed09ae3" providerId="LiveId" clId="{6DEF62D7-AFC5-4C44-A21D-F291BF42E1B7}" dt="2025-12-19T05:08:48.480" v="14096"/>
          <ac:spMkLst>
            <pc:docMk/>
            <pc:sldMk cId="1251402326" sldId="279"/>
            <ac:spMk id="64" creationId="{85341D91-0540-ED9B-9C05-AD6720DAA4BF}"/>
          </ac:spMkLst>
        </pc:spChg>
        <pc:spChg chg="mod">
          <ac:chgData name="Y I" userId="1ad7123e4ed09ae3" providerId="LiveId" clId="{6DEF62D7-AFC5-4C44-A21D-F291BF42E1B7}" dt="2025-12-19T05:11:16.354" v="14144"/>
          <ac:spMkLst>
            <pc:docMk/>
            <pc:sldMk cId="1251402326" sldId="279"/>
            <ac:spMk id="82" creationId="{F059509C-5D35-0FFE-6513-B4930B0F848D}"/>
          </ac:spMkLst>
        </pc:spChg>
        <pc:spChg chg="mod">
          <ac:chgData name="Y I" userId="1ad7123e4ed09ae3" providerId="LiveId" clId="{6DEF62D7-AFC5-4C44-A21D-F291BF42E1B7}" dt="2025-12-19T05:11:16.354" v="14144"/>
          <ac:spMkLst>
            <pc:docMk/>
            <pc:sldMk cId="1251402326" sldId="279"/>
            <ac:spMk id="91" creationId="{D77E7848-73F1-E97A-7046-DB8BD0260773}"/>
          </ac:spMkLst>
        </pc:spChg>
        <pc:spChg chg="mod">
          <ac:chgData name="Y I" userId="1ad7123e4ed09ae3" providerId="LiveId" clId="{6DEF62D7-AFC5-4C44-A21D-F291BF42E1B7}" dt="2025-12-19T05:11:16.354" v="14144"/>
          <ac:spMkLst>
            <pc:docMk/>
            <pc:sldMk cId="1251402326" sldId="279"/>
            <ac:spMk id="96" creationId="{AE642B76-E0C7-04B7-4D4A-805E136F7763}"/>
          </ac:spMkLst>
        </pc:spChg>
        <pc:spChg chg="mod">
          <ac:chgData name="Y I" userId="1ad7123e4ed09ae3" providerId="LiveId" clId="{6DEF62D7-AFC5-4C44-A21D-F291BF42E1B7}" dt="2025-12-19T05:11:16.354" v="14144"/>
          <ac:spMkLst>
            <pc:docMk/>
            <pc:sldMk cId="1251402326" sldId="279"/>
            <ac:spMk id="113" creationId="{5BDC4E47-9FF8-27B7-5717-08891A817129}"/>
          </ac:spMkLst>
        </pc:spChg>
        <pc:spChg chg="mod">
          <ac:chgData name="Y I" userId="1ad7123e4ed09ae3" providerId="LiveId" clId="{6DEF62D7-AFC5-4C44-A21D-F291BF42E1B7}" dt="2025-12-19T05:11:16.354" v="14144"/>
          <ac:spMkLst>
            <pc:docMk/>
            <pc:sldMk cId="1251402326" sldId="279"/>
            <ac:spMk id="119" creationId="{59CEF446-3B33-D921-215E-3D8E77B7A46B}"/>
          </ac:spMkLst>
        </pc:spChg>
        <pc:spChg chg="mod">
          <ac:chgData name="Y I" userId="1ad7123e4ed09ae3" providerId="LiveId" clId="{6DEF62D7-AFC5-4C44-A21D-F291BF42E1B7}" dt="2025-12-19T05:11:16.354" v="14144"/>
          <ac:spMkLst>
            <pc:docMk/>
            <pc:sldMk cId="1251402326" sldId="279"/>
            <ac:spMk id="132" creationId="{6902E0EC-A3EC-C6FD-6504-A8F0D2F26651}"/>
          </ac:spMkLst>
        </pc:spChg>
        <pc:spChg chg="mod">
          <ac:chgData name="Y I" userId="1ad7123e4ed09ae3" providerId="LiveId" clId="{6DEF62D7-AFC5-4C44-A21D-F291BF42E1B7}" dt="2025-12-19T05:11:16.354" v="14144"/>
          <ac:spMkLst>
            <pc:docMk/>
            <pc:sldMk cId="1251402326" sldId="279"/>
            <ac:spMk id="135" creationId="{DB39C058-AAA3-28F4-33DB-24C7EE83B1D5}"/>
          </ac:spMkLst>
        </pc:spChg>
        <pc:spChg chg="mod">
          <ac:chgData name="Y I" userId="1ad7123e4ed09ae3" providerId="LiveId" clId="{6DEF62D7-AFC5-4C44-A21D-F291BF42E1B7}" dt="2025-12-19T05:11:16.354" v="14144"/>
          <ac:spMkLst>
            <pc:docMk/>
            <pc:sldMk cId="1251402326" sldId="279"/>
            <ac:spMk id="136" creationId="{5F956477-4A01-467F-B194-6BE55E16A1B6}"/>
          </ac:spMkLst>
        </pc:spChg>
        <pc:spChg chg="mod">
          <ac:chgData name="Y I" userId="1ad7123e4ed09ae3" providerId="LiveId" clId="{6DEF62D7-AFC5-4C44-A21D-F291BF42E1B7}" dt="2025-12-19T05:11:16.354" v="14144"/>
          <ac:spMkLst>
            <pc:docMk/>
            <pc:sldMk cId="1251402326" sldId="279"/>
            <ac:spMk id="138" creationId="{677E26B3-C08B-8CE0-02A0-5482D6FB7461}"/>
          </ac:spMkLst>
        </pc:spChg>
        <pc:spChg chg="mod">
          <ac:chgData name="Y I" userId="1ad7123e4ed09ae3" providerId="LiveId" clId="{6DEF62D7-AFC5-4C44-A21D-F291BF42E1B7}" dt="2025-12-19T05:11:16.354" v="14144"/>
          <ac:spMkLst>
            <pc:docMk/>
            <pc:sldMk cId="1251402326" sldId="279"/>
            <ac:spMk id="146" creationId="{F54D903E-C0BB-635A-DB41-E992513CEEA9}"/>
          </ac:spMkLst>
        </pc:spChg>
        <pc:spChg chg="mod">
          <ac:chgData name="Y I" userId="1ad7123e4ed09ae3" providerId="LiveId" clId="{6DEF62D7-AFC5-4C44-A21D-F291BF42E1B7}" dt="2025-12-19T05:11:24.786" v="14145"/>
          <ac:spMkLst>
            <pc:docMk/>
            <pc:sldMk cId="1251402326" sldId="279"/>
            <ac:spMk id="155" creationId="{D1815261-E101-9953-948E-34DFDA518E7A}"/>
          </ac:spMkLst>
        </pc:spChg>
        <pc:spChg chg="mod">
          <ac:chgData name="Y I" userId="1ad7123e4ed09ae3" providerId="LiveId" clId="{6DEF62D7-AFC5-4C44-A21D-F291BF42E1B7}" dt="2025-12-19T05:11:24.786" v="14145"/>
          <ac:spMkLst>
            <pc:docMk/>
            <pc:sldMk cId="1251402326" sldId="279"/>
            <ac:spMk id="170" creationId="{E65A1E9C-E99B-F4EA-33DC-97B9B5034F31}"/>
          </ac:spMkLst>
        </pc:spChg>
        <pc:spChg chg="mod">
          <ac:chgData name="Y I" userId="1ad7123e4ed09ae3" providerId="LiveId" clId="{6DEF62D7-AFC5-4C44-A21D-F291BF42E1B7}" dt="2025-12-19T05:11:24.786" v="14145"/>
          <ac:spMkLst>
            <pc:docMk/>
            <pc:sldMk cId="1251402326" sldId="279"/>
            <ac:spMk id="171" creationId="{09C2AF32-5D72-D340-D1B9-D7FBB9D00F4A}"/>
          </ac:spMkLst>
        </pc:spChg>
        <pc:spChg chg="mod">
          <ac:chgData name="Y I" userId="1ad7123e4ed09ae3" providerId="LiveId" clId="{6DEF62D7-AFC5-4C44-A21D-F291BF42E1B7}" dt="2025-12-19T05:11:24.786" v="14145"/>
          <ac:spMkLst>
            <pc:docMk/>
            <pc:sldMk cId="1251402326" sldId="279"/>
            <ac:spMk id="172" creationId="{43203143-48E5-24AA-4826-D3F0CFE904E8}"/>
          </ac:spMkLst>
        </pc:spChg>
        <pc:spChg chg="mod">
          <ac:chgData name="Y I" userId="1ad7123e4ed09ae3" providerId="LiveId" clId="{6DEF62D7-AFC5-4C44-A21D-F291BF42E1B7}" dt="2025-12-19T05:11:24.786" v="14145"/>
          <ac:spMkLst>
            <pc:docMk/>
            <pc:sldMk cId="1251402326" sldId="279"/>
            <ac:spMk id="177" creationId="{5575617D-BCFF-A8E5-9FCE-1E856D36D8B6}"/>
          </ac:spMkLst>
        </pc:spChg>
        <pc:spChg chg="mod">
          <ac:chgData name="Y I" userId="1ad7123e4ed09ae3" providerId="LiveId" clId="{6DEF62D7-AFC5-4C44-A21D-F291BF42E1B7}" dt="2025-12-19T05:11:24.786" v="14145"/>
          <ac:spMkLst>
            <pc:docMk/>
            <pc:sldMk cId="1251402326" sldId="279"/>
            <ac:spMk id="183" creationId="{6AE6DB11-84E2-05C6-63DB-551A0A79CBA9}"/>
          </ac:spMkLst>
        </pc:spChg>
        <pc:spChg chg="mod">
          <ac:chgData name="Y I" userId="1ad7123e4ed09ae3" providerId="LiveId" clId="{6DEF62D7-AFC5-4C44-A21D-F291BF42E1B7}" dt="2025-12-19T05:11:24.786" v="14145"/>
          <ac:spMkLst>
            <pc:docMk/>
            <pc:sldMk cId="1251402326" sldId="279"/>
            <ac:spMk id="193" creationId="{76ED2B4D-A9FB-29B8-A099-C148EDAC2D8E}"/>
          </ac:spMkLst>
        </pc:spChg>
        <pc:spChg chg="mod">
          <ac:chgData name="Y I" userId="1ad7123e4ed09ae3" providerId="LiveId" clId="{6DEF62D7-AFC5-4C44-A21D-F291BF42E1B7}" dt="2025-12-19T05:11:24.786" v="14145"/>
          <ac:spMkLst>
            <pc:docMk/>
            <pc:sldMk cId="1251402326" sldId="279"/>
            <ac:spMk id="217" creationId="{3BF57271-121E-8504-5CC3-4E4EA510E9D6}"/>
          </ac:spMkLst>
        </pc:spChg>
        <pc:spChg chg="mod">
          <ac:chgData name="Y I" userId="1ad7123e4ed09ae3" providerId="LiveId" clId="{6DEF62D7-AFC5-4C44-A21D-F291BF42E1B7}" dt="2025-12-19T05:11:24.786" v="14145"/>
          <ac:spMkLst>
            <pc:docMk/>
            <pc:sldMk cId="1251402326" sldId="279"/>
            <ac:spMk id="223" creationId="{EE4FAB1B-9D48-D3FE-7BF8-184F2EF16020}"/>
          </ac:spMkLst>
        </pc:spChg>
        <pc:spChg chg="mod">
          <ac:chgData name="Y I" userId="1ad7123e4ed09ae3" providerId="LiveId" clId="{6DEF62D7-AFC5-4C44-A21D-F291BF42E1B7}" dt="2025-12-19T05:11:24.786" v="14145"/>
          <ac:spMkLst>
            <pc:docMk/>
            <pc:sldMk cId="1251402326" sldId="279"/>
            <ac:spMk id="224" creationId="{7037B452-DBDB-E5BE-AF49-934A4DDA290A}"/>
          </ac:spMkLst>
        </pc:spChg>
      </pc:sldChg>
      <pc:sldChg chg="addSp delSp modSp new del mod ord">
        <pc:chgData name="Y I" userId="1ad7123e4ed09ae3" providerId="LiveId" clId="{6DEF62D7-AFC5-4C44-A21D-F291BF42E1B7}" dt="2025-12-19T13:12:54.651" v="17837" actId="2696"/>
        <pc:sldMkLst>
          <pc:docMk/>
          <pc:sldMk cId="3188484721" sldId="280"/>
        </pc:sldMkLst>
        <pc:spChg chg="del">
          <ac:chgData name="Y I" userId="1ad7123e4ed09ae3" providerId="LiveId" clId="{6DEF62D7-AFC5-4C44-A21D-F291BF42E1B7}" dt="2025-12-19T05:26:36.185" v="14422" actId="478"/>
          <ac:spMkLst>
            <pc:docMk/>
            <pc:sldMk cId="3188484721" sldId="280"/>
            <ac:spMk id="3" creationId="{1EB938E6-576A-3C8D-254F-470460AD57CA}"/>
          </ac:spMkLst>
        </pc:spChg>
        <pc:spChg chg="add mod">
          <ac:chgData name="Y I" userId="1ad7123e4ed09ae3" providerId="LiveId" clId="{6DEF62D7-AFC5-4C44-A21D-F291BF42E1B7}" dt="2025-12-19T05:26:36.974" v="14423"/>
          <ac:spMkLst>
            <pc:docMk/>
            <pc:sldMk cId="3188484721" sldId="280"/>
            <ac:spMk id="4" creationId="{E98A867C-0EA7-BAB5-8A23-8B0493E08A52}"/>
          </ac:spMkLst>
        </pc:spChg>
        <pc:spChg chg="add mod">
          <ac:chgData name="Y I" userId="1ad7123e4ed09ae3" providerId="LiveId" clId="{6DEF62D7-AFC5-4C44-A21D-F291BF42E1B7}" dt="2025-12-19T05:26:36.974" v="14423"/>
          <ac:spMkLst>
            <pc:docMk/>
            <pc:sldMk cId="3188484721" sldId="280"/>
            <ac:spMk id="5" creationId="{CAE116C1-860A-DE8C-539C-943FBB8CC856}"/>
          </ac:spMkLst>
        </pc:spChg>
        <pc:spChg chg="add mod">
          <ac:chgData name="Y I" userId="1ad7123e4ed09ae3" providerId="LiveId" clId="{6DEF62D7-AFC5-4C44-A21D-F291BF42E1B7}" dt="2025-12-19T05:26:36.974" v="14423"/>
          <ac:spMkLst>
            <pc:docMk/>
            <pc:sldMk cId="3188484721" sldId="280"/>
            <ac:spMk id="6" creationId="{B72C57EB-D949-D9EB-680E-011A5B2361B8}"/>
          </ac:spMkLst>
        </pc:spChg>
        <pc:spChg chg="add mod">
          <ac:chgData name="Y I" userId="1ad7123e4ed09ae3" providerId="LiveId" clId="{6DEF62D7-AFC5-4C44-A21D-F291BF42E1B7}" dt="2025-12-19T05:26:36.974" v="14423"/>
          <ac:spMkLst>
            <pc:docMk/>
            <pc:sldMk cId="3188484721" sldId="280"/>
            <ac:spMk id="7" creationId="{DE6BD70A-F7A0-3825-1E59-0DAF5983E30C}"/>
          </ac:spMkLst>
        </pc:spChg>
        <pc:spChg chg="add mod">
          <ac:chgData name="Y I" userId="1ad7123e4ed09ae3" providerId="LiveId" clId="{6DEF62D7-AFC5-4C44-A21D-F291BF42E1B7}" dt="2025-12-19T05:27:06.992" v="14426" actId="1076"/>
          <ac:spMkLst>
            <pc:docMk/>
            <pc:sldMk cId="3188484721" sldId="280"/>
            <ac:spMk id="8" creationId="{0CBEE92E-8117-BD0E-8470-9B7C30504A24}"/>
          </ac:spMkLst>
        </pc:spChg>
        <pc:spChg chg="add mod">
          <ac:chgData name="Y I" userId="1ad7123e4ed09ae3" providerId="LiveId" clId="{6DEF62D7-AFC5-4C44-A21D-F291BF42E1B7}" dt="2025-12-19T05:26:36.974" v="14423"/>
          <ac:spMkLst>
            <pc:docMk/>
            <pc:sldMk cId="3188484721" sldId="280"/>
            <ac:spMk id="11" creationId="{3A1568F9-9331-6AA7-7F14-3EE5FC99DEC8}"/>
          </ac:spMkLst>
        </pc:spChg>
        <pc:graphicFrameChg chg="add mod">
          <ac:chgData name="Y I" userId="1ad7123e4ed09ae3" providerId="LiveId" clId="{6DEF62D7-AFC5-4C44-A21D-F291BF42E1B7}" dt="2025-12-19T05:26:36.974" v="14423"/>
          <ac:graphicFrameMkLst>
            <pc:docMk/>
            <pc:sldMk cId="3188484721" sldId="280"/>
            <ac:graphicFrameMk id="9" creationId="{E6E27147-3F4E-CF0B-A96E-B706E8B369FE}"/>
          </ac:graphicFrameMkLst>
        </pc:graphicFrameChg>
        <pc:graphicFrameChg chg="add mod">
          <ac:chgData name="Y I" userId="1ad7123e4ed09ae3" providerId="LiveId" clId="{6DEF62D7-AFC5-4C44-A21D-F291BF42E1B7}" dt="2025-12-19T05:26:36.974" v="14423"/>
          <ac:graphicFrameMkLst>
            <pc:docMk/>
            <pc:sldMk cId="3188484721" sldId="280"/>
            <ac:graphicFrameMk id="10" creationId="{CE1086BC-D9E1-E0B4-0A0B-921C0808A083}"/>
          </ac:graphicFrameMkLst>
        </pc:graphicFrameChg>
        <pc:graphicFrameChg chg="add mod">
          <ac:chgData name="Y I" userId="1ad7123e4ed09ae3" providerId="LiveId" clId="{6DEF62D7-AFC5-4C44-A21D-F291BF42E1B7}" dt="2025-12-19T05:26:36.974" v="14423"/>
          <ac:graphicFrameMkLst>
            <pc:docMk/>
            <pc:sldMk cId="3188484721" sldId="280"/>
            <ac:graphicFrameMk id="12" creationId="{C82F7DEA-9826-D313-FF50-8D1E1B131EBD}"/>
          </ac:graphicFrameMkLst>
        </pc:graphicFrameChg>
      </pc:sldChg>
      <pc:sldChg chg="new del">
        <pc:chgData name="Y I" userId="1ad7123e4ed09ae3" providerId="LiveId" clId="{6DEF62D7-AFC5-4C44-A21D-F291BF42E1B7}" dt="2025-12-19T13:12:54.651" v="17837" actId="2696"/>
        <pc:sldMkLst>
          <pc:docMk/>
          <pc:sldMk cId="3977738546" sldId="281"/>
        </pc:sldMkLst>
      </pc:sldChg>
      <pc:sldChg chg="modSp add del mod">
        <pc:chgData name="Y I" userId="1ad7123e4ed09ae3" providerId="LiveId" clId="{6DEF62D7-AFC5-4C44-A21D-F291BF42E1B7}" dt="2025-12-19T08:13:44.923" v="15713" actId="2696"/>
        <pc:sldMkLst>
          <pc:docMk/>
          <pc:sldMk cId="26464770" sldId="282"/>
        </pc:sldMkLst>
        <pc:spChg chg="mod">
          <ac:chgData name="Y I" userId="1ad7123e4ed09ae3" providerId="LiveId" clId="{6DEF62D7-AFC5-4C44-A21D-F291BF42E1B7}" dt="2025-12-19T08:10:35.129" v="15680" actId="20577"/>
          <ac:spMkLst>
            <pc:docMk/>
            <pc:sldMk cId="26464770" sldId="282"/>
            <ac:spMk id="2" creationId="{7274D182-4A82-A9E1-FFD2-16F38AF78F14}"/>
          </ac:spMkLst>
        </pc:spChg>
        <pc:spChg chg="mod">
          <ac:chgData name="Y I" userId="1ad7123e4ed09ae3" providerId="LiveId" clId="{6DEF62D7-AFC5-4C44-A21D-F291BF42E1B7}" dt="2025-12-19T08:11:23.981" v="15701" actId="1076"/>
          <ac:spMkLst>
            <pc:docMk/>
            <pc:sldMk cId="26464770" sldId="282"/>
            <ac:spMk id="4" creationId="{F7C4A5AF-137D-441B-A404-3BE1A56AAA18}"/>
          </ac:spMkLst>
        </pc:spChg>
        <pc:spChg chg="mod">
          <ac:chgData name="Y I" userId="1ad7123e4ed09ae3" providerId="LiveId" clId="{6DEF62D7-AFC5-4C44-A21D-F291BF42E1B7}" dt="2025-12-19T08:11:23.981" v="15701" actId="1076"/>
          <ac:spMkLst>
            <pc:docMk/>
            <pc:sldMk cId="26464770" sldId="282"/>
            <ac:spMk id="5" creationId="{CCF11589-2D5F-50F3-7E23-7E053348235F}"/>
          </ac:spMkLst>
        </pc:spChg>
        <pc:spChg chg="mod">
          <ac:chgData name="Y I" userId="1ad7123e4ed09ae3" providerId="LiveId" clId="{6DEF62D7-AFC5-4C44-A21D-F291BF42E1B7}" dt="2025-12-19T08:09:40.674" v="15651"/>
          <ac:spMkLst>
            <pc:docMk/>
            <pc:sldMk cId="26464770" sldId="282"/>
            <ac:spMk id="7" creationId="{BAD5D1E7-6F86-DF6C-C055-FC60734B4976}"/>
          </ac:spMkLst>
        </pc:spChg>
        <pc:spChg chg="mod">
          <ac:chgData name="Y I" userId="1ad7123e4ed09ae3" providerId="LiveId" clId="{6DEF62D7-AFC5-4C44-A21D-F291BF42E1B7}" dt="2025-12-19T08:11:16.391" v="15700" actId="1076"/>
          <ac:spMkLst>
            <pc:docMk/>
            <pc:sldMk cId="26464770" sldId="282"/>
            <ac:spMk id="8" creationId="{5C608805-9AC8-DCCB-AF7A-0C2B2FF2B846}"/>
          </ac:spMkLst>
        </pc:spChg>
        <pc:spChg chg="mod">
          <ac:chgData name="Y I" userId="1ad7123e4ed09ae3" providerId="LiveId" clId="{6DEF62D7-AFC5-4C44-A21D-F291BF42E1B7}" dt="2025-12-19T08:11:16.391" v="15700" actId="1076"/>
          <ac:spMkLst>
            <pc:docMk/>
            <pc:sldMk cId="26464770" sldId="282"/>
            <ac:spMk id="11" creationId="{7BAA4931-D9F3-7320-6417-B8E9C0C178BE}"/>
          </ac:spMkLst>
        </pc:spChg>
        <pc:spChg chg="mod">
          <ac:chgData name="Y I" userId="1ad7123e4ed09ae3" providerId="LiveId" clId="{6DEF62D7-AFC5-4C44-A21D-F291BF42E1B7}" dt="2025-12-19T08:11:16.391" v="15700" actId="1076"/>
          <ac:spMkLst>
            <pc:docMk/>
            <pc:sldMk cId="26464770" sldId="282"/>
            <ac:spMk id="13" creationId="{751436F1-3EE8-EBB2-3B53-10657670E573}"/>
          </ac:spMkLst>
        </pc:spChg>
        <pc:spChg chg="mod">
          <ac:chgData name="Y I" userId="1ad7123e4ed09ae3" providerId="LiveId" clId="{6DEF62D7-AFC5-4C44-A21D-F291BF42E1B7}" dt="2025-12-19T08:11:16.391" v="15700" actId="1076"/>
          <ac:spMkLst>
            <pc:docMk/>
            <pc:sldMk cId="26464770" sldId="282"/>
            <ac:spMk id="20" creationId="{639B7519-1CDC-E0CA-E814-6B5C9DBCA48F}"/>
          </ac:spMkLst>
        </pc:spChg>
        <pc:spChg chg="mod">
          <ac:chgData name="Y I" userId="1ad7123e4ed09ae3" providerId="LiveId" clId="{6DEF62D7-AFC5-4C44-A21D-F291BF42E1B7}" dt="2025-12-19T08:11:16.391" v="15700" actId="1076"/>
          <ac:spMkLst>
            <pc:docMk/>
            <pc:sldMk cId="26464770" sldId="282"/>
            <ac:spMk id="22" creationId="{EFB364EE-A877-78A0-113C-8F4DE7CCD4FC}"/>
          </ac:spMkLst>
        </pc:spChg>
        <pc:spChg chg="mod">
          <ac:chgData name="Y I" userId="1ad7123e4ed09ae3" providerId="LiveId" clId="{6DEF62D7-AFC5-4C44-A21D-F291BF42E1B7}" dt="2025-12-19T08:11:16.391" v="15700" actId="1076"/>
          <ac:spMkLst>
            <pc:docMk/>
            <pc:sldMk cId="26464770" sldId="282"/>
            <ac:spMk id="23" creationId="{E18D96BF-D621-D9C1-8863-2C0D11414757}"/>
          </ac:spMkLst>
        </pc:spChg>
        <pc:spChg chg="mod">
          <ac:chgData name="Y I" userId="1ad7123e4ed09ae3" providerId="LiveId" clId="{6DEF62D7-AFC5-4C44-A21D-F291BF42E1B7}" dt="2025-12-19T08:11:16.391" v="15700" actId="1076"/>
          <ac:spMkLst>
            <pc:docMk/>
            <pc:sldMk cId="26464770" sldId="282"/>
            <ac:spMk id="25" creationId="{1EB79491-918F-CBE3-F068-8AE292DFE70A}"/>
          </ac:spMkLst>
        </pc:spChg>
        <pc:spChg chg="mod">
          <ac:chgData name="Y I" userId="1ad7123e4ed09ae3" providerId="LiveId" clId="{6DEF62D7-AFC5-4C44-A21D-F291BF42E1B7}" dt="2025-12-19T08:11:16.391" v="15700" actId="1076"/>
          <ac:spMkLst>
            <pc:docMk/>
            <pc:sldMk cId="26464770" sldId="282"/>
            <ac:spMk id="26" creationId="{C6471794-DF2C-8319-4302-677595658BB5}"/>
          </ac:spMkLst>
        </pc:spChg>
        <pc:spChg chg="mod">
          <ac:chgData name="Y I" userId="1ad7123e4ed09ae3" providerId="LiveId" clId="{6DEF62D7-AFC5-4C44-A21D-F291BF42E1B7}" dt="2025-12-19T08:11:16.391" v="15700" actId="1076"/>
          <ac:spMkLst>
            <pc:docMk/>
            <pc:sldMk cId="26464770" sldId="282"/>
            <ac:spMk id="28" creationId="{D9D601DA-32A5-1459-2F75-76255533B13C}"/>
          </ac:spMkLst>
        </pc:spChg>
        <pc:spChg chg="mod">
          <ac:chgData name="Y I" userId="1ad7123e4ed09ae3" providerId="LiveId" clId="{6DEF62D7-AFC5-4C44-A21D-F291BF42E1B7}" dt="2025-12-19T08:12:54.892" v="15710" actId="1076"/>
          <ac:spMkLst>
            <pc:docMk/>
            <pc:sldMk cId="26464770" sldId="282"/>
            <ac:spMk id="31" creationId="{831D0A3F-01B7-764E-694E-C80F62C438CF}"/>
          </ac:spMkLst>
        </pc:spChg>
        <pc:spChg chg="mod">
          <ac:chgData name="Y I" userId="1ad7123e4ed09ae3" providerId="LiveId" clId="{6DEF62D7-AFC5-4C44-A21D-F291BF42E1B7}" dt="2025-12-19T08:12:51.027" v="15709" actId="1076"/>
          <ac:spMkLst>
            <pc:docMk/>
            <pc:sldMk cId="26464770" sldId="282"/>
            <ac:spMk id="43" creationId="{E9F7377E-BB90-036C-E1DE-8478BD441352}"/>
          </ac:spMkLst>
        </pc:spChg>
        <pc:graphicFrameChg chg="mod">
          <ac:chgData name="Y I" userId="1ad7123e4ed09ae3" providerId="LiveId" clId="{6DEF62D7-AFC5-4C44-A21D-F291BF42E1B7}" dt="2025-12-19T08:11:23.981" v="15701" actId="1076"/>
          <ac:graphicFrameMkLst>
            <pc:docMk/>
            <pc:sldMk cId="26464770" sldId="282"/>
            <ac:graphicFrameMk id="10" creationId="{0C1F8869-B31D-8B89-0392-4C858D924A90}"/>
          </ac:graphicFrameMkLst>
        </pc:graphicFrameChg>
        <pc:graphicFrameChg chg="modGraphic">
          <ac:chgData name="Y I" userId="1ad7123e4ed09ae3" providerId="LiveId" clId="{6DEF62D7-AFC5-4C44-A21D-F291BF42E1B7}" dt="2025-12-19T08:10:19.193" v="15661" actId="6549"/>
          <ac:graphicFrameMkLst>
            <pc:docMk/>
            <pc:sldMk cId="26464770" sldId="282"/>
            <ac:graphicFrameMk id="12" creationId="{E296C276-91A7-BCC4-F2B0-18B015CEA46E}"/>
          </ac:graphicFrameMkLst>
        </pc:graphicFrameChg>
        <pc:graphicFrameChg chg="mod">
          <ac:chgData name="Y I" userId="1ad7123e4ed09ae3" providerId="LiveId" clId="{6DEF62D7-AFC5-4C44-A21D-F291BF42E1B7}" dt="2025-12-19T08:11:16.391" v="15700" actId="1076"/>
          <ac:graphicFrameMkLst>
            <pc:docMk/>
            <pc:sldMk cId="26464770" sldId="282"/>
            <ac:graphicFrameMk id="21" creationId="{ACCF9B1E-D9FF-A534-8484-F1F3F54363DE}"/>
          </ac:graphicFrameMkLst>
        </pc:graphicFrameChg>
      </pc:sldChg>
      <pc:sldChg chg="modSp add del mod">
        <pc:chgData name="Y I" userId="1ad7123e4ed09ae3" providerId="LiveId" clId="{6DEF62D7-AFC5-4C44-A21D-F291BF42E1B7}" dt="2025-12-19T13:12:54.651" v="17837" actId="2696"/>
        <pc:sldMkLst>
          <pc:docMk/>
          <pc:sldMk cId="3051762035" sldId="282"/>
        </pc:sldMkLst>
        <pc:spChg chg="mod">
          <ac:chgData name="Y I" userId="1ad7123e4ed09ae3" providerId="LiveId" clId="{6DEF62D7-AFC5-4C44-A21D-F291BF42E1B7}" dt="2025-12-19T08:13:55.111" v="15726" actId="20577"/>
          <ac:spMkLst>
            <pc:docMk/>
            <pc:sldMk cId="3051762035" sldId="282"/>
            <ac:spMk id="2" creationId="{F7247C8F-8064-32FF-AF39-8A40D8D37E3F}"/>
          </ac:spMkLst>
        </pc:spChg>
        <pc:spChg chg="mod">
          <ac:chgData name="Y I" userId="1ad7123e4ed09ae3" providerId="LiveId" clId="{6DEF62D7-AFC5-4C44-A21D-F291BF42E1B7}" dt="2025-12-19T09:12:57.584" v="16325" actId="20577"/>
          <ac:spMkLst>
            <pc:docMk/>
            <pc:sldMk cId="3051762035" sldId="282"/>
            <ac:spMk id="7" creationId="{830DDCB9-7ECE-54BB-E7BD-2604179492F6}"/>
          </ac:spMkLst>
        </pc:spChg>
        <pc:graphicFrameChg chg="modGraphic">
          <ac:chgData name="Y I" userId="1ad7123e4ed09ae3" providerId="LiveId" clId="{6DEF62D7-AFC5-4C44-A21D-F291BF42E1B7}" dt="2025-12-19T08:20:35.407" v="15803" actId="20577"/>
          <ac:graphicFrameMkLst>
            <pc:docMk/>
            <pc:sldMk cId="3051762035" sldId="282"/>
            <ac:graphicFrameMk id="12" creationId="{0448B2C8-076B-0B8F-89BD-9EBDF2DDC2D1}"/>
          </ac:graphicFrameMkLst>
        </pc:graphicFrameChg>
      </pc:sldChg>
      <pc:sldChg chg="addSp delSp modSp add del mod">
        <pc:chgData name="Y I" userId="1ad7123e4ed09ae3" providerId="LiveId" clId="{6DEF62D7-AFC5-4C44-A21D-F291BF42E1B7}" dt="2025-12-19T13:12:54.651" v="17837" actId="2696"/>
        <pc:sldMkLst>
          <pc:docMk/>
          <pc:sldMk cId="425764615" sldId="283"/>
        </pc:sldMkLst>
        <pc:spChg chg="mod">
          <ac:chgData name="Y I" userId="1ad7123e4ed09ae3" providerId="LiveId" clId="{6DEF62D7-AFC5-4C44-A21D-F291BF42E1B7}" dt="2025-12-19T08:34:40.042" v="15882" actId="20577"/>
          <ac:spMkLst>
            <pc:docMk/>
            <pc:sldMk cId="425764615" sldId="283"/>
            <ac:spMk id="2" creationId="{D0F885DC-C0BD-E2D3-587F-13EAC14930AB}"/>
          </ac:spMkLst>
        </pc:spChg>
        <pc:spChg chg="mod">
          <ac:chgData name="Y I" userId="1ad7123e4ed09ae3" providerId="LiveId" clId="{6DEF62D7-AFC5-4C44-A21D-F291BF42E1B7}" dt="2025-12-19T08:35:00.455" v="15932" actId="20577"/>
          <ac:spMkLst>
            <pc:docMk/>
            <pc:sldMk cId="425764615" sldId="283"/>
            <ac:spMk id="3" creationId="{5C390BF2-B1DD-E96B-7B65-7B3B739E3F6B}"/>
          </ac:spMkLst>
        </pc:spChg>
        <pc:spChg chg="del">
          <ac:chgData name="Y I" userId="1ad7123e4ed09ae3" providerId="LiveId" clId="{6DEF62D7-AFC5-4C44-A21D-F291BF42E1B7}" dt="2025-12-19T08:27:30.725" v="15805" actId="478"/>
          <ac:spMkLst>
            <pc:docMk/>
            <pc:sldMk cId="425764615" sldId="283"/>
            <ac:spMk id="6" creationId="{9FC871BB-F727-02A0-9019-075DDD8292BE}"/>
          </ac:spMkLst>
        </pc:spChg>
        <pc:spChg chg="del">
          <ac:chgData name="Y I" userId="1ad7123e4ed09ae3" providerId="LiveId" clId="{6DEF62D7-AFC5-4C44-A21D-F291BF42E1B7}" dt="2025-12-19T08:27:30.725" v="15805" actId="478"/>
          <ac:spMkLst>
            <pc:docMk/>
            <pc:sldMk cId="425764615" sldId="283"/>
            <ac:spMk id="7" creationId="{8DB165F8-2E7F-971D-44C1-692BCE0CF84F}"/>
          </ac:spMkLst>
        </pc:spChg>
        <pc:spChg chg="del">
          <ac:chgData name="Y I" userId="1ad7123e4ed09ae3" providerId="LiveId" clId="{6DEF62D7-AFC5-4C44-A21D-F291BF42E1B7}" dt="2025-12-19T08:27:30.725" v="15805" actId="478"/>
          <ac:spMkLst>
            <pc:docMk/>
            <pc:sldMk cId="425764615" sldId="283"/>
            <ac:spMk id="8" creationId="{4ACBB275-9792-9AF5-2859-8FCA926B3B49}"/>
          </ac:spMkLst>
        </pc:spChg>
        <pc:spChg chg="del">
          <ac:chgData name="Y I" userId="1ad7123e4ed09ae3" providerId="LiveId" clId="{6DEF62D7-AFC5-4C44-A21D-F291BF42E1B7}" dt="2025-12-19T08:27:30.725" v="15805" actId="478"/>
          <ac:spMkLst>
            <pc:docMk/>
            <pc:sldMk cId="425764615" sldId="283"/>
            <ac:spMk id="9" creationId="{9F5570C5-BADC-8548-C3B2-A03DB0C4BDC6}"/>
          </ac:spMkLst>
        </pc:spChg>
        <pc:spChg chg="add mod">
          <ac:chgData name="Y I" userId="1ad7123e4ed09ae3" providerId="LiveId" clId="{6DEF62D7-AFC5-4C44-A21D-F291BF42E1B7}" dt="2025-12-19T08:32:19.480" v="15819" actId="1076"/>
          <ac:spMkLst>
            <pc:docMk/>
            <pc:sldMk cId="425764615" sldId="283"/>
            <ac:spMk id="13" creationId="{69A35F56-A26E-3813-44D6-FCBBCA36833A}"/>
          </ac:spMkLst>
        </pc:spChg>
        <pc:spChg chg="add mod">
          <ac:chgData name="Y I" userId="1ad7123e4ed09ae3" providerId="LiveId" clId="{6DEF62D7-AFC5-4C44-A21D-F291BF42E1B7}" dt="2025-12-19T10:44:55.994" v="16508" actId="20577"/>
          <ac:spMkLst>
            <pc:docMk/>
            <pc:sldMk cId="425764615" sldId="283"/>
            <ac:spMk id="16" creationId="{6F00EFDC-F4B2-5A0B-1B3C-32421C06CFFB}"/>
          </ac:spMkLst>
        </pc:spChg>
        <pc:graphicFrameChg chg="del">
          <ac:chgData name="Y I" userId="1ad7123e4ed09ae3" providerId="LiveId" clId="{6DEF62D7-AFC5-4C44-A21D-F291BF42E1B7}" dt="2025-12-19T08:27:30.725" v="15805" actId="478"/>
          <ac:graphicFrameMkLst>
            <pc:docMk/>
            <pc:sldMk cId="425764615" sldId="283"/>
            <ac:graphicFrameMk id="4" creationId="{1FB534BA-65BC-A2A7-B0D6-E2FA913C6565}"/>
          </ac:graphicFrameMkLst>
        </pc:graphicFrameChg>
        <pc:graphicFrameChg chg="del">
          <ac:chgData name="Y I" userId="1ad7123e4ed09ae3" providerId="LiveId" clId="{6DEF62D7-AFC5-4C44-A21D-F291BF42E1B7}" dt="2025-12-19T08:27:30.725" v="15805" actId="478"/>
          <ac:graphicFrameMkLst>
            <pc:docMk/>
            <pc:sldMk cId="425764615" sldId="283"/>
            <ac:graphicFrameMk id="5" creationId="{CB5D31A7-B5F6-C56E-FE56-1B5128678A14}"/>
          </ac:graphicFrameMkLst>
        </pc:graphicFrameChg>
        <pc:graphicFrameChg chg="del mod modGraphic">
          <ac:chgData name="Y I" userId="1ad7123e4ed09ae3" providerId="LiveId" clId="{6DEF62D7-AFC5-4C44-A21D-F291BF42E1B7}" dt="2025-12-19T08:32:04.344" v="15816" actId="478"/>
          <ac:graphicFrameMkLst>
            <pc:docMk/>
            <pc:sldMk cId="425764615" sldId="283"/>
            <ac:graphicFrameMk id="10" creationId="{0EF81D6C-42C9-53FB-3709-C2B8C2520491}"/>
          </ac:graphicFrameMkLst>
        </pc:graphicFrameChg>
        <pc:graphicFrameChg chg="add mod">
          <ac:chgData name="Y I" userId="1ad7123e4ed09ae3" providerId="LiveId" clId="{6DEF62D7-AFC5-4C44-A21D-F291BF42E1B7}" dt="2025-12-19T08:31:45.073" v="15813"/>
          <ac:graphicFrameMkLst>
            <pc:docMk/>
            <pc:sldMk cId="425764615" sldId="283"/>
            <ac:graphicFrameMk id="11" creationId="{51B3C58F-656E-259D-3F03-521D7F710D14}"/>
          </ac:graphicFrameMkLst>
        </pc:graphicFrameChg>
        <pc:graphicFrameChg chg="add mod modGraphic">
          <ac:chgData name="Y I" userId="1ad7123e4ed09ae3" providerId="LiveId" clId="{6DEF62D7-AFC5-4C44-A21D-F291BF42E1B7}" dt="2025-12-19T08:33:24.566" v="15838" actId="6549"/>
          <ac:graphicFrameMkLst>
            <pc:docMk/>
            <pc:sldMk cId="425764615" sldId="283"/>
            <ac:graphicFrameMk id="12" creationId="{D2E4BD8C-15E1-1F0C-F215-40EDCB6990B0}"/>
          </ac:graphicFrameMkLst>
        </pc:graphicFrameChg>
        <pc:graphicFrameChg chg="add mod modGraphic">
          <ac:chgData name="Y I" userId="1ad7123e4ed09ae3" providerId="LiveId" clId="{6DEF62D7-AFC5-4C44-A21D-F291BF42E1B7}" dt="2025-12-19T08:33:31.506" v="15840" actId="20577"/>
          <ac:graphicFrameMkLst>
            <pc:docMk/>
            <pc:sldMk cId="425764615" sldId="283"/>
            <ac:graphicFrameMk id="14" creationId="{4244D1A0-898E-CE33-BE99-3B6BC063F789}"/>
          </ac:graphicFrameMkLst>
        </pc:graphicFrameChg>
        <pc:cxnChg chg="add del mod">
          <ac:chgData name="Y I" userId="1ad7123e4ed09ae3" providerId="LiveId" clId="{6DEF62D7-AFC5-4C44-A21D-F291BF42E1B7}" dt="2025-12-19T08:32:22.157" v="15820" actId="478"/>
          <ac:cxnSpMkLst>
            <pc:docMk/>
            <pc:sldMk cId="425764615" sldId="283"/>
            <ac:cxnSpMk id="15" creationId="{2B6545CB-C28D-BEA2-5FF9-230A85119539}"/>
          </ac:cxnSpMkLst>
        </pc:cxnChg>
      </pc:sldChg>
      <pc:sldChg chg="addSp delSp modSp add del mod">
        <pc:chgData name="Y I" userId="1ad7123e4ed09ae3" providerId="LiveId" clId="{6DEF62D7-AFC5-4C44-A21D-F291BF42E1B7}" dt="2025-12-19T13:12:54.651" v="17837" actId="2696"/>
        <pc:sldMkLst>
          <pc:docMk/>
          <pc:sldMk cId="1012639530" sldId="284"/>
        </pc:sldMkLst>
        <pc:spChg chg="mod">
          <ac:chgData name="Y I" userId="1ad7123e4ed09ae3" providerId="LiveId" clId="{6DEF62D7-AFC5-4C44-A21D-F291BF42E1B7}" dt="2025-12-19T11:28:58.554" v="17313" actId="20577"/>
          <ac:spMkLst>
            <pc:docMk/>
            <pc:sldMk cId="1012639530" sldId="284"/>
            <ac:spMk id="2" creationId="{CEB3B281-AC59-EE23-1499-18B11D43132F}"/>
          </ac:spMkLst>
        </pc:spChg>
        <pc:spChg chg="mod">
          <ac:chgData name="Y I" userId="1ad7123e4ed09ae3" providerId="LiveId" clId="{6DEF62D7-AFC5-4C44-A21D-F291BF42E1B7}" dt="2025-12-19T09:08:54.839" v="16106" actId="1076"/>
          <ac:spMkLst>
            <pc:docMk/>
            <pc:sldMk cId="1012639530" sldId="284"/>
            <ac:spMk id="6" creationId="{59CFB751-DF37-B2C6-C374-544A8E42CC20}"/>
          </ac:spMkLst>
        </pc:spChg>
        <pc:spChg chg="mod">
          <ac:chgData name="Y I" userId="1ad7123e4ed09ae3" providerId="LiveId" clId="{6DEF62D7-AFC5-4C44-A21D-F291BF42E1B7}" dt="2025-12-19T09:08:54.839" v="16106" actId="1076"/>
          <ac:spMkLst>
            <pc:docMk/>
            <pc:sldMk cId="1012639530" sldId="284"/>
            <ac:spMk id="7" creationId="{984D6197-B178-4860-BA99-8598615766B5}"/>
          </ac:spMkLst>
        </pc:spChg>
        <pc:spChg chg="mod">
          <ac:chgData name="Y I" userId="1ad7123e4ed09ae3" providerId="LiveId" clId="{6DEF62D7-AFC5-4C44-A21D-F291BF42E1B7}" dt="2025-12-19T09:09:41.236" v="16112" actId="1076"/>
          <ac:spMkLst>
            <pc:docMk/>
            <pc:sldMk cId="1012639530" sldId="284"/>
            <ac:spMk id="8" creationId="{D86C4F02-9D0F-3A89-278E-A103CAA272BA}"/>
          </ac:spMkLst>
        </pc:spChg>
        <pc:spChg chg="mod">
          <ac:chgData name="Y I" userId="1ad7123e4ed09ae3" providerId="LiveId" clId="{6DEF62D7-AFC5-4C44-A21D-F291BF42E1B7}" dt="2025-12-19T09:09:41.236" v="16112" actId="1076"/>
          <ac:spMkLst>
            <pc:docMk/>
            <pc:sldMk cId="1012639530" sldId="284"/>
            <ac:spMk id="11" creationId="{177F25DF-DE13-71E7-77B8-B1832DF32FA4}"/>
          </ac:spMkLst>
        </pc:spChg>
        <pc:spChg chg="mod">
          <ac:chgData name="Y I" userId="1ad7123e4ed09ae3" providerId="LiveId" clId="{6DEF62D7-AFC5-4C44-A21D-F291BF42E1B7}" dt="2025-12-19T09:10:33.153" v="16173" actId="1076"/>
          <ac:spMkLst>
            <pc:docMk/>
            <pc:sldMk cId="1012639530" sldId="284"/>
            <ac:spMk id="13" creationId="{7A5128D1-D6CE-99C8-6C11-8765481687F5}"/>
          </ac:spMkLst>
        </pc:spChg>
        <pc:spChg chg="del">
          <ac:chgData name="Y I" userId="1ad7123e4ed09ae3" providerId="LiveId" clId="{6DEF62D7-AFC5-4C44-A21D-F291BF42E1B7}" dt="2025-12-19T09:09:21.030" v="16109" actId="478"/>
          <ac:spMkLst>
            <pc:docMk/>
            <pc:sldMk cId="1012639530" sldId="284"/>
            <ac:spMk id="20" creationId="{1313A50E-E02B-7688-B0C9-798416849197}"/>
          </ac:spMkLst>
        </pc:spChg>
        <pc:spChg chg="del">
          <ac:chgData name="Y I" userId="1ad7123e4ed09ae3" providerId="LiveId" clId="{6DEF62D7-AFC5-4C44-A21D-F291BF42E1B7}" dt="2025-12-19T09:09:21.030" v="16109" actId="478"/>
          <ac:spMkLst>
            <pc:docMk/>
            <pc:sldMk cId="1012639530" sldId="284"/>
            <ac:spMk id="22" creationId="{F6D831CD-6092-8269-EAD9-3BDAC314B3BF}"/>
          </ac:spMkLst>
        </pc:spChg>
        <pc:spChg chg="del">
          <ac:chgData name="Y I" userId="1ad7123e4ed09ae3" providerId="LiveId" clId="{6DEF62D7-AFC5-4C44-A21D-F291BF42E1B7}" dt="2025-12-19T09:09:21.030" v="16109" actId="478"/>
          <ac:spMkLst>
            <pc:docMk/>
            <pc:sldMk cId="1012639530" sldId="284"/>
            <ac:spMk id="23" creationId="{2137EE7D-8F42-8EE1-D181-E3F8EF25FF8D}"/>
          </ac:spMkLst>
        </pc:spChg>
        <pc:spChg chg="del">
          <ac:chgData name="Y I" userId="1ad7123e4ed09ae3" providerId="LiveId" clId="{6DEF62D7-AFC5-4C44-A21D-F291BF42E1B7}" dt="2025-12-19T09:09:21.030" v="16109" actId="478"/>
          <ac:spMkLst>
            <pc:docMk/>
            <pc:sldMk cId="1012639530" sldId="284"/>
            <ac:spMk id="25" creationId="{546C69CF-3AC0-D675-4B97-9B1CAF378DB9}"/>
          </ac:spMkLst>
        </pc:spChg>
        <pc:spChg chg="del">
          <ac:chgData name="Y I" userId="1ad7123e4ed09ae3" providerId="LiveId" clId="{6DEF62D7-AFC5-4C44-A21D-F291BF42E1B7}" dt="2025-12-19T09:09:21.030" v="16109" actId="478"/>
          <ac:spMkLst>
            <pc:docMk/>
            <pc:sldMk cId="1012639530" sldId="284"/>
            <ac:spMk id="26" creationId="{504BD6A9-2976-4E35-4D99-096F1F26B32B}"/>
          </ac:spMkLst>
        </pc:spChg>
        <pc:spChg chg="del">
          <ac:chgData name="Y I" userId="1ad7123e4ed09ae3" providerId="LiveId" clId="{6DEF62D7-AFC5-4C44-A21D-F291BF42E1B7}" dt="2025-12-19T09:09:21.030" v="16109" actId="478"/>
          <ac:spMkLst>
            <pc:docMk/>
            <pc:sldMk cId="1012639530" sldId="284"/>
            <ac:spMk id="28" creationId="{A137DD1A-B5EF-024B-60CC-60F5C3774CDE}"/>
          </ac:spMkLst>
        </pc:spChg>
        <pc:spChg chg="mod">
          <ac:chgData name="Y I" userId="1ad7123e4ed09ae3" providerId="LiveId" clId="{6DEF62D7-AFC5-4C44-A21D-F291BF42E1B7}" dt="2025-12-19T09:11:54.763" v="16307" actId="1076"/>
          <ac:spMkLst>
            <pc:docMk/>
            <pc:sldMk cId="1012639530" sldId="284"/>
            <ac:spMk id="31" creationId="{8C054B4A-6C3C-0150-FA30-FF6F807245A5}"/>
          </ac:spMkLst>
        </pc:spChg>
        <pc:spChg chg="add del">
          <ac:chgData name="Y I" userId="1ad7123e4ed09ae3" providerId="LiveId" clId="{6DEF62D7-AFC5-4C44-A21D-F291BF42E1B7}" dt="2025-12-19T09:08:45.600" v="16105" actId="478"/>
          <ac:spMkLst>
            <pc:docMk/>
            <pc:sldMk cId="1012639530" sldId="284"/>
            <ac:spMk id="32" creationId="{E0BE95A5-FB3C-A3EB-2037-D9EF54345A43}"/>
          </ac:spMkLst>
        </pc:spChg>
        <pc:spChg chg="add del">
          <ac:chgData name="Y I" userId="1ad7123e4ed09ae3" providerId="LiveId" clId="{6DEF62D7-AFC5-4C44-A21D-F291BF42E1B7}" dt="2025-12-19T09:08:45.600" v="16105" actId="478"/>
          <ac:spMkLst>
            <pc:docMk/>
            <pc:sldMk cId="1012639530" sldId="284"/>
            <ac:spMk id="33" creationId="{159930D0-1C6C-5185-DA8E-E5ED02EDC772}"/>
          </ac:spMkLst>
        </pc:spChg>
        <pc:spChg chg="add del">
          <ac:chgData name="Y I" userId="1ad7123e4ed09ae3" providerId="LiveId" clId="{6DEF62D7-AFC5-4C44-A21D-F291BF42E1B7}" dt="2025-12-19T09:08:45.600" v="16105" actId="478"/>
          <ac:spMkLst>
            <pc:docMk/>
            <pc:sldMk cId="1012639530" sldId="284"/>
            <ac:spMk id="35" creationId="{D4F6D825-A3C4-8A65-E646-D2B90A83C0D9}"/>
          </ac:spMkLst>
        </pc:spChg>
        <pc:spChg chg="add del">
          <ac:chgData name="Y I" userId="1ad7123e4ed09ae3" providerId="LiveId" clId="{6DEF62D7-AFC5-4C44-A21D-F291BF42E1B7}" dt="2025-12-19T09:08:45.600" v="16105" actId="478"/>
          <ac:spMkLst>
            <pc:docMk/>
            <pc:sldMk cId="1012639530" sldId="284"/>
            <ac:spMk id="36" creationId="{70B0E00D-6CA3-CB45-61C3-C601B12D36A1}"/>
          </ac:spMkLst>
        </pc:spChg>
        <pc:spChg chg="add del">
          <ac:chgData name="Y I" userId="1ad7123e4ed09ae3" providerId="LiveId" clId="{6DEF62D7-AFC5-4C44-A21D-F291BF42E1B7}" dt="2025-12-19T09:08:45.600" v="16105" actId="478"/>
          <ac:spMkLst>
            <pc:docMk/>
            <pc:sldMk cId="1012639530" sldId="284"/>
            <ac:spMk id="38" creationId="{B188EF68-FF77-1F15-E7F2-B44C1B97E064}"/>
          </ac:spMkLst>
        </pc:spChg>
        <pc:spChg chg="add del">
          <ac:chgData name="Y I" userId="1ad7123e4ed09ae3" providerId="LiveId" clId="{6DEF62D7-AFC5-4C44-A21D-F291BF42E1B7}" dt="2025-12-19T09:08:45.600" v="16105" actId="478"/>
          <ac:spMkLst>
            <pc:docMk/>
            <pc:sldMk cId="1012639530" sldId="284"/>
            <ac:spMk id="39" creationId="{003DA5A6-312B-5C4E-6560-700E4F65C445}"/>
          </ac:spMkLst>
        </pc:spChg>
        <pc:spChg chg="del">
          <ac:chgData name="Y I" userId="1ad7123e4ed09ae3" providerId="LiveId" clId="{6DEF62D7-AFC5-4C44-A21D-F291BF42E1B7}" dt="2025-12-19T09:08:58.598" v="16107" actId="478"/>
          <ac:spMkLst>
            <pc:docMk/>
            <pc:sldMk cId="1012639530" sldId="284"/>
            <ac:spMk id="42" creationId="{31070693-E27A-DA4D-4C32-1035E09BEC18}"/>
          </ac:spMkLst>
        </pc:spChg>
        <pc:spChg chg="mod">
          <ac:chgData name="Y I" userId="1ad7123e4ed09ae3" providerId="LiveId" clId="{6DEF62D7-AFC5-4C44-A21D-F291BF42E1B7}" dt="2025-12-19T09:12:19.453" v="16308" actId="1076"/>
          <ac:spMkLst>
            <pc:docMk/>
            <pc:sldMk cId="1012639530" sldId="284"/>
            <ac:spMk id="44" creationId="{8295ECB3-3A05-376C-9E15-E025789DE466}"/>
          </ac:spMkLst>
        </pc:spChg>
        <pc:graphicFrameChg chg="mod">
          <ac:chgData name="Y I" userId="1ad7123e4ed09ae3" providerId="LiveId" clId="{6DEF62D7-AFC5-4C44-A21D-F291BF42E1B7}" dt="2025-12-19T09:09:41.236" v="16112" actId="1076"/>
          <ac:graphicFrameMkLst>
            <pc:docMk/>
            <pc:sldMk cId="1012639530" sldId="284"/>
            <ac:graphicFrameMk id="9" creationId="{263AF186-5BE3-672A-19DC-7195FBCE5486}"/>
          </ac:graphicFrameMkLst>
        </pc:graphicFrameChg>
        <pc:graphicFrameChg chg="mod">
          <ac:chgData name="Y I" userId="1ad7123e4ed09ae3" providerId="LiveId" clId="{6DEF62D7-AFC5-4C44-A21D-F291BF42E1B7}" dt="2025-12-19T09:08:54.839" v="16106" actId="1076"/>
          <ac:graphicFrameMkLst>
            <pc:docMk/>
            <pc:sldMk cId="1012639530" sldId="284"/>
            <ac:graphicFrameMk id="12" creationId="{536E46EC-3FEB-55EE-3DF0-1705569AA3D7}"/>
          </ac:graphicFrameMkLst>
        </pc:graphicFrameChg>
        <pc:graphicFrameChg chg="del">
          <ac:chgData name="Y I" userId="1ad7123e4ed09ae3" providerId="LiveId" clId="{6DEF62D7-AFC5-4C44-A21D-F291BF42E1B7}" dt="2025-12-19T09:09:21.030" v="16109" actId="478"/>
          <ac:graphicFrameMkLst>
            <pc:docMk/>
            <pc:sldMk cId="1012639530" sldId="284"/>
            <ac:graphicFrameMk id="21" creationId="{988E8F01-8A3E-E7BF-41A5-73876E5F052A}"/>
          </ac:graphicFrameMkLst>
        </pc:graphicFrameChg>
        <pc:graphicFrameChg chg="del">
          <ac:chgData name="Y I" userId="1ad7123e4ed09ae3" providerId="LiveId" clId="{6DEF62D7-AFC5-4C44-A21D-F291BF42E1B7}" dt="2025-12-19T09:09:21.030" v="16109" actId="478"/>
          <ac:graphicFrameMkLst>
            <pc:docMk/>
            <pc:sldMk cId="1012639530" sldId="284"/>
            <ac:graphicFrameMk id="24" creationId="{0F254CD5-7CBC-1E39-611D-D17EC79D73BC}"/>
          </ac:graphicFrameMkLst>
        </pc:graphicFrameChg>
        <pc:graphicFrameChg chg="del">
          <ac:chgData name="Y I" userId="1ad7123e4ed09ae3" providerId="LiveId" clId="{6DEF62D7-AFC5-4C44-A21D-F291BF42E1B7}" dt="2025-12-19T09:09:21.030" v="16109" actId="478"/>
          <ac:graphicFrameMkLst>
            <pc:docMk/>
            <pc:sldMk cId="1012639530" sldId="284"/>
            <ac:graphicFrameMk id="27" creationId="{640B06DE-2449-3718-43F9-EC742560591F}"/>
          </ac:graphicFrameMkLst>
        </pc:graphicFrameChg>
        <pc:graphicFrameChg chg="add del">
          <ac:chgData name="Y I" userId="1ad7123e4ed09ae3" providerId="LiveId" clId="{6DEF62D7-AFC5-4C44-A21D-F291BF42E1B7}" dt="2025-12-19T09:08:45.600" v="16105" actId="478"/>
          <ac:graphicFrameMkLst>
            <pc:docMk/>
            <pc:sldMk cId="1012639530" sldId="284"/>
            <ac:graphicFrameMk id="34" creationId="{E10A6721-656B-5324-31BF-DFD48DE96927}"/>
          </ac:graphicFrameMkLst>
        </pc:graphicFrameChg>
        <pc:graphicFrameChg chg="add del">
          <ac:chgData name="Y I" userId="1ad7123e4ed09ae3" providerId="LiveId" clId="{6DEF62D7-AFC5-4C44-A21D-F291BF42E1B7}" dt="2025-12-19T09:08:45.600" v="16105" actId="478"/>
          <ac:graphicFrameMkLst>
            <pc:docMk/>
            <pc:sldMk cId="1012639530" sldId="284"/>
            <ac:graphicFrameMk id="37" creationId="{3AEB9D3C-2187-8593-7141-2C1356B11FA3}"/>
          </ac:graphicFrameMkLst>
        </pc:graphicFrameChg>
        <pc:graphicFrameChg chg="add del">
          <ac:chgData name="Y I" userId="1ad7123e4ed09ae3" providerId="LiveId" clId="{6DEF62D7-AFC5-4C44-A21D-F291BF42E1B7}" dt="2025-12-19T09:08:45.600" v="16105" actId="478"/>
          <ac:graphicFrameMkLst>
            <pc:docMk/>
            <pc:sldMk cId="1012639530" sldId="284"/>
            <ac:graphicFrameMk id="40" creationId="{9EF06E65-0C26-89DB-7AF9-0F7874EB5280}"/>
          </ac:graphicFrameMkLst>
        </pc:graphicFrameChg>
        <pc:cxnChg chg="del">
          <ac:chgData name="Y I" userId="1ad7123e4ed09ae3" providerId="LiveId" clId="{6DEF62D7-AFC5-4C44-A21D-F291BF42E1B7}" dt="2025-12-19T09:09:21.030" v="16109" actId="478"/>
          <ac:cxnSpMkLst>
            <pc:docMk/>
            <pc:sldMk cId="1012639530" sldId="284"/>
            <ac:cxnSpMk id="29" creationId="{19B1AAEB-E155-6141-5677-BDAE571F6D64}"/>
          </ac:cxnSpMkLst>
        </pc:cxnChg>
        <pc:cxnChg chg="add del">
          <ac:chgData name="Y I" userId="1ad7123e4ed09ae3" providerId="LiveId" clId="{6DEF62D7-AFC5-4C44-A21D-F291BF42E1B7}" dt="2025-12-19T09:08:45.600" v="16105" actId="478"/>
          <ac:cxnSpMkLst>
            <pc:docMk/>
            <pc:sldMk cId="1012639530" sldId="284"/>
            <ac:cxnSpMk id="41" creationId="{13D1AD8B-B02C-8EE3-F5E5-26CD0DC907BE}"/>
          </ac:cxnSpMkLst>
        </pc:cxnChg>
      </pc:sldChg>
      <pc:sldChg chg="modSp add del mod">
        <pc:chgData name="Y I" userId="1ad7123e4ed09ae3" providerId="LiveId" clId="{6DEF62D7-AFC5-4C44-A21D-F291BF42E1B7}" dt="2025-12-19T13:12:54.651" v="17837" actId="2696"/>
        <pc:sldMkLst>
          <pc:docMk/>
          <pc:sldMk cId="1828810354" sldId="285"/>
        </pc:sldMkLst>
        <pc:spChg chg="mod">
          <ac:chgData name="Y I" userId="1ad7123e4ed09ae3" providerId="LiveId" clId="{6DEF62D7-AFC5-4C44-A21D-F291BF42E1B7}" dt="2025-12-19T11:29:10.750" v="17348" actId="20577"/>
          <ac:spMkLst>
            <pc:docMk/>
            <pc:sldMk cId="1828810354" sldId="285"/>
            <ac:spMk id="2" creationId="{C080E07C-AC12-145E-FA49-21C4357E2E6A}"/>
          </ac:spMkLst>
        </pc:spChg>
        <pc:spChg chg="mod">
          <ac:chgData name="Y I" userId="1ad7123e4ed09ae3" providerId="LiveId" clId="{6DEF62D7-AFC5-4C44-A21D-F291BF42E1B7}" dt="2025-12-19T11:30:13.113" v="17365" actId="20577"/>
          <ac:spMkLst>
            <pc:docMk/>
            <pc:sldMk cId="1828810354" sldId="285"/>
            <ac:spMk id="7" creationId="{642590FF-79F3-1BA1-09C1-C71C00DDEF74}"/>
          </ac:spMkLst>
        </pc:spChg>
        <pc:graphicFrameChg chg="mod">
          <ac:chgData name="Y I" userId="1ad7123e4ed09ae3" providerId="LiveId" clId="{6DEF62D7-AFC5-4C44-A21D-F291BF42E1B7}" dt="2025-12-19T11:30:05.530" v="17353"/>
          <ac:graphicFrameMkLst>
            <pc:docMk/>
            <pc:sldMk cId="1828810354" sldId="285"/>
            <ac:graphicFrameMk id="12" creationId="{C8725B59-7102-E5C8-8145-AEDC07847B7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CE72D8-7E7E-4675-AD2D-43CEF8D81BD6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EC048-5193-4C9D-9EBB-240A9D6539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3168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AB02B6-9FF7-BE08-C1FA-C77616B084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3252F5-DDC1-F86D-9213-B2A6C67059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F0FB49-2A93-0664-D77E-3D4476370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1EB15E-7197-1909-6239-5663E6D9A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71E8FB9-D297-6B69-0745-C0F569148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8405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56630C-C1CD-A338-A57A-61A8B54B9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773" y="365125"/>
            <a:ext cx="11531151" cy="524999"/>
          </a:xfrm>
        </p:spPr>
        <p:txBody>
          <a:bodyPr/>
          <a:lstStyle>
            <a:lvl1pPr>
              <a:defRPr sz="2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B0CACE0-DA6B-3F03-1B72-01306852B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773" y="1035781"/>
            <a:ext cx="11531151" cy="5141182"/>
          </a:xfrm>
        </p:spPr>
        <p:txBody>
          <a:bodyPr/>
          <a:lstStyle>
            <a:lvl1pPr>
              <a:buFont typeface="Wingdings" panose="05000000000000000000" pitchFamily="2" charset="2"/>
              <a:buChar char="n"/>
              <a:defRPr sz="1400"/>
            </a:lvl1pPr>
            <a:lvl2pPr>
              <a:buFont typeface="Wingdings" panose="05000000000000000000" pitchFamily="2" charset="2"/>
              <a:buChar char="Ø"/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CDF5EE-EEA6-E97A-8AD7-4F4503A1B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220E5BB-F580-9BA9-B36E-3E42EAE77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C5416E-08B9-B6B3-0471-CB56EB6F7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87029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2C6A30-C00B-C1EC-1E05-5918A41E1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576B354-16B9-92BA-B932-5290E2758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00B40AF-E5D6-06D2-AC93-D3480671D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2F572E-1B0B-4AEA-0822-2C32440BE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3894C8-4E1B-B2EA-1294-5D175CB2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179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F7F872-E5C5-FB6B-3838-94DD1F788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1DD7DB5-2DF6-D143-46E0-10AC8B155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B5C6D74-F867-F006-4E84-ED518D3236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E2036B1-C116-EE9B-19C4-947D80F09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A9A8FF-1A03-4AF4-2811-D25389B09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27DF14F-7DDF-8B53-25BF-D86666E6B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9022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5407B8-0469-0CE4-81DA-DFA877C4F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81D8160-2849-C0C4-2E17-AD25A5D6FE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D1D4442-8664-7A3E-5075-7DB00D9ED7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1EFB1B1-A2C8-F966-8E0C-C08B652DC1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24D374F-7BAB-B81B-DAD0-0AEE803E90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8D809D9-D5B7-BA9D-C9C5-B80EA984E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8EF21FE-FF22-BA4F-F4BF-A3F342E3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65EA446-EE1A-F67B-A4DC-650251176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247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5E1DBD-271A-4942-8471-7F3CC1C77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AE14E93-1955-A3B1-2ED2-109D7A676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11D3185-E493-A316-E477-1A29ADFBA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236CEED-56B4-AD67-5380-025B77F40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9379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63AB287-418B-613E-31D5-CF3B66B46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7A8DDCA-6938-7C73-A14E-0911D8A8D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CD5D291-CFCE-E52A-2E8D-60B8319FB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9591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B9050A-4E9A-2F82-9ED0-91B3FFA34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62186F-F623-8B8B-C387-804F4E120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290C0DF-0697-5E58-25B7-DF3E0B0B40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617E8F6-5DB5-519C-02E7-71084BCF9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3297A8A-5C1D-3891-C797-D800D3F87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CC2EFC1-78E2-6261-A859-6829C6A33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066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4EBDF2-6136-5AEA-0B49-34D1F8534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E40208B-2C8E-DBE0-A001-831CFFE35A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9A4A2DF-08EE-B39B-58EA-02835F7F8F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88A9D47-E26E-6BDE-5DC8-518FD085A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8ADCCD4-20E1-1F17-A4F0-005185EE1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37FAFCA-8E7F-18E0-6229-A7278B4E1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8859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C23630-F99B-FA45-DD2F-5B0FEF81C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417BF8F-6E61-D85C-2E6E-4A1457C2FD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6CD852-8E35-3EF0-1DF4-0B80161DC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D8450D-B580-8DFA-BB28-FF22D46DE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855111-2CCB-0940-AF90-D15A4391E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2772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68EB963-29E1-15BF-E201-D915D3AAA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A6288E3-EC96-8D1A-B440-B8312382C7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5E56D2-2342-B1FA-7BA6-0F5E9BEBC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1937A1-B517-FEF4-580A-EB85EE907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3D7656-393D-1E69-4F18-347440378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913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DC05984-991D-9345-27D2-A9A67FA95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0858D18-7286-EC40-86F4-B8360AFEB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902041-6943-521C-FDA1-44897988D3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46C357-A271-4CE4-8E45-273000065A91}" type="datetimeFigureOut">
              <a:rPr kumimoji="1" lang="ja-JP" altLang="en-US" smtClean="0"/>
              <a:t>2025/12/19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538461-4F28-6F0C-9CF1-2737DBAB4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362C1C-C1DF-813E-ECBE-9579F65C64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1D5C9F-30BB-425A-930C-4B69708415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9732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9167</TotalTime>
  <Words>0</Words>
  <Application>Microsoft Office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5" baseType="lpstr">
      <vt:lpstr>游ゴシック</vt:lpstr>
      <vt:lpstr>游ゴシック Light</vt:lpstr>
      <vt:lpstr>Arial</vt:lpstr>
      <vt:lpstr>Wingdings</vt:lpstr>
      <vt:lpstr>Office テーマ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 I</dc:creator>
  <cp:lastModifiedBy>Y I</cp:lastModifiedBy>
  <cp:revision>2</cp:revision>
  <dcterms:created xsi:type="dcterms:W3CDTF">2025-11-29T00:53:09Z</dcterms:created>
  <dcterms:modified xsi:type="dcterms:W3CDTF">2025-12-19T13:12:55Z</dcterms:modified>
</cp:coreProperties>
</file>