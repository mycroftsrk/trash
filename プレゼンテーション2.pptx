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62" r:id="rId2"/>
    <p:sldId id="258" r:id="rId3"/>
    <p:sldId id="266" r:id="rId4"/>
    <p:sldId id="267" r:id="rId5"/>
    <p:sldId id="268" r:id="rId6"/>
    <p:sldId id="259" r:id="rId7"/>
    <p:sldId id="260" r:id="rId8"/>
    <p:sldId id="277" r:id="rId9"/>
    <p:sldId id="278" r:id="rId10"/>
    <p:sldId id="275" r:id="rId11"/>
    <p:sldId id="272" r:id="rId12"/>
    <p:sldId id="284" r:id="rId13"/>
    <p:sldId id="285" r:id="rId14"/>
    <p:sldId id="263" r:id="rId15"/>
    <p:sldId id="273" r:id="rId16"/>
    <p:sldId id="282" r:id="rId17"/>
    <p:sldId id="283" r:id="rId18"/>
    <p:sldId id="269" r:id="rId19"/>
    <p:sldId id="265" r:id="rId20"/>
    <p:sldId id="270" r:id="rId21"/>
    <p:sldId id="271" r:id="rId22"/>
    <p:sldId id="281" r:id="rId23"/>
    <p:sldId id="279" r:id="rId24"/>
    <p:sldId id="280" r:id="rId2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9900A9-8C9F-4363-A154-857964E554F1}" v="1474" dt="2025-12-19T13:08:04.63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49" autoAdjust="0"/>
    <p:restoredTop sz="94667" autoAdjust="0"/>
  </p:normalViewPr>
  <p:slideViewPr>
    <p:cSldViewPr snapToGrid="0" showGuides="1">
      <p:cViewPr>
        <p:scale>
          <a:sx n="75" d="100"/>
          <a:sy n="75" d="100"/>
        </p:scale>
        <p:origin x="1050" y="642"/>
      </p:cViewPr>
      <p:guideLst>
        <p:guide orient="horz" pos="2160"/>
        <p:guide pos="3840"/>
      </p:guideLst>
    </p:cSldViewPr>
  </p:slideViewPr>
  <p:outlineViewPr>
    <p:cViewPr>
      <p:scale>
        <a:sx n="33" d="100"/>
        <a:sy n="33" d="100"/>
      </p:scale>
      <p:origin x="0" y="-1380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 I" userId="1ad7123e4ed09ae3" providerId="LiveId" clId="{6DEF62D7-AFC5-4C44-A21D-F291BF42E1B7}"/>
    <pc:docChg chg="undo redo custSel addSld delSld modSld sldOrd">
      <pc:chgData name="Y I" userId="1ad7123e4ed09ae3" providerId="LiveId" clId="{6DEF62D7-AFC5-4C44-A21D-F291BF42E1B7}" dt="2025-12-19T13:09:34.800" v="17836" actId="20577"/>
      <pc:docMkLst>
        <pc:docMk/>
      </pc:docMkLst>
      <pc:sldChg chg="del">
        <pc:chgData name="Y I" userId="1ad7123e4ed09ae3" providerId="LiveId" clId="{6DEF62D7-AFC5-4C44-A21D-F291BF42E1B7}" dt="2025-12-18T09:29:54.785" v="12259" actId="2696"/>
        <pc:sldMkLst>
          <pc:docMk/>
          <pc:sldMk cId="4158874657" sldId="256"/>
        </pc:sldMkLst>
      </pc:sldChg>
      <pc:sldChg chg="addSp modSp mod">
        <pc:chgData name="Y I" userId="1ad7123e4ed09ae3" providerId="LiveId" clId="{6DEF62D7-AFC5-4C44-A21D-F291BF42E1B7}" dt="2025-12-19T09:16:12.761" v="16364" actId="20577"/>
        <pc:sldMkLst>
          <pc:docMk/>
          <pc:sldMk cId="2463332086" sldId="259"/>
        </pc:sldMkLst>
        <pc:spChg chg="mod">
          <ac:chgData name="Y I" userId="1ad7123e4ed09ae3" providerId="LiveId" clId="{6DEF62D7-AFC5-4C44-A21D-F291BF42E1B7}" dt="2025-12-19T09:16:12.761" v="16364" actId="20577"/>
          <ac:spMkLst>
            <pc:docMk/>
            <pc:sldMk cId="2463332086" sldId="259"/>
            <ac:spMk id="3" creationId="{F8D7B1DE-7B14-E898-4720-C2FDA57B9CB3}"/>
          </ac:spMkLst>
        </pc:spChg>
        <pc:spChg chg="add mod">
          <ac:chgData name="Y I" userId="1ad7123e4ed09ae3" providerId="LiveId" clId="{6DEF62D7-AFC5-4C44-A21D-F291BF42E1B7}" dt="2025-12-12T05:37:16.167" v="4416" actId="20577"/>
          <ac:spMkLst>
            <pc:docMk/>
            <pc:sldMk cId="2463332086" sldId="259"/>
            <ac:spMk id="4" creationId="{D6C69561-F218-BD0F-4E1F-0B20722C6887}"/>
          </ac:spMkLst>
        </pc:spChg>
      </pc:sldChg>
      <pc:sldChg chg="addSp delSp modSp mod">
        <pc:chgData name="Y I" userId="1ad7123e4ed09ae3" providerId="LiveId" clId="{6DEF62D7-AFC5-4C44-A21D-F291BF42E1B7}" dt="2025-12-19T06:56:11.017" v="15289" actId="14100"/>
        <pc:sldMkLst>
          <pc:docMk/>
          <pc:sldMk cId="3081832946" sldId="260"/>
        </pc:sldMkLst>
        <pc:spChg chg="add del">
          <ac:chgData name="Y I" userId="1ad7123e4ed09ae3" providerId="LiveId" clId="{6DEF62D7-AFC5-4C44-A21D-F291BF42E1B7}" dt="2025-12-17T10:30:25.790" v="7227" actId="26606"/>
          <ac:spMkLst>
            <pc:docMk/>
            <pc:sldMk cId="3081832946" sldId="260"/>
            <ac:spMk id="3" creationId="{24DB3599-35AD-E6BA-27EB-DA698C0B77BD}"/>
          </ac:spMkLst>
        </pc:spChg>
        <pc:spChg chg="add mod">
          <ac:chgData name="Y I" userId="1ad7123e4ed09ae3" providerId="LiveId" clId="{6DEF62D7-AFC5-4C44-A21D-F291BF42E1B7}" dt="2025-12-18T09:25:36.957" v="12258" actId="1076"/>
          <ac:spMkLst>
            <pc:docMk/>
            <pc:sldMk cId="3081832946" sldId="260"/>
            <ac:spMk id="4" creationId="{3AA12224-8060-EF01-DA17-D23E4FF8D579}"/>
          </ac:spMkLst>
        </pc:spChg>
        <pc:spChg chg="add mod">
          <ac:chgData name="Y I" userId="1ad7123e4ed09ae3" providerId="LiveId" clId="{6DEF62D7-AFC5-4C44-A21D-F291BF42E1B7}" dt="2025-12-19T06:54:51.524" v="15280" actId="1076"/>
          <ac:spMkLst>
            <pc:docMk/>
            <pc:sldMk cId="3081832946" sldId="260"/>
            <ac:spMk id="5" creationId="{E0CA8404-80E6-8473-CE39-B3D8B057E024}"/>
          </ac:spMkLst>
        </pc:spChg>
        <pc:spChg chg="ord">
          <ac:chgData name="Y I" userId="1ad7123e4ed09ae3" providerId="LiveId" clId="{6DEF62D7-AFC5-4C44-A21D-F291BF42E1B7}" dt="2025-12-18T23:24:55.726" v="13576" actId="166"/>
          <ac:spMkLst>
            <pc:docMk/>
            <pc:sldMk cId="3081832946" sldId="260"/>
            <ac:spMk id="18" creationId="{3C7A5593-2021-87F1-52BE-CC2DDEA92A18}"/>
          </ac:spMkLst>
        </pc:spChg>
        <pc:spChg chg="ord">
          <ac:chgData name="Y I" userId="1ad7123e4ed09ae3" providerId="LiveId" clId="{6DEF62D7-AFC5-4C44-A21D-F291BF42E1B7}" dt="2025-12-18T23:24:32.693" v="13574" actId="166"/>
          <ac:spMkLst>
            <pc:docMk/>
            <pc:sldMk cId="3081832946" sldId="260"/>
            <ac:spMk id="19" creationId="{EBE1B74D-7C72-A00D-139F-9AAABB60E99B}"/>
          </ac:spMkLst>
        </pc:spChg>
        <pc:spChg chg="ord">
          <ac:chgData name="Y I" userId="1ad7123e4ed09ae3" providerId="LiveId" clId="{6DEF62D7-AFC5-4C44-A21D-F291BF42E1B7}" dt="2025-12-18T23:25:02.193" v="13577" actId="166"/>
          <ac:spMkLst>
            <pc:docMk/>
            <pc:sldMk cId="3081832946" sldId="260"/>
            <ac:spMk id="23" creationId="{95F5F678-8D84-D811-83D1-3429E77A3C69}"/>
          </ac:spMkLst>
        </pc:spChg>
        <pc:spChg chg="ord">
          <ac:chgData name="Y I" userId="1ad7123e4ed09ae3" providerId="LiveId" clId="{6DEF62D7-AFC5-4C44-A21D-F291BF42E1B7}" dt="2025-12-18T23:31:13.203" v="13642" actId="167"/>
          <ac:spMkLst>
            <pc:docMk/>
            <pc:sldMk cId="3081832946" sldId="260"/>
            <ac:spMk id="33" creationId="{FB785A74-19F9-2959-5D7C-3727F11BF257}"/>
          </ac:spMkLst>
        </pc:spChg>
        <pc:spChg chg="mod">
          <ac:chgData name="Y I" userId="1ad7123e4ed09ae3" providerId="LiveId" clId="{6DEF62D7-AFC5-4C44-A21D-F291BF42E1B7}" dt="2025-12-19T06:53:49.968" v="15278" actId="1076"/>
          <ac:spMkLst>
            <pc:docMk/>
            <pc:sldMk cId="3081832946" sldId="260"/>
            <ac:spMk id="40" creationId="{CFFA1F26-3325-304D-02DE-86BB96F04B5A}"/>
          </ac:spMkLst>
        </pc:spChg>
        <pc:graphicFrameChg chg="mod ord modGraphic">
          <ac:chgData name="Y I" userId="1ad7123e4ed09ae3" providerId="LiveId" clId="{6DEF62D7-AFC5-4C44-A21D-F291BF42E1B7}" dt="2025-12-18T23:25:02.193" v="13577" actId="166"/>
          <ac:graphicFrameMkLst>
            <pc:docMk/>
            <pc:sldMk cId="3081832946" sldId="260"/>
            <ac:graphicFrameMk id="7" creationId="{F7E4E2A7-5F38-830A-ACCF-7907C635FC3E}"/>
          </ac:graphicFrameMkLst>
        </pc:graphicFrameChg>
        <pc:graphicFrameChg chg="mod ord modGraphic">
          <ac:chgData name="Y I" userId="1ad7123e4ed09ae3" providerId="LiveId" clId="{6DEF62D7-AFC5-4C44-A21D-F291BF42E1B7}" dt="2025-12-18T23:24:55.726" v="13576" actId="166"/>
          <ac:graphicFrameMkLst>
            <pc:docMk/>
            <pc:sldMk cId="3081832946" sldId="260"/>
            <ac:graphicFrameMk id="9" creationId="{D056E329-AD5A-9D35-18D4-9A62EAC4F49F}"/>
          </ac:graphicFrameMkLst>
        </pc:graphicFrameChg>
        <pc:graphicFrameChg chg="mod ord modGraphic">
          <ac:chgData name="Y I" userId="1ad7123e4ed09ae3" providerId="LiveId" clId="{6DEF62D7-AFC5-4C44-A21D-F291BF42E1B7}" dt="2025-12-18T23:24:18.436" v="13573" actId="20577"/>
          <ac:graphicFrameMkLst>
            <pc:docMk/>
            <pc:sldMk cId="3081832946" sldId="260"/>
            <ac:graphicFrameMk id="11" creationId="{AC39C666-D79F-2510-5366-BAEB0A855AF9}"/>
          </ac:graphicFrameMkLst>
        </pc:graphicFrameChg>
        <pc:graphicFrameChg chg="mod modGraphic">
          <ac:chgData name="Y I" userId="1ad7123e4ed09ae3" providerId="LiveId" clId="{6DEF62D7-AFC5-4C44-A21D-F291BF42E1B7}" dt="2025-12-18T23:41:58.560" v="13701" actId="20577"/>
          <ac:graphicFrameMkLst>
            <pc:docMk/>
            <pc:sldMk cId="3081832946" sldId="260"/>
            <ac:graphicFrameMk id="20" creationId="{6BB3BBAD-329D-39F6-DF98-0DE33693E994}"/>
          </ac:graphicFrameMkLst>
        </pc:graphicFrameChg>
        <pc:graphicFrameChg chg="mod ord modGraphic">
          <ac:chgData name="Y I" userId="1ad7123e4ed09ae3" providerId="LiveId" clId="{6DEF62D7-AFC5-4C44-A21D-F291BF42E1B7}" dt="2025-12-18T23:31:08.967" v="13641" actId="167"/>
          <ac:graphicFrameMkLst>
            <pc:docMk/>
            <pc:sldMk cId="3081832946" sldId="260"/>
            <ac:graphicFrameMk id="34" creationId="{67ACBF48-7233-40BB-AF81-27801E7AFB58}"/>
          </ac:graphicFrameMkLst>
        </pc:graphicFrameChg>
        <pc:cxnChg chg="add mod">
          <ac:chgData name="Y I" userId="1ad7123e4ed09ae3" providerId="LiveId" clId="{6DEF62D7-AFC5-4C44-A21D-F291BF42E1B7}" dt="2025-12-19T06:56:11.017" v="15289" actId="14100"/>
          <ac:cxnSpMkLst>
            <pc:docMk/>
            <pc:sldMk cId="3081832946" sldId="260"/>
            <ac:cxnSpMk id="8" creationId="{8B8F55C8-F2D3-B02E-67BD-51FA83451771}"/>
          </ac:cxnSpMkLst>
        </pc:cxnChg>
      </pc:sldChg>
      <pc:sldChg chg="addSp delSp modSp mod ord">
        <pc:chgData name="Y I" userId="1ad7123e4ed09ae3" providerId="LiveId" clId="{6DEF62D7-AFC5-4C44-A21D-F291BF42E1B7}" dt="2025-12-19T08:37:44.182" v="15941" actId="255"/>
        <pc:sldMkLst>
          <pc:docMk/>
          <pc:sldMk cId="2356156422" sldId="263"/>
        </pc:sldMkLst>
        <pc:spChg chg="mod">
          <ac:chgData name="Y I" userId="1ad7123e4ed09ae3" providerId="LiveId" clId="{6DEF62D7-AFC5-4C44-A21D-F291BF42E1B7}" dt="2025-12-19T05:01:12.815" v="13947" actId="1076"/>
          <ac:spMkLst>
            <pc:docMk/>
            <pc:sldMk cId="2356156422" sldId="263"/>
            <ac:spMk id="2" creationId="{9AB43B49-0436-77C9-C71F-60EE044B27C7}"/>
          </ac:spMkLst>
        </pc:spChg>
        <pc:spChg chg="mod">
          <ac:chgData name="Y I" userId="1ad7123e4ed09ae3" providerId="LiveId" clId="{6DEF62D7-AFC5-4C44-A21D-F291BF42E1B7}" dt="2025-12-19T05:10:26.290" v="14131" actId="1076"/>
          <ac:spMkLst>
            <pc:docMk/>
            <pc:sldMk cId="2356156422" sldId="263"/>
            <ac:spMk id="3" creationId="{B14003B2-52CC-EC11-1EF9-3240A5BC264C}"/>
          </ac:spMkLst>
        </pc:spChg>
        <pc:spChg chg="add del mod">
          <ac:chgData name="Y I" userId="1ad7123e4ed09ae3" providerId="LiveId" clId="{6DEF62D7-AFC5-4C44-A21D-F291BF42E1B7}" dt="2025-12-18T05:00:03.790" v="10218" actId="1037"/>
          <ac:spMkLst>
            <pc:docMk/>
            <pc:sldMk cId="2356156422" sldId="263"/>
            <ac:spMk id="4" creationId="{39EA4D09-1849-29E0-EC39-2C87DA174CF9}"/>
          </ac:spMkLst>
        </pc:spChg>
        <pc:spChg chg="add mod topLvl">
          <ac:chgData name="Y I" userId="1ad7123e4ed09ae3" providerId="LiveId" clId="{6DEF62D7-AFC5-4C44-A21D-F291BF42E1B7}" dt="2025-12-18T04:59:36.785" v="10185" actId="1038"/>
          <ac:spMkLst>
            <pc:docMk/>
            <pc:sldMk cId="2356156422" sldId="263"/>
            <ac:spMk id="6" creationId="{5237B24E-3095-4B22-A104-C0C423A1A8E9}"/>
          </ac:spMkLst>
        </pc:spChg>
        <pc:spChg chg="add mod topLvl">
          <ac:chgData name="Y I" userId="1ad7123e4ed09ae3" providerId="LiveId" clId="{6DEF62D7-AFC5-4C44-A21D-F291BF42E1B7}" dt="2025-12-18T04:59:15.611" v="10165" actId="1038"/>
          <ac:spMkLst>
            <pc:docMk/>
            <pc:sldMk cId="2356156422" sldId="263"/>
            <ac:spMk id="7" creationId="{28A3AC58-CB14-0DE0-A42B-617A2B1C3B87}"/>
          </ac:spMkLst>
        </pc:spChg>
        <pc:spChg chg="mod">
          <ac:chgData name="Y I" userId="1ad7123e4ed09ae3" providerId="LiveId" clId="{6DEF62D7-AFC5-4C44-A21D-F291BF42E1B7}" dt="2025-12-19T05:07:41.452" v="14090" actId="14100"/>
          <ac:spMkLst>
            <pc:docMk/>
            <pc:sldMk cId="2356156422" sldId="263"/>
            <ac:spMk id="12" creationId="{A7C0780B-E6A4-A48E-0E77-60B222ACE6AA}"/>
          </ac:spMkLst>
        </pc:spChg>
        <pc:spChg chg="mod topLvl">
          <ac:chgData name="Y I" userId="1ad7123e4ed09ae3" providerId="LiveId" clId="{6DEF62D7-AFC5-4C44-A21D-F291BF42E1B7}" dt="2025-12-19T05:10:04.187" v="14125"/>
          <ac:spMkLst>
            <pc:docMk/>
            <pc:sldMk cId="2356156422" sldId="263"/>
            <ac:spMk id="24" creationId="{B4C5617D-3122-3739-AE5A-2D04A3B8DF1F}"/>
          </ac:spMkLst>
        </pc:spChg>
        <pc:spChg chg="add mod topLvl">
          <ac:chgData name="Y I" userId="1ad7123e4ed09ae3" providerId="LiveId" clId="{6DEF62D7-AFC5-4C44-A21D-F291BF42E1B7}" dt="2025-12-18T05:00:03.790" v="10218" actId="1037"/>
          <ac:spMkLst>
            <pc:docMk/>
            <pc:sldMk cId="2356156422" sldId="263"/>
            <ac:spMk id="25" creationId="{19DF550F-4786-243C-84C2-F3E16167E1BD}"/>
          </ac:spMkLst>
        </pc:spChg>
        <pc:spChg chg="add del mod">
          <ac:chgData name="Y I" userId="1ad7123e4ed09ae3" providerId="LiveId" clId="{6DEF62D7-AFC5-4C44-A21D-F291BF42E1B7}" dt="2025-12-18T05:00:03.790" v="10218" actId="1037"/>
          <ac:spMkLst>
            <pc:docMk/>
            <pc:sldMk cId="2356156422" sldId="263"/>
            <ac:spMk id="26" creationId="{A05EA25A-11AC-DA9C-019E-61DBFAA59BA2}"/>
          </ac:spMkLst>
        </pc:spChg>
        <pc:spChg chg="add del mod topLvl">
          <ac:chgData name="Y I" userId="1ad7123e4ed09ae3" providerId="LiveId" clId="{6DEF62D7-AFC5-4C44-A21D-F291BF42E1B7}" dt="2025-12-18T05:03:36.866" v="10307" actId="164"/>
          <ac:spMkLst>
            <pc:docMk/>
            <pc:sldMk cId="2356156422" sldId="263"/>
            <ac:spMk id="27" creationId="{62C1486B-87E3-3911-F6AA-7C8F855692AB}"/>
          </ac:spMkLst>
        </pc:spChg>
        <pc:spChg chg="add del mod topLvl">
          <ac:chgData name="Y I" userId="1ad7123e4ed09ae3" providerId="LiveId" clId="{6DEF62D7-AFC5-4C44-A21D-F291BF42E1B7}" dt="2025-12-18T05:00:03.790" v="10218" actId="1037"/>
          <ac:spMkLst>
            <pc:docMk/>
            <pc:sldMk cId="2356156422" sldId="263"/>
            <ac:spMk id="28" creationId="{14C3CB76-054A-5D2B-57A0-CA53FD76ED0C}"/>
          </ac:spMkLst>
        </pc:spChg>
        <pc:spChg chg="add del mod topLvl">
          <ac:chgData name="Y I" userId="1ad7123e4ed09ae3" providerId="LiveId" clId="{6DEF62D7-AFC5-4C44-A21D-F291BF42E1B7}" dt="2025-12-18T05:00:03.790" v="10218" actId="1037"/>
          <ac:spMkLst>
            <pc:docMk/>
            <pc:sldMk cId="2356156422" sldId="263"/>
            <ac:spMk id="29" creationId="{6C487395-1C08-C573-F671-8EB9B4B63A96}"/>
          </ac:spMkLst>
        </pc:spChg>
        <pc:spChg chg="add del mod topLvl">
          <ac:chgData name="Y I" userId="1ad7123e4ed09ae3" providerId="LiveId" clId="{6DEF62D7-AFC5-4C44-A21D-F291BF42E1B7}" dt="2025-12-18T05:03:36.866" v="10307" actId="164"/>
          <ac:spMkLst>
            <pc:docMk/>
            <pc:sldMk cId="2356156422" sldId="263"/>
            <ac:spMk id="30" creationId="{9934AFCC-256F-6A31-FE3A-9C75DD8C713E}"/>
          </ac:spMkLst>
        </pc:spChg>
        <pc:spChg chg="add del mod topLvl">
          <ac:chgData name="Y I" userId="1ad7123e4ed09ae3" providerId="LiveId" clId="{6DEF62D7-AFC5-4C44-A21D-F291BF42E1B7}" dt="2025-12-18T04:41:07.258" v="9412" actId="478"/>
          <ac:spMkLst>
            <pc:docMk/>
            <pc:sldMk cId="2356156422" sldId="263"/>
            <ac:spMk id="31" creationId="{1F99F665-A13F-5D52-1B28-FCCE4BE781D6}"/>
          </ac:spMkLst>
        </pc:spChg>
        <pc:spChg chg="mod topLvl">
          <ac:chgData name="Y I" userId="1ad7123e4ed09ae3" providerId="LiveId" clId="{6DEF62D7-AFC5-4C44-A21D-F291BF42E1B7}" dt="2025-12-19T05:10:04.187" v="14125"/>
          <ac:spMkLst>
            <pc:docMk/>
            <pc:sldMk cId="2356156422" sldId="263"/>
            <ac:spMk id="31" creationId="{2F6E7B88-2074-61BA-06C4-DB46942D7E85}"/>
          </ac:spMkLst>
        </pc:spChg>
        <pc:spChg chg="mod topLvl">
          <ac:chgData name="Y I" userId="1ad7123e4ed09ae3" providerId="LiveId" clId="{6DEF62D7-AFC5-4C44-A21D-F291BF42E1B7}" dt="2025-12-19T05:10:04.187" v="14125"/>
          <ac:spMkLst>
            <pc:docMk/>
            <pc:sldMk cId="2356156422" sldId="263"/>
            <ac:spMk id="39" creationId="{EB9014FE-3305-3B90-73EB-DA1A8AF49CE4}"/>
          </ac:spMkLst>
        </pc:spChg>
        <pc:spChg chg="add mod">
          <ac:chgData name="Y I" userId="1ad7123e4ed09ae3" providerId="LiveId" clId="{6DEF62D7-AFC5-4C44-A21D-F291BF42E1B7}" dt="2025-12-18T05:00:03.790" v="10218" actId="1037"/>
          <ac:spMkLst>
            <pc:docMk/>
            <pc:sldMk cId="2356156422" sldId="263"/>
            <ac:spMk id="40" creationId="{5E441FD9-EB0D-FA51-AC29-1762B5AB2C7C}"/>
          </ac:spMkLst>
        </pc:spChg>
        <pc:spChg chg="add del mod">
          <ac:chgData name="Y I" userId="1ad7123e4ed09ae3" providerId="LiveId" clId="{6DEF62D7-AFC5-4C44-A21D-F291BF42E1B7}" dt="2025-12-18T04:58:02.712" v="10071" actId="478"/>
          <ac:spMkLst>
            <pc:docMk/>
            <pc:sldMk cId="2356156422" sldId="263"/>
            <ac:spMk id="48" creationId="{311BC4C6-349B-70B1-3B18-B0AAEAC857E5}"/>
          </ac:spMkLst>
        </pc:spChg>
        <pc:spChg chg="add del mod topLvl">
          <ac:chgData name="Y I" userId="1ad7123e4ed09ae3" providerId="LiveId" clId="{6DEF62D7-AFC5-4C44-A21D-F291BF42E1B7}" dt="2025-12-18T04:58:02.712" v="10071" actId="478"/>
          <ac:spMkLst>
            <pc:docMk/>
            <pc:sldMk cId="2356156422" sldId="263"/>
            <ac:spMk id="49" creationId="{49E4A4EF-C050-B950-DB22-5D4824D56E91}"/>
          </ac:spMkLst>
        </pc:spChg>
        <pc:spChg chg="add mod ord topLvl">
          <ac:chgData name="Y I" userId="1ad7123e4ed09ae3" providerId="LiveId" clId="{6DEF62D7-AFC5-4C44-A21D-F291BF42E1B7}" dt="2025-12-18T04:54:38.848" v="9875" actId="688"/>
          <ac:spMkLst>
            <pc:docMk/>
            <pc:sldMk cId="2356156422" sldId="263"/>
            <ac:spMk id="50" creationId="{B76626A7-C585-7039-1EF3-F9E48C3A50F0}"/>
          </ac:spMkLst>
        </pc:spChg>
        <pc:spChg chg="mod topLvl">
          <ac:chgData name="Y I" userId="1ad7123e4ed09ae3" providerId="LiveId" clId="{6DEF62D7-AFC5-4C44-A21D-F291BF42E1B7}" dt="2025-12-19T05:10:04.187" v="14125"/>
          <ac:spMkLst>
            <pc:docMk/>
            <pc:sldMk cId="2356156422" sldId="263"/>
            <ac:spMk id="75" creationId="{903034B3-3E5A-509F-FD22-7659A7887005}"/>
          </ac:spMkLst>
        </pc:spChg>
        <pc:spChg chg="mod">
          <ac:chgData name="Y I" userId="1ad7123e4ed09ae3" providerId="LiveId" clId="{6DEF62D7-AFC5-4C44-A21D-F291BF42E1B7}" dt="2025-12-19T05:07:10.747" v="14087" actId="1076"/>
          <ac:spMkLst>
            <pc:docMk/>
            <pc:sldMk cId="2356156422" sldId="263"/>
            <ac:spMk id="83" creationId="{310E976B-1602-E480-7093-9B703AB2A192}"/>
          </ac:spMkLst>
        </pc:spChg>
        <pc:spChg chg="mod topLvl">
          <ac:chgData name="Y I" userId="1ad7123e4ed09ae3" providerId="LiveId" clId="{6DEF62D7-AFC5-4C44-A21D-F291BF42E1B7}" dt="2025-12-19T05:10:04.187" v="14125"/>
          <ac:spMkLst>
            <pc:docMk/>
            <pc:sldMk cId="2356156422" sldId="263"/>
            <ac:spMk id="84" creationId="{FC19A92D-C0B0-7F56-E254-68644DAD777F}"/>
          </ac:spMkLst>
        </pc:spChg>
        <pc:spChg chg="add mod">
          <ac:chgData name="Y I" userId="1ad7123e4ed09ae3" providerId="LiveId" clId="{6DEF62D7-AFC5-4C44-A21D-F291BF42E1B7}" dt="2025-12-18T04:38:14.329" v="9386" actId="1076"/>
          <ac:spMkLst>
            <pc:docMk/>
            <pc:sldMk cId="2356156422" sldId="263"/>
            <ac:spMk id="87" creationId="{0FC9BC3C-F8F7-9B3A-54A9-DC0C2D52BCA4}"/>
          </ac:spMkLst>
        </pc:spChg>
        <pc:spChg chg="mod topLvl">
          <ac:chgData name="Y I" userId="1ad7123e4ed09ae3" providerId="LiveId" clId="{6DEF62D7-AFC5-4C44-A21D-F291BF42E1B7}" dt="2025-12-19T05:10:04.187" v="14125"/>
          <ac:spMkLst>
            <pc:docMk/>
            <pc:sldMk cId="2356156422" sldId="263"/>
            <ac:spMk id="90" creationId="{0073D989-157D-109B-EA8B-4F09C4F1B8AA}"/>
          </ac:spMkLst>
        </pc:spChg>
        <pc:spChg chg="add mod">
          <ac:chgData name="Y I" userId="1ad7123e4ed09ae3" providerId="LiveId" clId="{6DEF62D7-AFC5-4C44-A21D-F291BF42E1B7}" dt="2025-12-18T04:39:20.534" v="9395"/>
          <ac:spMkLst>
            <pc:docMk/>
            <pc:sldMk cId="2356156422" sldId="263"/>
            <ac:spMk id="134" creationId="{452C0923-0A69-236F-0020-5F9B27F32927}"/>
          </ac:spMkLst>
        </pc:spChg>
        <pc:spChg chg="mod topLvl">
          <ac:chgData name="Y I" userId="1ad7123e4ed09ae3" providerId="LiveId" clId="{6DEF62D7-AFC5-4C44-A21D-F291BF42E1B7}" dt="2025-12-19T05:10:04.187" v="14125"/>
          <ac:spMkLst>
            <pc:docMk/>
            <pc:sldMk cId="2356156422" sldId="263"/>
            <ac:spMk id="134" creationId="{4C68FB58-A8E0-02EA-6F9D-D522C7F731E9}"/>
          </ac:spMkLst>
        </pc:spChg>
        <pc:spChg chg="mod topLvl">
          <ac:chgData name="Y I" userId="1ad7123e4ed09ae3" providerId="LiveId" clId="{6DEF62D7-AFC5-4C44-A21D-F291BF42E1B7}" dt="2025-12-18T04:53:14.036" v="9725" actId="1076"/>
          <ac:spMkLst>
            <pc:docMk/>
            <pc:sldMk cId="2356156422" sldId="263"/>
            <ac:spMk id="136" creationId="{CE824C7C-22AF-E0FB-F585-6BA061B59C39}"/>
          </ac:spMkLst>
        </pc:spChg>
        <pc:spChg chg="mod ord topLvl">
          <ac:chgData name="Y I" userId="1ad7123e4ed09ae3" providerId="LiveId" clId="{6DEF62D7-AFC5-4C44-A21D-F291BF42E1B7}" dt="2025-12-18T05:03:36.866" v="10307" actId="164"/>
          <ac:spMkLst>
            <pc:docMk/>
            <pc:sldMk cId="2356156422" sldId="263"/>
            <ac:spMk id="140" creationId="{48D4C5C5-15CE-F320-D4A1-190F988192EA}"/>
          </ac:spMkLst>
        </pc:spChg>
        <pc:spChg chg="mod ord topLvl">
          <ac:chgData name="Y I" userId="1ad7123e4ed09ae3" providerId="LiveId" clId="{6DEF62D7-AFC5-4C44-A21D-F291BF42E1B7}" dt="2025-12-18T05:03:36.866" v="10307" actId="164"/>
          <ac:spMkLst>
            <pc:docMk/>
            <pc:sldMk cId="2356156422" sldId="263"/>
            <ac:spMk id="141" creationId="{5F03602F-8300-6925-EF38-C50BE1ECFD0E}"/>
          </ac:spMkLst>
        </pc:spChg>
        <pc:spChg chg="mod ord topLvl">
          <ac:chgData name="Y I" userId="1ad7123e4ed09ae3" providerId="LiveId" clId="{6DEF62D7-AFC5-4C44-A21D-F291BF42E1B7}" dt="2025-12-18T05:02:34.353" v="10302" actId="1035"/>
          <ac:spMkLst>
            <pc:docMk/>
            <pc:sldMk cId="2356156422" sldId="263"/>
            <ac:spMk id="142" creationId="{184FAAFB-7917-59EB-6646-793CBFC6FD4B}"/>
          </ac:spMkLst>
        </pc:spChg>
        <pc:spChg chg="mod ord topLvl">
          <ac:chgData name="Y I" userId="1ad7123e4ed09ae3" providerId="LiveId" clId="{6DEF62D7-AFC5-4C44-A21D-F291BF42E1B7}" dt="2025-12-18T05:02:34.353" v="10302" actId="1035"/>
          <ac:spMkLst>
            <pc:docMk/>
            <pc:sldMk cId="2356156422" sldId="263"/>
            <ac:spMk id="144" creationId="{9F46C88D-7089-E25D-E7F5-FF874F2DC1AB}"/>
          </ac:spMkLst>
        </pc:spChg>
        <pc:spChg chg="mod topLvl">
          <ac:chgData name="Y I" userId="1ad7123e4ed09ae3" providerId="LiveId" clId="{6DEF62D7-AFC5-4C44-A21D-F291BF42E1B7}" dt="2025-12-18T05:01:55.641" v="10277" actId="1038"/>
          <ac:spMkLst>
            <pc:docMk/>
            <pc:sldMk cId="2356156422" sldId="263"/>
            <ac:spMk id="149" creationId="{E367038A-DBD2-D013-884B-7A0C434B42A1}"/>
          </ac:spMkLst>
        </pc:spChg>
        <pc:spChg chg="mod topLvl">
          <ac:chgData name="Y I" userId="1ad7123e4ed09ae3" providerId="LiveId" clId="{6DEF62D7-AFC5-4C44-A21D-F291BF42E1B7}" dt="2025-12-18T05:01:55.641" v="10277" actId="1038"/>
          <ac:spMkLst>
            <pc:docMk/>
            <pc:sldMk cId="2356156422" sldId="263"/>
            <ac:spMk id="150" creationId="{94C5340E-2B8F-2864-6D30-F82CAEB06651}"/>
          </ac:spMkLst>
        </pc:spChg>
        <pc:spChg chg="mod topLvl">
          <ac:chgData name="Y I" userId="1ad7123e4ed09ae3" providerId="LiveId" clId="{6DEF62D7-AFC5-4C44-A21D-F291BF42E1B7}" dt="2025-12-18T05:01:55.641" v="10277" actId="1038"/>
          <ac:spMkLst>
            <pc:docMk/>
            <pc:sldMk cId="2356156422" sldId="263"/>
            <ac:spMk id="151" creationId="{42717F53-5F50-63BE-2F2E-ED7FE8704021}"/>
          </ac:spMkLst>
        </pc:spChg>
        <pc:spChg chg="mod topLvl">
          <ac:chgData name="Y I" userId="1ad7123e4ed09ae3" providerId="LiveId" clId="{6DEF62D7-AFC5-4C44-A21D-F291BF42E1B7}" dt="2025-12-18T05:01:55.641" v="10277" actId="1038"/>
          <ac:spMkLst>
            <pc:docMk/>
            <pc:sldMk cId="2356156422" sldId="263"/>
            <ac:spMk id="152" creationId="{FA11F444-00CE-CB76-F5C5-29C20EA29769}"/>
          </ac:spMkLst>
        </pc:spChg>
        <pc:spChg chg="mod topLvl">
          <ac:chgData name="Y I" userId="1ad7123e4ed09ae3" providerId="LiveId" clId="{6DEF62D7-AFC5-4C44-A21D-F291BF42E1B7}" dt="2025-12-19T05:10:04.187" v="14125"/>
          <ac:spMkLst>
            <pc:docMk/>
            <pc:sldMk cId="2356156422" sldId="263"/>
            <ac:spMk id="160" creationId="{5D6FE9D4-1CC8-3046-BB6E-CA4457913E27}"/>
          </ac:spMkLst>
        </pc:spChg>
        <pc:spChg chg="mod topLvl">
          <ac:chgData name="Y I" userId="1ad7123e4ed09ae3" providerId="LiveId" clId="{6DEF62D7-AFC5-4C44-A21D-F291BF42E1B7}" dt="2025-12-19T05:10:04.187" v="14125"/>
          <ac:spMkLst>
            <pc:docMk/>
            <pc:sldMk cId="2356156422" sldId="263"/>
            <ac:spMk id="161" creationId="{3A75A908-8D67-E4A6-10A4-BD42B5E36711}"/>
          </ac:spMkLst>
        </pc:spChg>
        <pc:spChg chg="add mod">
          <ac:chgData name="Y I" userId="1ad7123e4ed09ae3" providerId="LiveId" clId="{6DEF62D7-AFC5-4C44-A21D-F291BF42E1B7}" dt="2025-12-18T04:40:23.133" v="9403"/>
          <ac:spMkLst>
            <pc:docMk/>
            <pc:sldMk cId="2356156422" sldId="263"/>
            <ac:spMk id="162" creationId="{874B9C42-233B-87F0-19B9-88021A71F15F}"/>
          </ac:spMkLst>
        </pc:spChg>
        <pc:spChg chg="add mod">
          <ac:chgData name="Y I" userId="1ad7123e4ed09ae3" providerId="LiveId" clId="{6DEF62D7-AFC5-4C44-A21D-F291BF42E1B7}" dt="2025-12-18T05:03:36.866" v="10307" actId="164"/>
          <ac:spMkLst>
            <pc:docMk/>
            <pc:sldMk cId="2356156422" sldId="263"/>
            <ac:spMk id="168" creationId="{E8195A76-D498-EC9D-49A5-A350DA37E603}"/>
          </ac:spMkLst>
        </pc:spChg>
        <pc:spChg chg="add mod topLvl">
          <ac:chgData name="Y I" userId="1ad7123e4ed09ae3" providerId="LiveId" clId="{6DEF62D7-AFC5-4C44-A21D-F291BF42E1B7}" dt="2025-12-18T05:03:36.866" v="10307" actId="164"/>
          <ac:spMkLst>
            <pc:docMk/>
            <pc:sldMk cId="2356156422" sldId="263"/>
            <ac:spMk id="169" creationId="{001A0E25-F90B-1D7C-6B14-ADE29F1F1819}"/>
          </ac:spMkLst>
        </pc:spChg>
        <pc:spChg chg="add mod">
          <ac:chgData name="Y I" userId="1ad7123e4ed09ae3" providerId="LiveId" clId="{6DEF62D7-AFC5-4C44-A21D-F291BF42E1B7}" dt="2025-12-18T05:00:32.331" v="10254" actId="1076"/>
          <ac:spMkLst>
            <pc:docMk/>
            <pc:sldMk cId="2356156422" sldId="263"/>
            <ac:spMk id="173" creationId="{DBFF4FB7-92B5-55E5-63C9-E6C8B8B7B7E1}"/>
          </ac:spMkLst>
        </pc:spChg>
        <pc:spChg chg="add mod">
          <ac:chgData name="Y I" userId="1ad7123e4ed09ae3" providerId="LiveId" clId="{6DEF62D7-AFC5-4C44-A21D-F291BF42E1B7}" dt="2025-12-18T05:03:36.866" v="10307" actId="164"/>
          <ac:spMkLst>
            <pc:docMk/>
            <pc:sldMk cId="2356156422" sldId="263"/>
            <ac:spMk id="174" creationId="{4523C071-57C6-BF55-1CD9-CD47B10D102F}"/>
          </ac:spMkLst>
        </pc:spChg>
        <pc:spChg chg="add mod">
          <ac:chgData name="Y I" userId="1ad7123e4ed09ae3" providerId="LiveId" clId="{6DEF62D7-AFC5-4C44-A21D-F291BF42E1B7}" dt="2025-12-18T04:48:35.750" v="9712" actId="1036"/>
          <ac:spMkLst>
            <pc:docMk/>
            <pc:sldMk cId="2356156422" sldId="263"/>
            <ac:spMk id="175" creationId="{51DF143B-AAD2-E3A5-6F86-BF3746082B5F}"/>
          </ac:spMkLst>
        </pc:spChg>
        <pc:spChg chg="mod topLvl">
          <ac:chgData name="Y I" userId="1ad7123e4ed09ae3" providerId="LiveId" clId="{6DEF62D7-AFC5-4C44-A21D-F291BF42E1B7}" dt="2025-12-19T05:10:04.187" v="14125"/>
          <ac:spMkLst>
            <pc:docMk/>
            <pc:sldMk cId="2356156422" sldId="263"/>
            <ac:spMk id="177" creationId="{C4F797BF-94FD-DD2A-7D91-9CD3AD6030C1}"/>
          </ac:spMkLst>
        </pc:spChg>
        <pc:spChg chg="add mod ord">
          <ac:chgData name="Y I" userId="1ad7123e4ed09ae3" providerId="LiveId" clId="{6DEF62D7-AFC5-4C44-A21D-F291BF42E1B7}" dt="2025-12-19T05:05:35.388" v="14052" actId="14100"/>
          <ac:spMkLst>
            <pc:docMk/>
            <pc:sldMk cId="2356156422" sldId="263"/>
            <ac:spMk id="178" creationId="{2D0B4F1E-E9E8-167F-8F17-A0ED7304CB68}"/>
          </ac:spMkLst>
        </pc:spChg>
        <pc:spChg chg="add del mod">
          <ac:chgData name="Y I" userId="1ad7123e4ed09ae3" providerId="LiveId" clId="{6DEF62D7-AFC5-4C44-A21D-F291BF42E1B7}" dt="2025-12-18T04:57:37.476" v="10067" actId="478"/>
          <ac:spMkLst>
            <pc:docMk/>
            <pc:sldMk cId="2356156422" sldId="263"/>
            <ac:spMk id="179" creationId="{6D878363-CBAC-8DAF-C325-0D15928A76C1}"/>
          </ac:spMkLst>
        </pc:spChg>
        <pc:spChg chg="add del">
          <ac:chgData name="Y I" userId="1ad7123e4ed09ae3" providerId="LiveId" clId="{6DEF62D7-AFC5-4C44-A21D-F291BF42E1B7}" dt="2025-12-18T11:47:35.763" v="13145" actId="11529"/>
          <ac:spMkLst>
            <pc:docMk/>
            <pc:sldMk cId="2356156422" sldId="263"/>
            <ac:spMk id="179" creationId="{E342F547-A3E4-F4C5-2D0D-9E21DC9FD1BE}"/>
          </ac:spMkLst>
        </pc:spChg>
        <pc:spChg chg="add del mod">
          <ac:chgData name="Y I" userId="1ad7123e4ed09ae3" providerId="LiveId" clId="{6DEF62D7-AFC5-4C44-A21D-F291BF42E1B7}" dt="2025-12-18T04:57:37.476" v="10067" actId="478"/>
          <ac:spMkLst>
            <pc:docMk/>
            <pc:sldMk cId="2356156422" sldId="263"/>
            <ac:spMk id="180" creationId="{457BED97-F93B-4D4A-1365-F58AEE9FB044}"/>
          </ac:spMkLst>
        </pc:spChg>
        <pc:spChg chg="add mod">
          <ac:chgData name="Y I" userId="1ad7123e4ed09ae3" providerId="LiveId" clId="{6DEF62D7-AFC5-4C44-A21D-F291BF42E1B7}" dt="2025-12-18T11:49:17.454" v="13214" actId="164"/>
          <ac:spMkLst>
            <pc:docMk/>
            <pc:sldMk cId="2356156422" sldId="263"/>
            <ac:spMk id="180" creationId="{49A60C10-65FB-AF50-0D13-53CCC288925D}"/>
          </ac:spMkLst>
        </pc:spChg>
        <pc:spChg chg="add del mod">
          <ac:chgData name="Y I" userId="1ad7123e4ed09ae3" providerId="LiveId" clId="{6DEF62D7-AFC5-4C44-A21D-F291BF42E1B7}" dt="2025-12-18T04:57:20.867" v="10064" actId="478"/>
          <ac:spMkLst>
            <pc:docMk/>
            <pc:sldMk cId="2356156422" sldId="263"/>
            <ac:spMk id="183" creationId="{0A9BE9BA-896D-06F7-10E3-E4EE26B34840}"/>
          </ac:spMkLst>
        </pc:spChg>
        <pc:spChg chg="add del mod">
          <ac:chgData name="Y I" userId="1ad7123e4ed09ae3" providerId="LiveId" clId="{6DEF62D7-AFC5-4C44-A21D-F291BF42E1B7}" dt="2025-12-18T04:57:20.867" v="10064" actId="478"/>
          <ac:spMkLst>
            <pc:docMk/>
            <pc:sldMk cId="2356156422" sldId="263"/>
            <ac:spMk id="184" creationId="{8FFBE1CF-5551-D210-F01D-3C2813E7EC66}"/>
          </ac:spMkLst>
        </pc:spChg>
        <pc:spChg chg="mod">
          <ac:chgData name="Y I" userId="1ad7123e4ed09ae3" providerId="LiveId" clId="{6DEF62D7-AFC5-4C44-A21D-F291BF42E1B7}" dt="2025-12-18T11:51:22.690" v="13218"/>
          <ac:spMkLst>
            <pc:docMk/>
            <pc:sldMk cId="2356156422" sldId="263"/>
            <ac:spMk id="185" creationId="{CCCE80F2-0529-6909-A130-B4530E571BEF}"/>
          </ac:spMkLst>
        </pc:spChg>
        <pc:spChg chg="add mod topLvl">
          <ac:chgData name="Y I" userId="1ad7123e4ed09ae3" providerId="LiveId" clId="{6DEF62D7-AFC5-4C44-A21D-F291BF42E1B7}" dt="2025-12-18T04:59:36.785" v="10185" actId="1038"/>
          <ac:spMkLst>
            <pc:docMk/>
            <pc:sldMk cId="2356156422" sldId="263"/>
            <ac:spMk id="186" creationId="{A679768A-92B5-4E29-7565-C2EB114070CE}"/>
          </ac:spMkLst>
        </pc:spChg>
        <pc:spChg chg="add mod">
          <ac:chgData name="Y I" userId="1ad7123e4ed09ae3" providerId="LiveId" clId="{6DEF62D7-AFC5-4C44-A21D-F291BF42E1B7}" dt="2025-12-18T04:59:15.611" v="10165" actId="1038"/>
          <ac:spMkLst>
            <pc:docMk/>
            <pc:sldMk cId="2356156422" sldId="263"/>
            <ac:spMk id="188" creationId="{62B01F1E-BEC4-1F18-2C77-544FB5736097}"/>
          </ac:spMkLst>
        </pc:spChg>
        <pc:spChg chg="add mod ord topLvl">
          <ac:chgData name="Y I" userId="1ad7123e4ed09ae3" providerId="LiveId" clId="{6DEF62D7-AFC5-4C44-A21D-F291BF42E1B7}" dt="2025-12-18T04:58:53.867" v="10122" actId="14100"/>
          <ac:spMkLst>
            <pc:docMk/>
            <pc:sldMk cId="2356156422" sldId="263"/>
            <ac:spMk id="189" creationId="{E274F0FA-EFC5-6D04-BC42-FD96E177A7FF}"/>
          </ac:spMkLst>
        </pc:spChg>
        <pc:spChg chg="add mod">
          <ac:chgData name="Y I" userId="1ad7123e4ed09ae3" providerId="LiveId" clId="{6DEF62D7-AFC5-4C44-A21D-F291BF42E1B7}" dt="2025-12-18T05:03:36.866" v="10307" actId="164"/>
          <ac:spMkLst>
            <pc:docMk/>
            <pc:sldMk cId="2356156422" sldId="263"/>
            <ac:spMk id="193" creationId="{2F8B698C-9304-F1D3-70DC-CDB1ADD59D82}"/>
          </ac:spMkLst>
        </pc:spChg>
        <pc:spChg chg="add mod">
          <ac:chgData name="Y I" userId="1ad7123e4ed09ae3" providerId="LiveId" clId="{6DEF62D7-AFC5-4C44-A21D-F291BF42E1B7}" dt="2025-12-18T05:03:36.866" v="10307" actId="164"/>
          <ac:spMkLst>
            <pc:docMk/>
            <pc:sldMk cId="2356156422" sldId="263"/>
            <ac:spMk id="195" creationId="{FE4134C4-BBBA-340A-B934-17C7AAEDC639}"/>
          </ac:spMkLst>
        </pc:spChg>
        <pc:spChg chg="mod">
          <ac:chgData name="Y I" userId="1ad7123e4ed09ae3" providerId="LiveId" clId="{6DEF62D7-AFC5-4C44-A21D-F291BF42E1B7}" dt="2025-12-18T11:51:22.690" v="13218"/>
          <ac:spMkLst>
            <pc:docMk/>
            <pc:sldMk cId="2356156422" sldId="263"/>
            <ac:spMk id="199" creationId="{9C1B268E-2000-420D-A980-F38196F8B6F3}"/>
          </ac:spMkLst>
        </pc:spChg>
        <pc:spChg chg="add mod">
          <ac:chgData name="Y I" userId="1ad7123e4ed09ae3" providerId="LiveId" clId="{6DEF62D7-AFC5-4C44-A21D-F291BF42E1B7}" dt="2025-12-18T05:02:11.895" v="10295" actId="1038"/>
          <ac:spMkLst>
            <pc:docMk/>
            <pc:sldMk cId="2356156422" sldId="263"/>
            <ac:spMk id="202" creationId="{161E41C3-BDE5-0F58-5423-BAE2589E6897}"/>
          </ac:spMkLst>
        </pc:spChg>
        <pc:spChg chg="add mod">
          <ac:chgData name="Y I" userId="1ad7123e4ed09ae3" providerId="LiveId" clId="{6DEF62D7-AFC5-4C44-A21D-F291BF42E1B7}" dt="2025-12-18T05:02:11.895" v="10295" actId="1038"/>
          <ac:spMkLst>
            <pc:docMk/>
            <pc:sldMk cId="2356156422" sldId="263"/>
            <ac:spMk id="203" creationId="{7FBC6403-9676-8045-F521-78BCEECF3696}"/>
          </ac:spMkLst>
        </pc:spChg>
        <pc:spChg chg="mod">
          <ac:chgData name="Y I" userId="1ad7123e4ed09ae3" providerId="LiveId" clId="{6DEF62D7-AFC5-4C44-A21D-F291BF42E1B7}" dt="2025-12-18T11:51:22.690" v="13218"/>
          <ac:spMkLst>
            <pc:docMk/>
            <pc:sldMk cId="2356156422" sldId="263"/>
            <ac:spMk id="206" creationId="{0654A1DE-EBDA-558E-21E3-344A8B6AA2FE}"/>
          </ac:spMkLst>
        </pc:spChg>
        <pc:spChg chg="add mod">
          <ac:chgData name="Y I" userId="1ad7123e4ed09ae3" providerId="LiveId" clId="{6DEF62D7-AFC5-4C44-A21D-F291BF42E1B7}" dt="2025-12-18T04:59:15.611" v="10165" actId="1038"/>
          <ac:spMkLst>
            <pc:docMk/>
            <pc:sldMk cId="2356156422" sldId="263"/>
            <ac:spMk id="207" creationId="{5B0BBBDF-B566-DE70-5F59-4AA66CC4A78B}"/>
          </ac:spMkLst>
        </pc:spChg>
        <pc:spChg chg="add mod">
          <ac:chgData name="Y I" userId="1ad7123e4ed09ae3" providerId="LiveId" clId="{6DEF62D7-AFC5-4C44-A21D-F291BF42E1B7}" dt="2025-12-18T04:59:15.611" v="10165" actId="1038"/>
          <ac:spMkLst>
            <pc:docMk/>
            <pc:sldMk cId="2356156422" sldId="263"/>
            <ac:spMk id="210" creationId="{ECED17B3-179B-57B4-5300-6DC9238D5D86}"/>
          </ac:spMkLst>
        </pc:spChg>
        <pc:spChg chg="mod">
          <ac:chgData name="Y I" userId="1ad7123e4ed09ae3" providerId="LiveId" clId="{6DEF62D7-AFC5-4C44-A21D-F291BF42E1B7}" dt="2025-12-18T11:51:22.690" v="13218"/>
          <ac:spMkLst>
            <pc:docMk/>
            <pc:sldMk cId="2356156422" sldId="263"/>
            <ac:spMk id="212" creationId="{88ABA383-4D06-F46B-5149-A32522AC0D71}"/>
          </ac:spMkLst>
        </pc:spChg>
        <pc:spChg chg="add mod">
          <ac:chgData name="Y I" userId="1ad7123e4ed09ae3" providerId="LiveId" clId="{6DEF62D7-AFC5-4C44-A21D-F291BF42E1B7}" dt="2025-12-18T05:02:11.895" v="10295" actId="1038"/>
          <ac:spMkLst>
            <pc:docMk/>
            <pc:sldMk cId="2356156422" sldId="263"/>
            <ac:spMk id="213" creationId="{0C06DE7C-CE37-58D7-96FF-B4AB6CA5271A}"/>
          </ac:spMkLst>
        </pc:spChg>
        <pc:spChg chg="add mod">
          <ac:chgData name="Y I" userId="1ad7123e4ed09ae3" providerId="LiveId" clId="{6DEF62D7-AFC5-4C44-A21D-F291BF42E1B7}" dt="2025-12-18T05:03:36.866" v="10307" actId="164"/>
          <ac:spMkLst>
            <pc:docMk/>
            <pc:sldMk cId="2356156422" sldId="263"/>
            <ac:spMk id="214" creationId="{C4C1EB12-BC46-98AD-C5A9-68130070E770}"/>
          </ac:spMkLst>
        </pc:spChg>
        <pc:spChg chg="add mod">
          <ac:chgData name="Y I" userId="1ad7123e4ed09ae3" providerId="LiveId" clId="{6DEF62D7-AFC5-4C44-A21D-F291BF42E1B7}" dt="2025-12-18T04:57:38.402" v="10068"/>
          <ac:spMkLst>
            <pc:docMk/>
            <pc:sldMk cId="2356156422" sldId="263"/>
            <ac:spMk id="217" creationId="{7F2E0B40-8EB6-B3E3-82BA-9B539F94EE31}"/>
          </ac:spMkLst>
        </pc:spChg>
        <pc:spChg chg="add mod">
          <ac:chgData name="Y I" userId="1ad7123e4ed09ae3" providerId="LiveId" clId="{6DEF62D7-AFC5-4C44-A21D-F291BF42E1B7}" dt="2025-12-18T04:57:38.402" v="10068"/>
          <ac:spMkLst>
            <pc:docMk/>
            <pc:sldMk cId="2356156422" sldId="263"/>
            <ac:spMk id="218" creationId="{D53950A4-9CBD-BA05-9D89-96C79D8D76AB}"/>
          </ac:spMkLst>
        </pc:spChg>
        <pc:spChg chg="add mod">
          <ac:chgData name="Y I" userId="1ad7123e4ed09ae3" providerId="LiveId" clId="{6DEF62D7-AFC5-4C44-A21D-F291BF42E1B7}" dt="2025-12-18T05:02:11.895" v="10295" actId="1038"/>
          <ac:spMkLst>
            <pc:docMk/>
            <pc:sldMk cId="2356156422" sldId="263"/>
            <ac:spMk id="219" creationId="{0774F6AD-E4E8-504B-2391-1530CAD7AA6E}"/>
          </ac:spMkLst>
        </pc:spChg>
        <pc:spChg chg="add mod">
          <ac:chgData name="Y I" userId="1ad7123e4ed09ae3" providerId="LiveId" clId="{6DEF62D7-AFC5-4C44-A21D-F291BF42E1B7}" dt="2025-12-18T05:02:11.895" v="10295" actId="1038"/>
          <ac:spMkLst>
            <pc:docMk/>
            <pc:sldMk cId="2356156422" sldId="263"/>
            <ac:spMk id="220" creationId="{C2F521C4-F937-DA07-49F8-F8F8F4D6F07C}"/>
          </ac:spMkLst>
        </pc:spChg>
        <pc:spChg chg="add mod">
          <ac:chgData name="Y I" userId="1ad7123e4ed09ae3" providerId="LiveId" clId="{6DEF62D7-AFC5-4C44-A21D-F291BF42E1B7}" dt="2025-12-18T04:58:03.467" v="10072"/>
          <ac:spMkLst>
            <pc:docMk/>
            <pc:sldMk cId="2356156422" sldId="263"/>
            <ac:spMk id="223" creationId="{B27E2915-24B0-5FDD-2D94-B15DE17D9C66}"/>
          </ac:spMkLst>
        </pc:spChg>
        <pc:spChg chg="mod">
          <ac:chgData name="Y I" userId="1ad7123e4ed09ae3" providerId="LiveId" clId="{6DEF62D7-AFC5-4C44-A21D-F291BF42E1B7}" dt="2025-12-18T11:51:22.690" v="13218"/>
          <ac:spMkLst>
            <pc:docMk/>
            <pc:sldMk cId="2356156422" sldId="263"/>
            <ac:spMk id="223" creationId="{CBC0466E-CB8D-D10B-7617-D324CD347600}"/>
          </ac:spMkLst>
        </pc:spChg>
        <pc:spChg chg="add mod">
          <ac:chgData name="Y I" userId="1ad7123e4ed09ae3" providerId="LiveId" clId="{6DEF62D7-AFC5-4C44-A21D-F291BF42E1B7}" dt="2025-12-18T04:58:03.467" v="10072"/>
          <ac:spMkLst>
            <pc:docMk/>
            <pc:sldMk cId="2356156422" sldId="263"/>
            <ac:spMk id="224" creationId="{6533CF82-0C37-BADA-C369-84B5F61F574B}"/>
          </ac:spMkLst>
        </pc:spChg>
        <pc:spChg chg="add mod">
          <ac:chgData name="Y I" userId="1ad7123e4ed09ae3" providerId="LiveId" clId="{6DEF62D7-AFC5-4C44-A21D-F291BF42E1B7}" dt="2025-12-18T05:00:24.834" v="10253" actId="1037"/>
          <ac:spMkLst>
            <pc:docMk/>
            <pc:sldMk cId="2356156422" sldId="263"/>
            <ac:spMk id="225" creationId="{651942ED-8E71-7355-1C06-C44CEA0A42C7}"/>
          </ac:spMkLst>
        </pc:spChg>
        <pc:spChg chg="add mod">
          <ac:chgData name="Y I" userId="1ad7123e4ed09ae3" providerId="LiveId" clId="{6DEF62D7-AFC5-4C44-A21D-F291BF42E1B7}" dt="2025-12-18T05:00:15.157" v="10219" actId="14100"/>
          <ac:spMkLst>
            <pc:docMk/>
            <pc:sldMk cId="2356156422" sldId="263"/>
            <ac:spMk id="226" creationId="{856F3FDD-FE35-1588-8132-8FF534966BA7}"/>
          </ac:spMkLst>
        </pc:spChg>
        <pc:spChg chg="mod">
          <ac:chgData name="Y I" userId="1ad7123e4ed09ae3" providerId="LiveId" clId="{6DEF62D7-AFC5-4C44-A21D-F291BF42E1B7}" dt="2025-12-18T11:51:22.690" v="13218"/>
          <ac:spMkLst>
            <pc:docMk/>
            <pc:sldMk cId="2356156422" sldId="263"/>
            <ac:spMk id="235" creationId="{C34A22ED-7722-361A-BEA0-52B90EFEA586}"/>
          </ac:spMkLst>
        </pc:spChg>
        <pc:spChg chg="mod">
          <ac:chgData name="Y I" userId="1ad7123e4ed09ae3" providerId="LiveId" clId="{6DEF62D7-AFC5-4C44-A21D-F291BF42E1B7}" dt="2025-12-18T11:51:22.690" v="13218"/>
          <ac:spMkLst>
            <pc:docMk/>
            <pc:sldMk cId="2356156422" sldId="263"/>
            <ac:spMk id="242" creationId="{C04CD1E6-094E-E4A9-A604-298BE3071F6F}"/>
          </ac:spMkLst>
        </pc:spChg>
        <pc:spChg chg="mod">
          <ac:chgData name="Y I" userId="1ad7123e4ed09ae3" providerId="LiveId" clId="{6DEF62D7-AFC5-4C44-A21D-F291BF42E1B7}" dt="2025-12-18T11:51:22.690" v="13218"/>
          <ac:spMkLst>
            <pc:docMk/>
            <pc:sldMk cId="2356156422" sldId="263"/>
            <ac:spMk id="262" creationId="{A69D10C5-41FB-5B09-1E01-0A4F8A29EBCD}"/>
          </ac:spMkLst>
        </pc:spChg>
        <pc:spChg chg="mod">
          <ac:chgData name="Y I" userId="1ad7123e4ed09ae3" providerId="LiveId" clId="{6DEF62D7-AFC5-4C44-A21D-F291BF42E1B7}" dt="2025-12-18T11:51:22.690" v="13218"/>
          <ac:spMkLst>
            <pc:docMk/>
            <pc:sldMk cId="2356156422" sldId="263"/>
            <ac:spMk id="266" creationId="{2AB60827-9166-7B99-0ED4-16763D8792B8}"/>
          </ac:spMkLst>
        </pc:spChg>
        <pc:spChg chg="mod">
          <ac:chgData name="Y I" userId="1ad7123e4ed09ae3" providerId="LiveId" clId="{6DEF62D7-AFC5-4C44-A21D-F291BF42E1B7}" dt="2025-12-18T11:51:22.690" v="13218"/>
          <ac:spMkLst>
            <pc:docMk/>
            <pc:sldMk cId="2356156422" sldId="263"/>
            <ac:spMk id="268" creationId="{779432CF-13C5-7C9C-2D75-55C7098F3E99}"/>
          </ac:spMkLst>
        </pc:spChg>
        <pc:spChg chg="mod">
          <ac:chgData name="Y I" userId="1ad7123e4ed09ae3" providerId="LiveId" clId="{6DEF62D7-AFC5-4C44-A21D-F291BF42E1B7}" dt="2025-12-19T04:58:34.863" v="13832"/>
          <ac:spMkLst>
            <pc:docMk/>
            <pc:sldMk cId="2356156422" sldId="263"/>
            <ac:spMk id="284" creationId="{F4654C99-0E06-2BEA-EAAB-D770B0674D04}"/>
          </ac:spMkLst>
        </pc:spChg>
        <pc:spChg chg="mod">
          <ac:chgData name="Y I" userId="1ad7123e4ed09ae3" providerId="LiveId" clId="{6DEF62D7-AFC5-4C44-A21D-F291BF42E1B7}" dt="2025-12-19T04:58:34.863" v="13832"/>
          <ac:spMkLst>
            <pc:docMk/>
            <pc:sldMk cId="2356156422" sldId="263"/>
            <ac:spMk id="290" creationId="{EEA20772-807E-FADB-EF29-AD521AA4D7C7}"/>
          </ac:spMkLst>
        </pc:spChg>
        <pc:spChg chg="mod">
          <ac:chgData name="Y I" userId="1ad7123e4ed09ae3" providerId="LiveId" clId="{6DEF62D7-AFC5-4C44-A21D-F291BF42E1B7}" dt="2025-12-19T04:58:34.863" v="13832"/>
          <ac:spMkLst>
            <pc:docMk/>
            <pc:sldMk cId="2356156422" sldId="263"/>
            <ac:spMk id="298" creationId="{5909151A-E445-AC2E-70D7-1A703A6C9901}"/>
          </ac:spMkLst>
        </pc:spChg>
        <pc:spChg chg="mod">
          <ac:chgData name="Y I" userId="1ad7123e4ed09ae3" providerId="LiveId" clId="{6DEF62D7-AFC5-4C44-A21D-F291BF42E1B7}" dt="2025-12-19T04:58:34.863" v="13832"/>
          <ac:spMkLst>
            <pc:docMk/>
            <pc:sldMk cId="2356156422" sldId="263"/>
            <ac:spMk id="299" creationId="{911ABA5F-A085-2688-86F6-4EF5337247C1}"/>
          </ac:spMkLst>
        </pc:spChg>
        <pc:spChg chg="mod">
          <ac:chgData name="Y I" userId="1ad7123e4ed09ae3" providerId="LiveId" clId="{6DEF62D7-AFC5-4C44-A21D-F291BF42E1B7}" dt="2025-12-19T04:58:34.863" v="13832"/>
          <ac:spMkLst>
            <pc:docMk/>
            <pc:sldMk cId="2356156422" sldId="263"/>
            <ac:spMk id="301" creationId="{64A8B439-6742-2B2E-097B-F20D692859C7}"/>
          </ac:spMkLst>
        </pc:spChg>
        <pc:spChg chg="mod">
          <ac:chgData name="Y I" userId="1ad7123e4ed09ae3" providerId="LiveId" clId="{6DEF62D7-AFC5-4C44-A21D-F291BF42E1B7}" dt="2025-12-19T04:58:34.863" v="13832"/>
          <ac:spMkLst>
            <pc:docMk/>
            <pc:sldMk cId="2356156422" sldId="263"/>
            <ac:spMk id="306" creationId="{02FE942C-1EFB-3EE2-CBA6-B4EBFCA3F6FC}"/>
          </ac:spMkLst>
        </pc:spChg>
        <pc:spChg chg="mod">
          <ac:chgData name="Y I" userId="1ad7123e4ed09ae3" providerId="LiveId" clId="{6DEF62D7-AFC5-4C44-A21D-F291BF42E1B7}" dt="2025-12-19T04:58:34.863" v="13832"/>
          <ac:spMkLst>
            <pc:docMk/>
            <pc:sldMk cId="2356156422" sldId="263"/>
            <ac:spMk id="323" creationId="{20A783C1-9E62-A26C-B6A4-A0DA04BB64F4}"/>
          </ac:spMkLst>
        </pc:spChg>
        <pc:spChg chg="mod">
          <ac:chgData name="Y I" userId="1ad7123e4ed09ae3" providerId="LiveId" clId="{6DEF62D7-AFC5-4C44-A21D-F291BF42E1B7}" dt="2025-12-19T04:58:34.863" v="13832"/>
          <ac:spMkLst>
            <pc:docMk/>
            <pc:sldMk cId="2356156422" sldId="263"/>
            <ac:spMk id="327" creationId="{A9692A35-0C23-053B-BE25-5BB52B70DF22}"/>
          </ac:spMkLst>
        </pc:spChg>
        <pc:spChg chg="mod">
          <ac:chgData name="Y I" userId="1ad7123e4ed09ae3" providerId="LiveId" clId="{6DEF62D7-AFC5-4C44-A21D-F291BF42E1B7}" dt="2025-12-19T04:58:34.863" v="13832"/>
          <ac:spMkLst>
            <pc:docMk/>
            <pc:sldMk cId="2356156422" sldId="263"/>
            <ac:spMk id="336" creationId="{2F19AD7A-96AD-B198-7738-2C8690A6CA26}"/>
          </ac:spMkLst>
        </pc:spChg>
        <pc:spChg chg="mod">
          <ac:chgData name="Y I" userId="1ad7123e4ed09ae3" providerId="LiveId" clId="{6DEF62D7-AFC5-4C44-A21D-F291BF42E1B7}" dt="2025-12-19T04:58:34.863" v="13832"/>
          <ac:spMkLst>
            <pc:docMk/>
            <pc:sldMk cId="2356156422" sldId="263"/>
            <ac:spMk id="344" creationId="{EDBA37DC-50B2-B4B6-2425-E6D692F88A3C}"/>
          </ac:spMkLst>
        </pc:spChg>
        <pc:spChg chg="mod">
          <ac:chgData name="Y I" userId="1ad7123e4ed09ae3" providerId="LiveId" clId="{6DEF62D7-AFC5-4C44-A21D-F291BF42E1B7}" dt="2025-12-19T04:58:42.985" v="13834"/>
          <ac:spMkLst>
            <pc:docMk/>
            <pc:sldMk cId="2356156422" sldId="263"/>
            <ac:spMk id="357" creationId="{FF50F7FD-4B2B-9D06-6E73-D096C22E7418}"/>
          </ac:spMkLst>
        </pc:spChg>
        <pc:spChg chg="mod">
          <ac:chgData name="Y I" userId="1ad7123e4ed09ae3" providerId="LiveId" clId="{6DEF62D7-AFC5-4C44-A21D-F291BF42E1B7}" dt="2025-12-19T04:58:42.985" v="13834"/>
          <ac:spMkLst>
            <pc:docMk/>
            <pc:sldMk cId="2356156422" sldId="263"/>
            <ac:spMk id="358" creationId="{C46EB2FE-FA87-4DC8-23DE-A9B4B524385E}"/>
          </ac:spMkLst>
        </pc:spChg>
        <pc:spChg chg="mod">
          <ac:chgData name="Y I" userId="1ad7123e4ed09ae3" providerId="LiveId" clId="{6DEF62D7-AFC5-4C44-A21D-F291BF42E1B7}" dt="2025-12-19T04:58:42.985" v="13834"/>
          <ac:spMkLst>
            <pc:docMk/>
            <pc:sldMk cId="2356156422" sldId="263"/>
            <ac:spMk id="365" creationId="{9E2FA765-0CFB-DC5C-B0DF-65AE1B96F8F0}"/>
          </ac:spMkLst>
        </pc:spChg>
        <pc:spChg chg="mod">
          <ac:chgData name="Y I" userId="1ad7123e4ed09ae3" providerId="LiveId" clId="{6DEF62D7-AFC5-4C44-A21D-F291BF42E1B7}" dt="2025-12-19T04:58:42.985" v="13834"/>
          <ac:spMkLst>
            <pc:docMk/>
            <pc:sldMk cId="2356156422" sldId="263"/>
            <ac:spMk id="366" creationId="{D4BE0311-10B0-0D22-03F1-8CC5A90338F2}"/>
          </ac:spMkLst>
        </pc:spChg>
        <pc:spChg chg="mod">
          <ac:chgData name="Y I" userId="1ad7123e4ed09ae3" providerId="LiveId" clId="{6DEF62D7-AFC5-4C44-A21D-F291BF42E1B7}" dt="2025-12-19T04:58:42.985" v="13834"/>
          <ac:spMkLst>
            <pc:docMk/>
            <pc:sldMk cId="2356156422" sldId="263"/>
            <ac:spMk id="369" creationId="{5A5BB44F-4B23-D8CE-2EE2-BF5A876716C3}"/>
          </ac:spMkLst>
        </pc:spChg>
        <pc:spChg chg="mod">
          <ac:chgData name="Y I" userId="1ad7123e4ed09ae3" providerId="LiveId" clId="{6DEF62D7-AFC5-4C44-A21D-F291BF42E1B7}" dt="2025-12-19T04:58:42.985" v="13834"/>
          <ac:spMkLst>
            <pc:docMk/>
            <pc:sldMk cId="2356156422" sldId="263"/>
            <ac:spMk id="377" creationId="{4BA73C54-366D-A357-EB90-83718A3FA869}"/>
          </ac:spMkLst>
        </pc:spChg>
        <pc:spChg chg="mod">
          <ac:chgData name="Y I" userId="1ad7123e4ed09ae3" providerId="LiveId" clId="{6DEF62D7-AFC5-4C44-A21D-F291BF42E1B7}" dt="2025-12-19T04:58:42.985" v="13834"/>
          <ac:spMkLst>
            <pc:docMk/>
            <pc:sldMk cId="2356156422" sldId="263"/>
            <ac:spMk id="379" creationId="{44617E26-970D-0B4B-A127-16E327AF81E8}"/>
          </ac:spMkLst>
        </pc:spChg>
        <pc:spChg chg="mod">
          <ac:chgData name="Y I" userId="1ad7123e4ed09ae3" providerId="LiveId" clId="{6DEF62D7-AFC5-4C44-A21D-F291BF42E1B7}" dt="2025-12-19T04:58:42.985" v="13834"/>
          <ac:spMkLst>
            <pc:docMk/>
            <pc:sldMk cId="2356156422" sldId="263"/>
            <ac:spMk id="382" creationId="{85ADA16A-65CB-B7B2-44BB-FF16746EE19E}"/>
          </ac:spMkLst>
        </pc:spChg>
        <pc:spChg chg="mod">
          <ac:chgData name="Y I" userId="1ad7123e4ed09ae3" providerId="LiveId" clId="{6DEF62D7-AFC5-4C44-A21D-F291BF42E1B7}" dt="2025-12-19T04:58:42.985" v="13834"/>
          <ac:spMkLst>
            <pc:docMk/>
            <pc:sldMk cId="2356156422" sldId="263"/>
            <ac:spMk id="394" creationId="{C4FB7D79-FF5E-E7BC-B31B-22C6CD665602}"/>
          </ac:spMkLst>
        </pc:spChg>
        <pc:spChg chg="mod">
          <ac:chgData name="Y I" userId="1ad7123e4ed09ae3" providerId="LiveId" clId="{6DEF62D7-AFC5-4C44-A21D-F291BF42E1B7}" dt="2025-12-19T04:58:42.985" v="13834"/>
          <ac:spMkLst>
            <pc:docMk/>
            <pc:sldMk cId="2356156422" sldId="263"/>
            <ac:spMk id="415" creationId="{7294D44F-1F9B-5952-5579-3E724C566B22}"/>
          </ac:spMkLst>
        </pc:spChg>
        <pc:spChg chg="mod">
          <ac:chgData name="Y I" userId="1ad7123e4ed09ae3" providerId="LiveId" clId="{6DEF62D7-AFC5-4C44-A21D-F291BF42E1B7}" dt="2025-12-19T05:00:26.558" v="13898"/>
          <ac:spMkLst>
            <pc:docMk/>
            <pc:sldMk cId="2356156422" sldId="263"/>
            <ac:spMk id="422" creationId="{ECF83AB3-FA80-F1F3-5FD5-647E43877B4C}"/>
          </ac:spMkLst>
        </pc:spChg>
        <pc:spChg chg="mod">
          <ac:chgData name="Y I" userId="1ad7123e4ed09ae3" providerId="LiveId" clId="{6DEF62D7-AFC5-4C44-A21D-F291BF42E1B7}" dt="2025-12-19T05:00:26.558" v="13898"/>
          <ac:spMkLst>
            <pc:docMk/>
            <pc:sldMk cId="2356156422" sldId="263"/>
            <ac:spMk id="432" creationId="{DAA72612-E9E8-9A96-5D88-7A282764917A}"/>
          </ac:spMkLst>
        </pc:spChg>
        <pc:spChg chg="mod">
          <ac:chgData name="Y I" userId="1ad7123e4ed09ae3" providerId="LiveId" clId="{6DEF62D7-AFC5-4C44-A21D-F291BF42E1B7}" dt="2025-12-19T05:00:26.558" v="13898"/>
          <ac:spMkLst>
            <pc:docMk/>
            <pc:sldMk cId="2356156422" sldId="263"/>
            <ac:spMk id="438" creationId="{CCF1F3F3-F293-0F91-3AE8-26663965CC44}"/>
          </ac:spMkLst>
        </pc:spChg>
        <pc:spChg chg="mod">
          <ac:chgData name="Y I" userId="1ad7123e4ed09ae3" providerId="LiveId" clId="{6DEF62D7-AFC5-4C44-A21D-F291BF42E1B7}" dt="2025-12-19T05:00:26.558" v="13898"/>
          <ac:spMkLst>
            <pc:docMk/>
            <pc:sldMk cId="2356156422" sldId="263"/>
            <ac:spMk id="439" creationId="{E7B3794C-D738-97CB-2197-90DC19413E65}"/>
          </ac:spMkLst>
        </pc:spChg>
        <pc:spChg chg="mod">
          <ac:chgData name="Y I" userId="1ad7123e4ed09ae3" providerId="LiveId" clId="{6DEF62D7-AFC5-4C44-A21D-F291BF42E1B7}" dt="2025-12-19T05:00:26.558" v="13898"/>
          <ac:spMkLst>
            <pc:docMk/>
            <pc:sldMk cId="2356156422" sldId="263"/>
            <ac:spMk id="451" creationId="{32B0021A-D75C-EAD2-1049-8D6991E73324}"/>
          </ac:spMkLst>
        </pc:spChg>
        <pc:spChg chg="mod">
          <ac:chgData name="Y I" userId="1ad7123e4ed09ae3" providerId="LiveId" clId="{6DEF62D7-AFC5-4C44-A21D-F291BF42E1B7}" dt="2025-12-19T05:00:26.558" v="13898"/>
          <ac:spMkLst>
            <pc:docMk/>
            <pc:sldMk cId="2356156422" sldId="263"/>
            <ac:spMk id="470" creationId="{B4EFDC28-098A-7F15-CCBA-460A2E841136}"/>
          </ac:spMkLst>
        </pc:spChg>
        <pc:spChg chg="mod">
          <ac:chgData name="Y I" userId="1ad7123e4ed09ae3" providerId="LiveId" clId="{6DEF62D7-AFC5-4C44-A21D-F291BF42E1B7}" dt="2025-12-19T05:00:26.558" v="13898"/>
          <ac:spMkLst>
            <pc:docMk/>
            <pc:sldMk cId="2356156422" sldId="263"/>
            <ac:spMk id="473" creationId="{CFF8610E-FDBB-CF2C-93D9-B8BA7EFD1BB5}"/>
          </ac:spMkLst>
        </pc:spChg>
        <pc:spChg chg="mod">
          <ac:chgData name="Y I" userId="1ad7123e4ed09ae3" providerId="LiveId" clId="{6DEF62D7-AFC5-4C44-A21D-F291BF42E1B7}" dt="2025-12-19T05:00:26.558" v="13898"/>
          <ac:spMkLst>
            <pc:docMk/>
            <pc:sldMk cId="2356156422" sldId="263"/>
            <ac:spMk id="484" creationId="{F3DDE2B0-E29C-34FA-8581-416067740391}"/>
          </ac:spMkLst>
        </pc:spChg>
        <pc:spChg chg="mod">
          <ac:chgData name="Y I" userId="1ad7123e4ed09ae3" providerId="LiveId" clId="{6DEF62D7-AFC5-4C44-A21D-F291BF42E1B7}" dt="2025-12-19T05:00:26.558" v="13898"/>
          <ac:spMkLst>
            <pc:docMk/>
            <pc:sldMk cId="2356156422" sldId="263"/>
            <ac:spMk id="485" creationId="{9E22A6D8-56C8-A904-C8D6-43749A2537F4}"/>
          </ac:spMkLst>
        </pc:spChg>
        <pc:spChg chg="mod">
          <ac:chgData name="Y I" userId="1ad7123e4ed09ae3" providerId="LiveId" clId="{6DEF62D7-AFC5-4C44-A21D-F291BF42E1B7}" dt="2025-12-19T05:00:26.558" v="13898"/>
          <ac:spMkLst>
            <pc:docMk/>
            <pc:sldMk cId="2356156422" sldId="263"/>
            <ac:spMk id="487" creationId="{DDFA950A-ECE5-718E-280C-2FE7833A1FCE}"/>
          </ac:spMkLst>
        </pc:spChg>
        <pc:spChg chg="add del mod">
          <ac:chgData name="Y I" userId="1ad7123e4ed09ae3" providerId="LiveId" clId="{6DEF62D7-AFC5-4C44-A21D-F291BF42E1B7}" dt="2025-12-19T05:28:49.509" v="14505" actId="478"/>
          <ac:spMkLst>
            <pc:docMk/>
            <pc:sldMk cId="2356156422" sldId="263"/>
            <ac:spMk id="489" creationId="{9DDF1307-86C9-4680-D08F-B357ECC67720}"/>
          </ac:spMkLst>
        </pc:spChg>
        <pc:spChg chg="del mod">
          <ac:chgData name="Y I" userId="1ad7123e4ed09ae3" providerId="LiveId" clId="{6DEF62D7-AFC5-4C44-A21D-F291BF42E1B7}" dt="2025-12-19T05:07:05.455" v="14086" actId="478"/>
          <ac:spMkLst>
            <pc:docMk/>
            <pc:sldMk cId="2356156422" sldId="263"/>
            <ac:spMk id="490" creationId="{16AA075C-4D65-5CAA-3B57-A87FE1399C2B}"/>
          </ac:spMkLst>
        </pc:spChg>
        <pc:spChg chg="add mod">
          <ac:chgData name="Y I" userId="1ad7123e4ed09ae3" providerId="LiveId" clId="{6DEF62D7-AFC5-4C44-A21D-F291BF42E1B7}" dt="2025-12-19T05:21:45.524" v="14294" actId="20577"/>
          <ac:spMkLst>
            <pc:docMk/>
            <pc:sldMk cId="2356156422" sldId="263"/>
            <ac:spMk id="491" creationId="{C0F83C63-A378-69B8-299C-D9EB539464D7}"/>
          </ac:spMkLst>
        </pc:spChg>
        <pc:spChg chg="add mod">
          <ac:chgData name="Y I" userId="1ad7123e4ed09ae3" providerId="LiveId" clId="{6DEF62D7-AFC5-4C44-A21D-F291BF42E1B7}" dt="2025-12-19T05:06:25.245" v="14065" actId="692"/>
          <ac:spMkLst>
            <pc:docMk/>
            <pc:sldMk cId="2356156422" sldId="263"/>
            <ac:spMk id="494" creationId="{E2D1232F-FD27-A009-EF1D-763E680860ED}"/>
          </ac:spMkLst>
        </pc:spChg>
        <pc:spChg chg="add mod">
          <ac:chgData name="Y I" userId="1ad7123e4ed09ae3" providerId="LiveId" clId="{6DEF62D7-AFC5-4C44-A21D-F291BF42E1B7}" dt="2025-12-19T05:06:16.027" v="14061" actId="692"/>
          <ac:spMkLst>
            <pc:docMk/>
            <pc:sldMk cId="2356156422" sldId="263"/>
            <ac:spMk id="495" creationId="{1C43162D-A36D-ED74-3F21-1829DD1B4570}"/>
          </ac:spMkLst>
        </pc:spChg>
        <pc:spChg chg="mod">
          <ac:chgData name="Y I" userId="1ad7123e4ed09ae3" providerId="LiveId" clId="{6DEF62D7-AFC5-4C44-A21D-F291BF42E1B7}" dt="2025-12-19T05:08:53.133" v="14097"/>
          <ac:spMkLst>
            <pc:docMk/>
            <pc:sldMk cId="2356156422" sldId="263"/>
            <ac:spMk id="506" creationId="{D10E3E54-0315-A621-6E04-A764C42C891B}"/>
          </ac:spMkLst>
        </pc:spChg>
        <pc:spChg chg="mod">
          <ac:chgData name="Y I" userId="1ad7123e4ed09ae3" providerId="LiveId" clId="{6DEF62D7-AFC5-4C44-A21D-F291BF42E1B7}" dt="2025-12-19T05:08:53.133" v="14097"/>
          <ac:spMkLst>
            <pc:docMk/>
            <pc:sldMk cId="2356156422" sldId="263"/>
            <ac:spMk id="512" creationId="{E26AC6D5-CF2E-8E3F-3458-D453461F583E}"/>
          </ac:spMkLst>
        </pc:spChg>
        <pc:spChg chg="mod">
          <ac:chgData name="Y I" userId="1ad7123e4ed09ae3" providerId="LiveId" clId="{6DEF62D7-AFC5-4C44-A21D-F291BF42E1B7}" dt="2025-12-19T05:08:53.133" v="14097"/>
          <ac:spMkLst>
            <pc:docMk/>
            <pc:sldMk cId="2356156422" sldId="263"/>
            <ac:spMk id="522" creationId="{97E1170A-1751-85AA-0ADE-B8426E1C4EE5}"/>
          </ac:spMkLst>
        </pc:spChg>
        <pc:spChg chg="mod">
          <ac:chgData name="Y I" userId="1ad7123e4ed09ae3" providerId="LiveId" clId="{6DEF62D7-AFC5-4C44-A21D-F291BF42E1B7}" dt="2025-12-19T05:08:53.133" v="14097"/>
          <ac:spMkLst>
            <pc:docMk/>
            <pc:sldMk cId="2356156422" sldId="263"/>
            <ac:spMk id="536" creationId="{D7911CDF-509D-E0B8-6948-D8CA47D42DEA}"/>
          </ac:spMkLst>
        </pc:spChg>
        <pc:spChg chg="mod">
          <ac:chgData name="Y I" userId="1ad7123e4ed09ae3" providerId="LiveId" clId="{6DEF62D7-AFC5-4C44-A21D-F291BF42E1B7}" dt="2025-12-19T05:08:53.133" v="14097"/>
          <ac:spMkLst>
            <pc:docMk/>
            <pc:sldMk cId="2356156422" sldId="263"/>
            <ac:spMk id="540" creationId="{0115FE79-12A0-657E-FCE2-68A3DD71D9B1}"/>
          </ac:spMkLst>
        </pc:spChg>
        <pc:spChg chg="mod">
          <ac:chgData name="Y I" userId="1ad7123e4ed09ae3" providerId="LiveId" clId="{6DEF62D7-AFC5-4C44-A21D-F291BF42E1B7}" dt="2025-12-19T05:08:53.133" v="14097"/>
          <ac:spMkLst>
            <pc:docMk/>
            <pc:sldMk cId="2356156422" sldId="263"/>
            <ac:spMk id="545" creationId="{01CFD2D0-0695-2F9A-C9E5-53050531D322}"/>
          </ac:spMkLst>
        </pc:spChg>
        <pc:spChg chg="mod">
          <ac:chgData name="Y I" userId="1ad7123e4ed09ae3" providerId="LiveId" clId="{6DEF62D7-AFC5-4C44-A21D-F291BF42E1B7}" dt="2025-12-19T05:08:53.133" v="14097"/>
          <ac:spMkLst>
            <pc:docMk/>
            <pc:sldMk cId="2356156422" sldId="263"/>
            <ac:spMk id="551" creationId="{BD5C11D5-430C-AE64-8686-F54CC8F21FDE}"/>
          </ac:spMkLst>
        </pc:spChg>
        <pc:spChg chg="mod">
          <ac:chgData name="Y I" userId="1ad7123e4ed09ae3" providerId="LiveId" clId="{6DEF62D7-AFC5-4C44-A21D-F291BF42E1B7}" dt="2025-12-19T05:08:53.133" v="14097"/>
          <ac:spMkLst>
            <pc:docMk/>
            <pc:sldMk cId="2356156422" sldId="263"/>
            <ac:spMk id="565" creationId="{D57E2A07-6E75-6554-749D-68B2E012BC65}"/>
          </ac:spMkLst>
        </pc:spChg>
        <pc:spChg chg="mod">
          <ac:chgData name="Y I" userId="1ad7123e4ed09ae3" providerId="LiveId" clId="{6DEF62D7-AFC5-4C44-A21D-F291BF42E1B7}" dt="2025-12-19T05:08:53.133" v="14097"/>
          <ac:spMkLst>
            <pc:docMk/>
            <pc:sldMk cId="2356156422" sldId="263"/>
            <ac:spMk id="571" creationId="{5F78A662-FCFD-3EAD-2521-BFFC165560E5}"/>
          </ac:spMkLst>
        </pc:spChg>
        <pc:spChg chg="mod ord">
          <ac:chgData name="Y I" userId="1ad7123e4ed09ae3" providerId="LiveId" clId="{6DEF62D7-AFC5-4C44-A21D-F291BF42E1B7}" dt="2025-12-19T05:11:00.829" v="14139" actId="1035"/>
          <ac:spMkLst>
            <pc:docMk/>
            <pc:sldMk cId="2356156422" sldId="263"/>
            <ac:spMk id="574" creationId="{7F28CC23-EED2-56A9-55CC-7C75C1360456}"/>
          </ac:spMkLst>
        </pc:spChg>
        <pc:spChg chg="add mod ord">
          <ac:chgData name="Y I" userId="1ad7123e4ed09ae3" providerId="LiveId" clId="{6DEF62D7-AFC5-4C44-A21D-F291BF42E1B7}" dt="2025-12-19T05:11:00.829" v="14139" actId="1035"/>
          <ac:spMkLst>
            <pc:docMk/>
            <pc:sldMk cId="2356156422" sldId="263"/>
            <ac:spMk id="575" creationId="{5E211C84-68A8-8BDD-F549-E8F1865FF056}"/>
          </ac:spMkLst>
        </pc:spChg>
        <pc:spChg chg="mod">
          <ac:chgData name="Y I" userId="1ad7123e4ed09ae3" providerId="LiveId" clId="{6DEF62D7-AFC5-4C44-A21D-F291BF42E1B7}" dt="2025-12-19T05:09:56.027" v="14123"/>
          <ac:spMkLst>
            <pc:docMk/>
            <pc:sldMk cId="2356156422" sldId="263"/>
            <ac:spMk id="581" creationId="{DE1592D2-F186-B711-B1BB-5C71154A33F3}"/>
          </ac:spMkLst>
        </pc:spChg>
        <pc:spChg chg="mod">
          <ac:chgData name="Y I" userId="1ad7123e4ed09ae3" providerId="LiveId" clId="{6DEF62D7-AFC5-4C44-A21D-F291BF42E1B7}" dt="2025-12-19T05:09:56.027" v="14123"/>
          <ac:spMkLst>
            <pc:docMk/>
            <pc:sldMk cId="2356156422" sldId="263"/>
            <ac:spMk id="589" creationId="{A6630C64-E657-DA97-5328-5C2C53D24E13}"/>
          </ac:spMkLst>
        </pc:spChg>
        <pc:spChg chg="mod">
          <ac:chgData name="Y I" userId="1ad7123e4ed09ae3" providerId="LiveId" clId="{6DEF62D7-AFC5-4C44-A21D-F291BF42E1B7}" dt="2025-12-19T05:09:56.027" v="14123"/>
          <ac:spMkLst>
            <pc:docMk/>
            <pc:sldMk cId="2356156422" sldId="263"/>
            <ac:spMk id="602" creationId="{DA466573-B0A2-A40C-91BE-032F2B33F1DB}"/>
          </ac:spMkLst>
        </pc:spChg>
        <pc:spChg chg="mod">
          <ac:chgData name="Y I" userId="1ad7123e4ed09ae3" providerId="LiveId" clId="{6DEF62D7-AFC5-4C44-A21D-F291BF42E1B7}" dt="2025-12-19T05:09:56.027" v="14123"/>
          <ac:spMkLst>
            <pc:docMk/>
            <pc:sldMk cId="2356156422" sldId="263"/>
            <ac:spMk id="604" creationId="{52E1A518-28E8-4DDC-1972-3D0F00A618C6}"/>
          </ac:spMkLst>
        </pc:spChg>
        <pc:spChg chg="mod">
          <ac:chgData name="Y I" userId="1ad7123e4ed09ae3" providerId="LiveId" clId="{6DEF62D7-AFC5-4C44-A21D-F291BF42E1B7}" dt="2025-12-19T05:09:56.027" v="14123"/>
          <ac:spMkLst>
            <pc:docMk/>
            <pc:sldMk cId="2356156422" sldId="263"/>
            <ac:spMk id="615" creationId="{53C4117C-B2EA-A387-82FA-BC5C8E73538F}"/>
          </ac:spMkLst>
        </pc:spChg>
        <pc:spChg chg="mod">
          <ac:chgData name="Y I" userId="1ad7123e4ed09ae3" providerId="LiveId" clId="{6DEF62D7-AFC5-4C44-A21D-F291BF42E1B7}" dt="2025-12-19T05:09:56.027" v="14123"/>
          <ac:spMkLst>
            <pc:docMk/>
            <pc:sldMk cId="2356156422" sldId="263"/>
            <ac:spMk id="630" creationId="{06041AB4-7589-F318-6361-4074C3C7D5A0}"/>
          </ac:spMkLst>
        </pc:spChg>
        <pc:spChg chg="mod">
          <ac:chgData name="Y I" userId="1ad7123e4ed09ae3" providerId="LiveId" clId="{6DEF62D7-AFC5-4C44-A21D-F291BF42E1B7}" dt="2025-12-19T05:09:56.027" v="14123"/>
          <ac:spMkLst>
            <pc:docMk/>
            <pc:sldMk cId="2356156422" sldId="263"/>
            <ac:spMk id="633" creationId="{3D997061-881D-758E-457B-09B9FCF5D8A1}"/>
          </ac:spMkLst>
        </pc:spChg>
        <pc:spChg chg="mod">
          <ac:chgData name="Y I" userId="1ad7123e4ed09ae3" providerId="LiveId" clId="{6DEF62D7-AFC5-4C44-A21D-F291BF42E1B7}" dt="2025-12-19T05:09:56.027" v="14123"/>
          <ac:spMkLst>
            <pc:docMk/>
            <pc:sldMk cId="2356156422" sldId="263"/>
            <ac:spMk id="638" creationId="{C03D9EDC-CACA-28B5-BB04-04E12FDDF7D5}"/>
          </ac:spMkLst>
        </pc:spChg>
        <pc:spChg chg="mod">
          <ac:chgData name="Y I" userId="1ad7123e4ed09ae3" providerId="LiveId" clId="{6DEF62D7-AFC5-4C44-A21D-F291BF42E1B7}" dt="2025-12-19T05:09:56.027" v="14123"/>
          <ac:spMkLst>
            <pc:docMk/>
            <pc:sldMk cId="2356156422" sldId="263"/>
            <ac:spMk id="639" creationId="{0B767216-CB70-C757-8002-52DBB2E85F65}"/>
          </ac:spMkLst>
        </pc:spChg>
        <pc:spChg chg="mod">
          <ac:chgData name="Y I" userId="1ad7123e4ed09ae3" providerId="LiveId" clId="{6DEF62D7-AFC5-4C44-A21D-F291BF42E1B7}" dt="2025-12-19T05:09:56.027" v="14123"/>
          <ac:spMkLst>
            <pc:docMk/>
            <pc:sldMk cId="2356156422" sldId="263"/>
            <ac:spMk id="645" creationId="{7600B0A4-ADF3-6E59-42C2-724E7829197E}"/>
          </ac:spMkLst>
        </pc:spChg>
        <pc:spChg chg="mod">
          <ac:chgData name="Y I" userId="1ad7123e4ed09ae3" providerId="LiveId" clId="{6DEF62D7-AFC5-4C44-A21D-F291BF42E1B7}" dt="2025-12-19T05:10:11.762" v="14127"/>
          <ac:spMkLst>
            <pc:docMk/>
            <pc:sldMk cId="2356156422" sldId="263"/>
            <ac:spMk id="652" creationId="{B90E2EF7-1321-38F7-C912-E4CA214FEF11}"/>
          </ac:spMkLst>
        </pc:spChg>
        <pc:spChg chg="mod">
          <ac:chgData name="Y I" userId="1ad7123e4ed09ae3" providerId="LiveId" clId="{6DEF62D7-AFC5-4C44-A21D-F291BF42E1B7}" dt="2025-12-19T05:10:11.762" v="14127"/>
          <ac:spMkLst>
            <pc:docMk/>
            <pc:sldMk cId="2356156422" sldId="263"/>
            <ac:spMk id="653" creationId="{95767C06-FE99-403B-DC2A-9A9E29C702B7}"/>
          </ac:spMkLst>
        </pc:spChg>
        <pc:spChg chg="mod">
          <ac:chgData name="Y I" userId="1ad7123e4ed09ae3" providerId="LiveId" clId="{6DEF62D7-AFC5-4C44-A21D-F291BF42E1B7}" dt="2025-12-19T05:10:11.762" v="14127"/>
          <ac:spMkLst>
            <pc:docMk/>
            <pc:sldMk cId="2356156422" sldId="263"/>
            <ac:spMk id="654" creationId="{076CDE1F-C94F-3B1A-74ED-B32FA8DE896C}"/>
          </ac:spMkLst>
        </pc:spChg>
        <pc:spChg chg="mod">
          <ac:chgData name="Y I" userId="1ad7123e4ed09ae3" providerId="LiveId" clId="{6DEF62D7-AFC5-4C44-A21D-F291BF42E1B7}" dt="2025-12-19T05:10:11.762" v="14127"/>
          <ac:spMkLst>
            <pc:docMk/>
            <pc:sldMk cId="2356156422" sldId="263"/>
            <ac:spMk id="662" creationId="{0EAA1A97-75C3-A6E6-9D07-86E4A58DE09E}"/>
          </ac:spMkLst>
        </pc:spChg>
        <pc:spChg chg="mod">
          <ac:chgData name="Y I" userId="1ad7123e4ed09ae3" providerId="LiveId" clId="{6DEF62D7-AFC5-4C44-A21D-F291BF42E1B7}" dt="2025-12-19T05:10:11.762" v="14127"/>
          <ac:spMkLst>
            <pc:docMk/>
            <pc:sldMk cId="2356156422" sldId="263"/>
            <ac:spMk id="665" creationId="{0FD56BD9-5E3F-5AB9-A68C-048E7550221C}"/>
          </ac:spMkLst>
        </pc:spChg>
        <pc:spChg chg="mod">
          <ac:chgData name="Y I" userId="1ad7123e4ed09ae3" providerId="LiveId" clId="{6DEF62D7-AFC5-4C44-A21D-F291BF42E1B7}" dt="2025-12-19T05:10:11.762" v="14127"/>
          <ac:spMkLst>
            <pc:docMk/>
            <pc:sldMk cId="2356156422" sldId="263"/>
            <ac:spMk id="673" creationId="{1A32B563-78FA-295B-2AC1-B3BE163A7DBF}"/>
          </ac:spMkLst>
        </pc:spChg>
        <pc:spChg chg="mod">
          <ac:chgData name="Y I" userId="1ad7123e4ed09ae3" providerId="LiveId" clId="{6DEF62D7-AFC5-4C44-A21D-F291BF42E1B7}" dt="2025-12-19T05:10:11.762" v="14127"/>
          <ac:spMkLst>
            <pc:docMk/>
            <pc:sldMk cId="2356156422" sldId="263"/>
            <ac:spMk id="683" creationId="{6387D740-FCE8-71D7-2D96-F3D7D98BF266}"/>
          </ac:spMkLst>
        </pc:spChg>
        <pc:spChg chg="mod">
          <ac:chgData name="Y I" userId="1ad7123e4ed09ae3" providerId="LiveId" clId="{6DEF62D7-AFC5-4C44-A21D-F291BF42E1B7}" dt="2025-12-19T05:10:11.762" v="14127"/>
          <ac:spMkLst>
            <pc:docMk/>
            <pc:sldMk cId="2356156422" sldId="263"/>
            <ac:spMk id="687" creationId="{FE2E4F2D-0D95-483E-C654-7D18CF0EB344}"/>
          </ac:spMkLst>
        </pc:spChg>
        <pc:spChg chg="mod">
          <ac:chgData name="Y I" userId="1ad7123e4ed09ae3" providerId="LiveId" clId="{6DEF62D7-AFC5-4C44-A21D-F291BF42E1B7}" dt="2025-12-19T05:10:11.762" v="14127"/>
          <ac:spMkLst>
            <pc:docMk/>
            <pc:sldMk cId="2356156422" sldId="263"/>
            <ac:spMk id="706" creationId="{367F5CD9-B3BA-FD57-4D97-69DFE1221817}"/>
          </ac:spMkLst>
        </pc:spChg>
        <pc:spChg chg="mod">
          <ac:chgData name="Y I" userId="1ad7123e4ed09ae3" providerId="LiveId" clId="{6DEF62D7-AFC5-4C44-A21D-F291BF42E1B7}" dt="2025-12-19T05:10:11.762" v="14127"/>
          <ac:spMkLst>
            <pc:docMk/>
            <pc:sldMk cId="2356156422" sldId="263"/>
            <ac:spMk id="707" creationId="{620F909F-03E1-0145-4E6C-5267E54C34DE}"/>
          </ac:spMkLst>
        </pc:spChg>
        <pc:spChg chg="mod">
          <ac:chgData name="Y I" userId="1ad7123e4ed09ae3" providerId="LiveId" clId="{6DEF62D7-AFC5-4C44-A21D-F291BF42E1B7}" dt="2025-12-19T05:10:16.048" v="14129"/>
          <ac:spMkLst>
            <pc:docMk/>
            <pc:sldMk cId="2356156422" sldId="263"/>
            <ac:spMk id="725" creationId="{A93980AE-1D03-B5D2-5259-414BBBDC4603}"/>
          </ac:spMkLst>
        </pc:spChg>
        <pc:spChg chg="mod">
          <ac:chgData name="Y I" userId="1ad7123e4ed09ae3" providerId="LiveId" clId="{6DEF62D7-AFC5-4C44-A21D-F291BF42E1B7}" dt="2025-12-19T05:10:16.048" v="14129"/>
          <ac:spMkLst>
            <pc:docMk/>
            <pc:sldMk cId="2356156422" sldId="263"/>
            <ac:spMk id="733" creationId="{DCE02D75-9F1E-34B8-40B6-E9B9F6B01FDA}"/>
          </ac:spMkLst>
        </pc:spChg>
        <pc:spChg chg="mod">
          <ac:chgData name="Y I" userId="1ad7123e4ed09ae3" providerId="LiveId" clId="{6DEF62D7-AFC5-4C44-A21D-F291BF42E1B7}" dt="2025-12-19T05:10:16.048" v="14129"/>
          <ac:spMkLst>
            <pc:docMk/>
            <pc:sldMk cId="2356156422" sldId="263"/>
            <ac:spMk id="735" creationId="{2BBB6287-C3C0-B036-370F-C20065E4B6DF}"/>
          </ac:spMkLst>
        </pc:spChg>
        <pc:spChg chg="mod">
          <ac:chgData name="Y I" userId="1ad7123e4ed09ae3" providerId="LiveId" clId="{6DEF62D7-AFC5-4C44-A21D-F291BF42E1B7}" dt="2025-12-19T05:10:16.048" v="14129"/>
          <ac:spMkLst>
            <pc:docMk/>
            <pc:sldMk cId="2356156422" sldId="263"/>
            <ac:spMk id="757" creationId="{614D350E-5022-F954-0464-5F4E47974402}"/>
          </ac:spMkLst>
        </pc:spChg>
        <pc:spChg chg="mod">
          <ac:chgData name="Y I" userId="1ad7123e4ed09ae3" providerId="LiveId" clId="{6DEF62D7-AFC5-4C44-A21D-F291BF42E1B7}" dt="2025-12-19T05:10:16.048" v="14129"/>
          <ac:spMkLst>
            <pc:docMk/>
            <pc:sldMk cId="2356156422" sldId="263"/>
            <ac:spMk id="769" creationId="{5DBAA29C-55B7-A8C4-F6B3-9BDBA82A6EE8}"/>
          </ac:spMkLst>
        </pc:spChg>
        <pc:spChg chg="mod">
          <ac:chgData name="Y I" userId="1ad7123e4ed09ae3" providerId="LiveId" clId="{6DEF62D7-AFC5-4C44-A21D-F291BF42E1B7}" dt="2025-12-19T05:10:16.048" v="14129"/>
          <ac:spMkLst>
            <pc:docMk/>
            <pc:sldMk cId="2356156422" sldId="263"/>
            <ac:spMk id="773" creationId="{C941115B-E8D3-2F34-A1B6-9C075F2C10D9}"/>
          </ac:spMkLst>
        </pc:spChg>
        <pc:spChg chg="mod">
          <ac:chgData name="Y I" userId="1ad7123e4ed09ae3" providerId="LiveId" clId="{6DEF62D7-AFC5-4C44-A21D-F291BF42E1B7}" dt="2025-12-19T05:10:16.048" v="14129"/>
          <ac:spMkLst>
            <pc:docMk/>
            <pc:sldMk cId="2356156422" sldId="263"/>
            <ac:spMk id="780" creationId="{748D61FF-143E-388C-BC25-36BF91F6D80F}"/>
          </ac:spMkLst>
        </pc:spChg>
        <pc:spChg chg="mod">
          <ac:chgData name="Y I" userId="1ad7123e4ed09ae3" providerId="LiveId" clId="{6DEF62D7-AFC5-4C44-A21D-F291BF42E1B7}" dt="2025-12-19T05:10:16.048" v="14129"/>
          <ac:spMkLst>
            <pc:docMk/>
            <pc:sldMk cId="2356156422" sldId="263"/>
            <ac:spMk id="782" creationId="{ED2CF2F7-D65A-B3D5-980D-C860B8E13767}"/>
          </ac:spMkLst>
        </pc:spChg>
        <pc:spChg chg="mod">
          <ac:chgData name="Y I" userId="1ad7123e4ed09ae3" providerId="LiveId" clId="{6DEF62D7-AFC5-4C44-A21D-F291BF42E1B7}" dt="2025-12-19T05:10:16.048" v="14129"/>
          <ac:spMkLst>
            <pc:docMk/>
            <pc:sldMk cId="2356156422" sldId="263"/>
            <ac:spMk id="783" creationId="{441C1989-D662-0FA2-89C8-792B9533D466}"/>
          </ac:spMkLst>
        </pc:spChg>
        <pc:spChg chg="mod">
          <ac:chgData name="Y I" userId="1ad7123e4ed09ae3" providerId="LiveId" clId="{6DEF62D7-AFC5-4C44-A21D-F291BF42E1B7}" dt="2025-12-19T05:10:16.048" v="14129"/>
          <ac:spMkLst>
            <pc:docMk/>
            <pc:sldMk cId="2356156422" sldId="263"/>
            <ac:spMk id="790" creationId="{87997306-89BB-2517-A82C-58939054B631}"/>
          </ac:spMkLst>
        </pc:spChg>
        <pc:spChg chg="mod">
          <ac:chgData name="Y I" userId="1ad7123e4ed09ae3" providerId="LiveId" clId="{6DEF62D7-AFC5-4C44-A21D-F291BF42E1B7}" dt="2025-12-19T05:11:05.937" v="14143"/>
          <ac:spMkLst>
            <pc:docMk/>
            <pc:sldMk cId="2356156422" sldId="263"/>
            <ac:spMk id="802" creationId="{C89C4B12-4930-9A89-417A-EEC542360DA3}"/>
          </ac:spMkLst>
        </pc:spChg>
        <pc:spChg chg="mod">
          <ac:chgData name="Y I" userId="1ad7123e4ed09ae3" providerId="LiveId" clId="{6DEF62D7-AFC5-4C44-A21D-F291BF42E1B7}" dt="2025-12-19T05:11:05.937" v="14143"/>
          <ac:spMkLst>
            <pc:docMk/>
            <pc:sldMk cId="2356156422" sldId="263"/>
            <ac:spMk id="828" creationId="{E9AC9E36-FD54-0E25-C721-481BB5FE3BE4}"/>
          </ac:spMkLst>
        </pc:spChg>
        <pc:spChg chg="mod">
          <ac:chgData name="Y I" userId="1ad7123e4ed09ae3" providerId="LiveId" clId="{6DEF62D7-AFC5-4C44-A21D-F291BF42E1B7}" dt="2025-12-19T05:11:05.937" v="14143"/>
          <ac:spMkLst>
            <pc:docMk/>
            <pc:sldMk cId="2356156422" sldId="263"/>
            <ac:spMk id="829" creationId="{2BADB078-BCF2-E099-94B2-3102A6A357E2}"/>
          </ac:spMkLst>
        </pc:spChg>
        <pc:spChg chg="mod">
          <ac:chgData name="Y I" userId="1ad7123e4ed09ae3" providerId="LiveId" clId="{6DEF62D7-AFC5-4C44-A21D-F291BF42E1B7}" dt="2025-12-19T05:11:05.937" v="14143"/>
          <ac:spMkLst>
            <pc:docMk/>
            <pc:sldMk cId="2356156422" sldId="263"/>
            <ac:spMk id="830" creationId="{0EB6381B-2D85-4E94-51D3-46FA53924778}"/>
          </ac:spMkLst>
        </pc:spChg>
        <pc:spChg chg="mod">
          <ac:chgData name="Y I" userId="1ad7123e4ed09ae3" providerId="LiveId" clId="{6DEF62D7-AFC5-4C44-A21D-F291BF42E1B7}" dt="2025-12-19T05:11:05.937" v="14143"/>
          <ac:spMkLst>
            <pc:docMk/>
            <pc:sldMk cId="2356156422" sldId="263"/>
            <ac:spMk id="831" creationId="{AF17E683-8A08-24AD-B3D9-5C6A6B1D9024}"/>
          </ac:spMkLst>
        </pc:spChg>
        <pc:spChg chg="mod">
          <ac:chgData name="Y I" userId="1ad7123e4ed09ae3" providerId="LiveId" clId="{6DEF62D7-AFC5-4C44-A21D-F291BF42E1B7}" dt="2025-12-19T05:11:05.937" v="14143"/>
          <ac:spMkLst>
            <pc:docMk/>
            <pc:sldMk cId="2356156422" sldId="263"/>
            <ac:spMk id="840" creationId="{6A5C25A1-5137-E5EA-C917-D194B937E679}"/>
          </ac:spMkLst>
        </pc:spChg>
        <pc:spChg chg="mod">
          <ac:chgData name="Y I" userId="1ad7123e4ed09ae3" providerId="LiveId" clId="{6DEF62D7-AFC5-4C44-A21D-F291BF42E1B7}" dt="2025-12-19T05:11:05.937" v="14143"/>
          <ac:spMkLst>
            <pc:docMk/>
            <pc:sldMk cId="2356156422" sldId="263"/>
            <ac:spMk id="844" creationId="{37AB2F20-7BE2-358F-CFCD-2DAB277F502B}"/>
          </ac:spMkLst>
        </pc:spChg>
        <pc:spChg chg="mod">
          <ac:chgData name="Y I" userId="1ad7123e4ed09ae3" providerId="LiveId" clId="{6DEF62D7-AFC5-4C44-A21D-F291BF42E1B7}" dt="2025-12-19T05:11:05.937" v="14143"/>
          <ac:spMkLst>
            <pc:docMk/>
            <pc:sldMk cId="2356156422" sldId="263"/>
            <ac:spMk id="852" creationId="{E7C43ADF-0041-4AB6-8D93-CC6F9598758B}"/>
          </ac:spMkLst>
        </pc:spChg>
        <pc:spChg chg="mod">
          <ac:chgData name="Y I" userId="1ad7123e4ed09ae3" providerId="LiveId" clId="{6DEF62D7-AFC5-4C44-A21D-F291BF42E1B7}" dt="2025-12-19T05:11:05.937" v="14143"/>
          <ac:spMkLst>
            <pc:docMk/>
            <pc:sldMk cId="2356156422" sldId="263"/>
            <ac:spMk id="854" creationId="{704E7E94-2B23-A012-5AA9-9757DC4ADF13}"/>
          </ac:spMkLst>
        </pc:spChg>
        <pc:spChg chg="mod">
          <ac:chgData name="Y I" userId="1ad7123e4ed09ae3" providerId="LiveId" clId="{6DEF62D7-AFC5-4C44-A21D-F291BF42E1B7}" dt="2025-12-19T05:11:05.937" v="14143"/>
          <ac:spMkLst>
            <pc:docMk/>
            <pc:sldMk cId="2356156422" sldId="263"/>
            <ac:spMk id="860" creationId="{C6952FEE-05F9-3157-1FF8-B731306AC19E}"/>
          </ac:spMkLst>
        </pc:spChg>
        <pc:spChg chg="mod">
          <ac:chgData name="Y I" userId="1ad7123e4ed09ae3" providerId="LiveId" clId="{6DEF62D7-AFC5-4C44-A21D-F291BF42E1B7}" dt="2025-12-19T05:11:03.700" v="14141"/>
          <ac:spMkLst>
            <pc:docMk/>
            <pc:sldMk cId="2356156422" sldId="263"/>
            <ac:spMk id="867" creationId="{163E77E0-5285-FB17-B9F6-EF9F6A1FC949}"/>
          </ac:spMkLst>
        </pc:spChg>
        <pc:spChg chg="mod">
          <ac:chgData name="Y I" userId="1ad7123e4ed09ae3" providerId="LiveId" clId="{6DEF62D7-AFC5-4C44-A21D-F291BF42E1B7}" dt="2025-12-19T05:11:05.657" v="14142"/>
          <ac:spMkLst>
            <pc:docMk/>
            <pc:sldMk cId="2356156422" sldId="263"/>
            <ac:spMk id="876" creationId="{A1ADD483-41B1-5C63-591E-93576F3B266E}"/>
          </ac:spMkLst>
        </pc:spChg>
        <pc:spChg chg="mod">
          <ac:chgData name="Y I" userId="1ad7123e4ed09ae3" providerId="LiveId" clId="{6DEF62D7-AFC5-4C44-A21D-F291BF42E1B7}" dt="2025-12-19T05:11:05.657" v="14142"/>
          <ac:spMkLst>
            <pc:docMk/>
            <pc:sldMk cId="2356156422" sldId="263"/>
            <ac:spMk id="877" creationId="{1FA1E43C-7BF2-E38F-23D6-3D5A9FE03C36}"/>
          </ac:spMkLst>
        </pc:spChg>
        <pc:spChg chg="mod">
          <ac:chgData name="Y I" userId="1ad7123e4ed09ae3" providerId="LiveId" clId="{6DEF62D7-AFC5-4C44-A21D-F291BF42E1B7}" dt="2025-12-19T05:11:03.700" v="14141"/>
          <ac:spMkLst>
            <pc:docMk/>
            <pc:sldMk cId="2356156422" sldId="263"/>
            <ac:spMk id="881" creationId="{BD200115-0949-BB59-AD8A-E24C31B8AE46}"/>
          </ac:spMkLst>
        </pc:spChg>
        <pc:spChg chg="mod">
          <ac:chgData name="Y I" userId="1ad7123e4ed09ae3" providerId="LiveId" clId="{6DEF62D7-AFC5-4C44-A21D-F291BF42E1B7}" dt="2025-12-19T05:11:05.657" v="14142"/>
          <ac:spMkLst>
            <pc:docMk/>
            <pc:sldMk cId="2356156422" sldId="263"/>
            <ac:spMk id="882" creationId="{76245F18-198E-6681-7401-DDA4D9249DC1}"/>
          </ac:spMkLst>
        </pc:spChg>
        <pc:spChg chg="mod">
          <ac:chgData name="Y I" userId="1ad7123e4ed09ae3" providerId="LiveId" clId="{6DEF62D7-AFC5-4C44-A21D-F291BF42E1B7}" dt="2025-12-19T05:11:03.700" v="14141"/>
          <ac:spMkLst>
            <pc:docMk/>
            <pc:sldMk cId="2356156422" sldId="263"/>
            <ac:spMk id="883" creationId="{C0B911D2-8490-B2BC-DD15-737FAA82CB22}"/>
          </ac:spMkLst>
        </pc:spChg>
        <pc:spChg chg="mod">
          <ac:chgData name="Y I" userId="1ad7123e4ed09ae3" providerId="LiveId" clId="{6DEF62D7-AFC5-4C44-A21D-F291BF42E1B7}" dt="2025-12-19T05:11:03.700" v="14141"/>
          <ac:spMkLst>
            <pc:docMk/>
            <pc:sldMk cId="2356156422" sldId="263"/>
            <ac:spMk id="884" creationId="{52DA45D0-058A-80E2-E89D-66D0789AC5DE}"/>
          </ac:spMkLst>
        </pc:spChg>
        <pc:spChg chg="mod">
          <ac:chgData name="Y I" userId="1ad7123e4ed09ae3" providerId="LiveId" clId="{6DEF62D7-AFC5-4C44-A21D-F291BF42E1B7}" dt="2025-12-19T05:11:05.657" v="14142"/>
          <ac:spMkLst>
            <pc:docMk/>
            <pc:sldMk cId="2356156422" sldId="263"/>
            <ac:spMk id="888" creationId="{F7E7770D-FDAB-21C4-DCC8-D8B226DC0D59}"/>
          </ac:spMkLst>
        </pc:spChg>
        <pc:spChg chg="mod">
          <ac:chgData name="Y I" userId="1ad7123e4ed09ae3" providerId="LiveId" clId="{6DEF62D7-AFC5-4C44-A21D-F291BF42E1B7}" dt="2025-12-19T05:11:03.700" v="14141"/>
          <ac:spMkLst>
            <pc:docMk/>
            <pc:sldMk cId="2356156422" sldId="263"/>
            <ac:spMk id="893" creationId="{52F8BA63-7023-BD51-7B2B-9E721D23EF36}"/>
          </ac:spMkLst>
        </pc:spChg>
        <pc:spChg chg="mod">
          <ac:chgData name="Y I" userId="1ad7123e4ed09ae3" providerId="LiveId" clId="{6DEF62D7-AFC5-4C44-A21D-F291BF42E1B7}" dt="2025-12-19T05:11:05.657" v="14142"/>
          <ac:spMkLst>
            <pc:docMk/>
            <pc:sldMk cId="2356156422" sldId="263"/>
            <ac:spMk id="900" creationId="{C6E0D6CD-93E8-3CCE-997A-7FDDED9EF311}"/>
          </ac:spMkLst>
        </pc:spChg>
        <pc:spChg chg="mod">
          <ac:chgData name="Y I" userId="1ad7123e4ed09ae3" providerId="LiveId" clId="{6DEF62D7-AFC5-4C44-A21D-F291BF42E1B7}" dt="2025-12-19T05:11:05.657" v="14142"/>
          <ac:spMkLst>
            <pc:docMk/>
            <pc:sldMk cId="2356156422" sldId="263"/>
            <ac:spMk id="907" creationId="{986019F8-CDAF-17EC-E5BE-5ACB44EC78A0}"/>
          </ac:spMkLst>
        </pc:spChg>
        <pc:spChg chg="mod">
          <ac:chgData name="Y I" userId="1ad7123e4ed09ae3" providerId="LiveId" clId="{6DEF62D7-AFC5-4C44-A21D-F291BF42E1B7}" dt="2025-12-19T05:11:05.657" v="14142"/>
          <ac:spMkLst>
            <pc:docMk/>
            <pc:sldMk cId="2356156422" sldId="263"/>
            <ac:spMk id="909" creationId="{43ED0CEC-EE29-0530-AEBB-5D08A9D1A288}"/>
          </ac:spMkLst>
        </pc:spChg>
        <pc:spChg chg="mod">
          <ac:chgData name="Y I" userId="1ad7123e4ed09ae3" providerId="LiveId" clId="{6DEF62D7-AFC5-4C44-A21D-F291BF42E1B7}" dt="2025-12-19T05:11:03.700" v="14141"/>
          <ac:spMkLst>
            <pc:docMk/>
            <pc:sldMk cId="2356156422" sldId="263"/>
            <ac:spMk id="918" creationId="{51A164B2-3519-9DD2-328E-FC667BA3E94B}"/>
          </ac:spMkLst>
        </pc:spChg>
        <pc:spChg chg="mod">
          <ac:chgData name="Y I" userId="1ad7123e4ed09ae3" providerId="LiveId" clId="{6DEF62D7-AFC5-4C44-A21D-F291BF42E1B7}" dt="2025-12-19T05:11:03.700" v="14141"/>
          <ac:spMkLst>
            <pc:docMk/>
            <pc:sldMk cId="2356156422" sldId="263"/>
            <ac:spMk id="923" creationId="{3DE5B520-61B9-0010-BB14-AE852F2F503E}"/>
          </ac:spMkLst>
        </pc:spChg>
        <pc:spChg chg="mod">
          <ac:chgData name="Y I" userId="1ad7123e4ed09ae3" providerId="LiveId" clId="{6DEF62D7-AFC5-4C44-A21D-F291BF42E1B7}" dt="2025-12-19T05:11:05.657" v="14142"/>
          <ac:spMkLst>
            <pc:docMk/>
            <pc:sldMk cId="2356156422" sldId="263"/>
            <ac:spMk id="926" creationId="{817402C9-6BC7-64FD-9E45-A02D7B7811AA}"/>
          </ac:spMkLst>
        </pc:spChg>
        <pc:spChg chg="mod">
          <ac:chgData name="Y I" userId="1ad7123e4ed09ae3" providerId="LiveId" clId="{6DEF62D7-AFC5-4C44-A21D-F291BF42E1B7}" dt="2025-12-19T05:11:03.700" v="14141"/>
          <ac:spMkLst>
            <pc:docMk/>
            <pc:sldMk cId="2356156422" sldId="263"/>
            <ac:spMk id="927" creationId="{D9DCB126-D0D2-91D9-1E66-98B586CF9F7B}"/>
          </ac:spMkLst>
        </pc:spChg>
        <pc:spChg chg="mod">
          <ac:chgData name="Y I" userId="1ad7123e4ed09ae3" providerId="LiveId" clId="{6DEF62D7-AFC5-4C44-A21D-F291BF42E1B7}" dt="2025-12-19T05:11:05.657" v="14142"/>
          <ac:spMkLst>
            <pc:docMk/>
            <pc:sldMk cId="2356156422" sldId="263"/>
            <ac:spMk id="929" creationId="{D8AFDC30-F3CD-8481-3EE5-860609B6419D}"/>
          </ac:spMkLst>
        </pc:spChg>
        <pc:spChg chg="mod">
          <ac:chgData name="Y I" userId="1ad7123e4ed09ae3" providerId="LiveId" clId="{6DEF62D7-AFC5-4C44-A21D-F291BF42E1B7}" dt="2025-12-19T05:11:05.657" v="14142"/>
          <ac:spMkLst>
            <pc:docMk/>
            <pc:sldMk cId="2356156422" sldId="263"/>
            <ac:spMk id="931" creationId="{E3D229EE-0298-15C3-1CA4-8B2B51464A4C}"/>
          </ac:spMkLst>
        </pc:spChg>
        <pc:spChg chg="mod">
          <ac:chgData name="Y I" userId="1ad7123e4ed09ae3" providerId="LiveId" clId="{6DEF62D7-AFC5-4C44-A21D-F291BF42E1B7}" dt="2025-12-19T05:11:03.700" v="14141"/>
          <ac:spMkLst>
            <pc:docMk/>
            <pc:sldMk cId="2356156422" sldId="263"/>
            <ac:spMk id="934" creationId="{3206E999-FB8F-C837-AD65-6F9B1300C146}"/>
          </ac:spMkLst>
        </pc:spChg>
        <pc:spChg chg="mod">
          <ac:chgData name="Y I" userId="1ad7123e4ed09ae3" providerId="LiveId" clId="{6DEF62D7-AFC5-4C44-A21D-F291BF42E1B7}" dt="2025-12-19T05:12:15.114" v="14150"/>
          <ac:spMkLst>
            <pc:docMk/>
            <pc:sldMk cId="2356156422" sldId="263"/>
            <ac:spMk id="945" creationId="{E01B71CD-F9E9-2109-0DEB-98144872349F}"/>
          </ac:spMkLst>
        </pc:spChg>
        <pc:spChg chg="mod">
          <ac:chgData name="Y I" userId="1ad7123e4ed09ae3" providerId="LiveId" clId="{6DEF62D7-AFC5-4C44-A21D-F291BF42E1B7}" dt="2025-12-19T05:12:15.114" v="14150"/>
          <ac:spMkLst>
            <pc:docMk/>
            <pc:sldMk cId="2356156422" sldId="263"/>
            <ac:spMk id="958" creationId="{86AD67AE-5DA4-87C5-C523-8B2939ECAF0B}"/>
          </ac:spMkLst>
        </pc:spChg>
        <pc:spChg chg="mod">
          <ac:chgData name="Y I" userId="1ad7123e4ed09ae3" providerId="LiveId" clId="{6DEF62D7-AFC5-4C44-A21D-F291BF42E1B7}" dt="2025-12-19T05:12:15.114" v="14150"/>
          <ac:spMkLst>
            <pc:docMk/>
            <pc:sldMk cId="2356156422" sldId="263"/>
            <ac:spMk id="959" creationId="{D4CF4783-7232-0F51-EABC-8514BB926C38}"/>
          </ac:spMkLst>
        </pc:spChg>
        <pc:spChg chg="mod">
          <ac:chgData name="Y I" userId="1ad7123e4ed09ae3" providerId="LiveId" clId="{6DEF62D7-AFC5-4C44-A21D-F291BF42E1B7}" dt="2025-12-19T05:12:15.114" v="14150"/>
          <ac:spMkLst>
            <pc:docMk/>
            <pc:sldMk cId="2356156422" sldId="263"/>
            <ac:spMk id="975" creationId="{363B3B1E-A5D3-CA62-E119-1584BCA382D5}"/>
          </ac:spMkLst>
        </pc:spChg>
        <pc:spChg chg="mod">
          <ac:chgData name="Y I" userId="1ad7123e4ed09ae3" providerId="LiveId" clId="{6DEF62D7-AFC5-4C44-A21D-F291BF42E1B7}" dt="2025-12-19T05:12:15.114" v="14150"/>
          <ac:spMkLst>
            <pc:docMk/>
            <pc:sldMk cId="2356156422" sldId="263"/>
            <ac:spMk id="978" creationId="{FF407A4A-0964-8CD0-D2AB-56B20825CC27}"/>
          </ac:spMkLst>
        </pc:spChg>
        <pc:spChg chg="mod">
          <ac:chgData name="Y I" userId="1ad7123e4ed09ae3" providerId="LiveId" clId="{6DEF62D7-AFC5-4C44-A21D-F291BF42E1B7}" dt="2025-12-19T05:12:15.114" v="14150"/>
          <ac:spMkLst>
            <pc:docMk/>
            <pc:sldMk cId="2356156422" sldId="263"/>
            <ac:spMk id="979" creationId="{363FCCAC-E357-C88C-1009-73DA8E77CFBA}"/>
          </ac:spMkLst>
        </pc:spChg>
        <pc:spChg chg="mod">
          <ac:chgData name="Y I" userId="1ad7123e4ed09ae3" providerId="LiveId" clId="{6DEF62D7-AFC5-4C44-A21D-F291BF42E1B7}" dt="2025-12-19T05:12:15.114" v="14150"/>
          <ac:spMkLst>
            <pc:docMk/>
            <pc:sldMk cId="2356156422" sldId="263"/>
            <ac:spMk id="989" creationId="{A4FF9524-6658-2743-AF87-73FF4D802765}"/>
          </ac:spMkLst>
        </pc:spChg>
        <pc:spChg chg="mod">
          <ac:chgData name="Y I" userId="1ad7123e4ed09ae3" providerId="LiveId" clId="{6DEF62D7-AFC5-4C44-A21D-F291BF42E1B7}" dt="2025-12-19T05:12:15.114" v="14150"/>
          <ac:spMkLst>
            <pc:docMk/>
            <pc:sldMk cId="2356156422" sldId="263"/>
            <ac:spMk id="999" creationId="{BEB20751-3184-8471-EDE5-44AF8C0E39AA}"/>
          </ac:spMkLst>
        </pc:spChg>
        <pc:spChg chg="mod">
          <ac:chgData name="Y I" userId="1ad7123e4ed09ae3" providerId="LiveId" clId="{6DEF62D7-AFC5-4C44-A21D-F291BF42E1B7}" dt="2025-12-19T05:12:15.114" v="14150"/>
          <ac:spMkLst>
            <pc:docMk/>
            <pc:sldMk cId="2356156422" sldId="263"/>
            <ac:spMk id="1002" creationId="{B429ABBC-8944-1D30-61D8-DB8097DA075F}"/>
          </ac:spMkLst>
        </pc:spChg>
        <pc:spChg chg="mod">
          <ac:chgData name="Y I" userId="1ad7123e4ed09ae3" providerId="LiveId" clId="{6DEF62D7-AFC5-4C44-A21D-F291BF42E1B7}" dt="2025-12-19T05:12:15.114" v="14150"/>
          <ac:spMkLst>
            <pc:docMk/>
            <pc:sldMk cId="2356156422" sldId="263"/>
            <ac:spMk id="1009" creationId="{1B521C6F-6217-47B1-09EC-8D45A964DB00}"/>
          </ac:spMkLst>
        </pc:spChg>
        <pc:spChg chg="mod ord">
          <ac:chgData name="Y I" userId="1ad7123e4ed09ae3" providerId="LiveId" clId="{6DEF62D7-AFC5-4C44-A21D-F291BF42E1B7}" dt="2025-12-19T05:12:26.222" v="14163" actId="167"/>
          <ac:spMkLst>
            <pc:docMk/>
            <pc:sldMk cId="2356156422" sldId="263"/>
            <ac:spMk id="1013" creationId="{6BE1AA51-33DF-6D19-693E-D5C0B8F22652}"/>
          </ac:spMkLst>
        </pc:spChg>
        <pc:spChg chg="mod ord">
          <ac:chgData name="Y I" userId="1ad7123e4ed09ae3" providerId="LiveId" clId="{6DEF62D7-AFC5-4C44-A21D-F291BF42E1B7}" dt="2025-12-19T05:12:26.222" v="14163" actId="167"/>
          <ac:spMkLst>
            <pc:docMk/>
            <pc:sldMk cId="2356156422" sldId="263"/>
            <ac:spMk id="1014" creationId="{4EAB1332-DBE7-59CA-C75D-A84059B5C67E}"/>
          </ac:spMkLst>
        </pc:spChg>
        <pc:spChg chg="mod">
          <ac:chgData name="Y I" userId="1ad7123e4ed09ae3" providerId="LiveId" clId="{6DEF62D7-AFC5-4C44-A21D-F291BF42E1B7}" dt="2025-12-19T05:12:44.816" v="14164"/>
          <ac:spMkLst>
            <pc:docMk/>
            <pc:sldMk cId="2356156422" sldId="263"/>
            <ac:spMk id="1017" creationId="{D4F13E0A-693B-12B4-B9EE-EE6ACA90C8B3}"/>
          </ac:spMkLst>
        </pc:spChg>
        <pc:spChg chg="mod">
          <ac:chgData name="Y I" userId="1ad7123e4ed09ae3" providerId="LiveId" clId="{6DEF62D7-AFC5-4C44-A21D-F291BF42E1B7}" dt="2025-12-19T05:12:44.816" v="14164"/>
          <ac:spMkLst>
            <pc:docMk/>
            <pc:sldMk cId="2356156422" sldId="263"/>
            <ac:spMk id="1027" creationId="{122EBF58-96FA-6171-CDDB-3D2A478F5149}"/>
          </ac:spMkLst>
        </pc:spChg>
        <pc:spChg chg="mod">
          <ac:chgData name="Y I" userId="1ad7123e4ed09ae3" providerId="LiveId" clId="{6DEF62D7-AFC5-4C44-A21D-F291BF42E1B7}" dt="2025-12-19T05:12:44.816" v="14164"/>
          <ac:spMkLst>
            <pc:docMk/>
            <pc:sldMk cId="2356156422" sldId="263"/>
            <ac:spMk id="1034" creationId="{3C1DD6FF-B265-BABD-A30C-3186E9D7986D}"/>
          </ac:spMkLst>
        </pc:spChg>
        <pc:spChg chg="mod">
          <ac:chgData name="Y I" userId="1ad7123e4ed09ae3" providerId="LiveId" clId="{6DEF62D7-AFC5-4C44-A21D-F291BF42E1B7}" dt="2025-12-19T05:12:44.816" v="14164"/>
          <ac:spMkLst>
            <pc:docMk/>
            <pc:sldMk cId="2356156422" sldId="263"/>
            <ac:spMk id="1036" creationId="{730283E7-F92A-DC49-AF2B-6AD7C69B3DFB}"/>
          </ac:spMkLst>
        </pc:spChg>
        <pc:spChg chg="mod">
          <ac:chgData name="Y I" userId="1ad7123e4ed09ae3" providerId="LiveId" clId="{6DEF62D7-AFC5-4C44-A21D-F291BF42E1B7}" dt="2025-12-19T05:12:44.816" v="14164"/>
          <ac:spMkLst>
            <pc:docMk/>
            <pc:sldMk cId="2356156422" sldId="263"/>
            <ac:spMk id="1045" creationId="{1F6BBDB9-CD40-D872-2B80-BDDA64EA263D}"/>
          </ac:spMkLst>
        </pc:spChg>
        <pc:spChg chg="mod">
          <ac:chgData name="Y I" userId="1ad7123e4ed09ae3" providerId="LiveId" clId="{6DEF62D7-AFC5-4C44-A21D-F291BF42E1B7}" dt="2025-12-19T05:12:44.816" v="14164"/>
          <ac:spMkLst>
            <pc:docMk/>
            <pc:sldMk cId="2356156422" sldId="263"/>
            <ac:spMk id="1053" creationId="{7DDFDA8B-CACD-6EA7-8EEB-E4E535D164F4}"/>
          </ac:spMkLst>
        </pc:spChg>
        <pc:spChg chg="mod">
          <ac:chgData name="Y I" userId="1ad7123e4ed09ae3" providerId="LiveId" clId="{6DEF62D7-AFC5-4C44-A21D-F291BF42E1B7}" dt="2025-12-19T05:12:44.816" v="14164"/>
          <ac:spMkLst>
            <pc:docMk/>
            <pc:sldMk cId="2356156422" sldId="263"/>
            <ac:spMk id="1074" creationId="{4B1DCBC5-358A-8C47-D0EB-99F16A291BA7}"/>
          </ac:spMkLst>
        </pc:spChg>
        <pc:spChg chg="mod">
          <ac:chgData name="Y I" userId="1ad7123e4ed09ae3" providerId="LiveId" clId="{6DEF62D7-AFC5-4C44-A21D-F291BF42E1B7}" dt="2025-12-19T05:12:44.816" v="14164"/>
          <ac:spMkLst>
            <pc:docMk/>
            <pc:sldMk cId="2356156422" sldId="263"/>
            <ac:spMk id="1076" creationId="{801D8D71-F99C-B84A-C249-97D788ACD394}"/>
          </ac:spMkLst>
        </pc:spChg>
        <pc:spChg chg="mod">
          <ac:chgData name="Y I" userId="1ad7123e4ed09ae3" providerId="LiveId" clId="{6DEF62D7-AFC5-4C44-A21D-F291BF42E1B7}" dt="2025-12-19T05:12:44.816" v="14164"/>
          <ac:spMkLst>
            <pc:docMk/>
            <pc:sldMk cId="2356156422" sldId="263"/>
            <ac:spMk id="1081" creationId="{8EF9A7AF-A36B-8737-0C4C-D7694ED4711A}"/>
          </ac:spMkLst>
        </pc:spChg>
        <pc:spChg chg="mod ord">
          <ac:chgData name="Y I" userId="1ad7123e4ed09ae3" providerId="LiveId" clId="{6DEF62D7-AFC5-4C44-A21D-F291BF42E1B7}" dt="2025-12-19T05:12:57.578" v="14207" actId="167"/>
          <ac:spMkLst>
            <pc:docMk/>
            <pc:sldMk cId="2356156422" sldId="263"/>
            <ac:spMk id="1088" creationId="{11F65C2B-8B1C-D15A-473E-6BDA23912FDE}"/>
          </ac:spMkLst>
        </pc:spChg>
        <pc:spChg chg="add mod ord">
          <ac:chgData name="Y I" userId="1ad7123e4ed09ae3" providerId="LiveId" clId="{6DEF62D7-AFC5-4C44-A21D-F291BF42E1B7}" dt="2025-12-19T05:12:57.578" v="14207" actId="167"/>
          <ac:spMkLst>
            <pc:docMk/>
            <pc:sldMk cId="2356156422" sldId="263"/>
            <ac:spMk id="1089" creationId="{5D64A2C4-46E4-81F8-64B8-248C824AC3A2}"/>
          </ac:spMkLst>
        </pc:spChg>
        <pc:grpChg chg="mod">
          <ac:chgData name="Y I" userId="1ad7123e4ed09ae3" providerId="LiveId" clId="{6DEF62D7-AFC5-4C44-A21D-F291BF42E1B7}" dt="2025-12-18T11:49:17.454" v="13214" actId="164"/>
          <ac:grpSpMkLst>
            <pc:docMk/>
            <pc:sldMk cId="2356156422" sldId="263"/>
            <ac:grpSpMk id="8" creationId="{DD46535E-C645-FFF1-47B4-76B39CF905D2}"/>
          </ac:grpSpMkLst>
        </pc:grpChg>
        <pc:grpChg chg="del mod">
          <ac:chgData name="Y I" userId="1ad7123e4ed09ae3" providerId="LiveId" clId="{6DEF62D7-AFC5-4C44-A21D-F291BF42E1B7}" dt="2025-12-18T04:46:35.959" v="9604" actId="478"/>
          <ac:grpSpMkLst>
            <pc:docMk/>
            <pc:sldMk cId="2356156422" sldId="263"/>
            <ac:grpSpMk id="12" creationId="{DF7B37D0-FFF8-468A-7F13-15918374FD6B}"/>
          </ac:grpSpMkLst>
        </pc:grpChg>
        <pc:grpChg chg="del">
          <ac:chgData name="Y I" userId="1ad7123e4ed09ae3" providerId="LiveId" clId="{6DEF62D7-AFC5-4C44-A21D-F291BF42E1B7}" dt="2025-12-18T11:43:31.855" v="13084" actId="478"/>
          <ac:grpSpMkLst>
            <pc:docMk/>
            <pc:sldMk cId="2356156422" sldId="263"/>
            <ac:grpSpMk id="155" creationId="{2BC0BC26-BBDC-590E-B26C-57A221370445}"/>
          </ac:grpSpMkLst>
        </pc:grpChg>
        <pc:grpChg chg="add mod">
          <ac:chgData name="Y I" userId="1ad7123e4ed09ae3" providerId="LiveId" clId="{6DEF62D7-AFC5-4C44-A21D-F291BF42E1B7}" dt="2025-12-19T05:00:57.799" v="13946" actId="1035"/>
          <ac:grpSpMkLst>
            <pc:docMk/>
            <pc:sldMk cId="2356156422" sldId="263"/>
            <ac:grpSpMk id="183" creationId="{29CA427E-8D95-793E-1706-67EF9A6EF6AB}"/>
          </ac:grpSpMkLst>
        </pc:grpChg>
        <pc:grpChg chg="ord">
          <ac:chgData name="Y I" userId="1ad7123e4ed09ae3" providerId="LiveId" clId="{6DEF62D7-AFC5-4C44-A21D-F291BF42E1B7}" dt="2025-12-18T11:51:22.093" v="13217" actId="167"/>
          <ac:grpSpMkLst>
            <pc:docMk/>
            <pc:sldMk cId="2356156422" sldId="263"/>
            <ac:grpSpMk id="184" creationId="{87636AB3-3565-A9B9-7156-F2E393ADC7BC}"/>
          </ac:grpSpMkLst>
        </pc:grpChg>
        <pc:grpChg chg="del mod">
          <ac:chgData name="Y I" userId="1ad7123e4ed09ae3" providerId="LiveId" clId="{6DEF62D7-AFC5-4C44-A21D-F291BF42E1B7}" dt="2025-12-18T11:43:43.342" v="13086" actId="478"/>
          <ac:grpSpMkLst>
            <pc:docMk/>
            <pc:sldMk cId="2356156422" sldId="263"/>
            <ac:grpSpMk id="232" creationId="{A735841D-7794-0F76-590C-4B215889E8DF}"/>
          </ac:grpSpMkLst>
        </pc:grpChg>
        <pc:grpChg chg="del mod ord">
          <ac:chgData name="Y I" userId="1ad7123e4ed09ae3" providerId="LiveId" clId="{6DEF62D7-AFC5-4C44-A21D-F291BF42E1B7}" dt="2025-12-19T05:04:01.408" v="14042" actId="478"/>
          <ac:grpSpMkLst>
            <pc:docMk/>
            <pc:sldMk cId="2356156422" sldId="263"/>
            <ac:grpSpMk id="274" creationId="{144BAB21-E019-C660-36C3-ACCAA021E61F}"/>
          </ac:grpSpMkLst>
        </pc:grpChg>
        <pc:grpChg chg="del mod ord">
          <ac:chgData name="Y I" userId="1ad7123e4ed09ae3" providerId="LiveId" clId="{6DEF62D7-AFC5-4C44-A21D-F291BF42E1B7}" dt="2025-12-19T05:04:01.408" v="14042" actId="478"/>
          <ac:grpSpMkLst>
            <pc:docMk/>
            <pc:sldMk cId="2356156422" sldId="263"/>
            <ac:grpSpMk id="345" creationId="{EA96483B-1F46-4131-1BD9-266BFC95F68A}"/>
          </ac:grpSpMkLst>
        </pc:grpChg>
        <pc:grpChg chg="del mod ord">
          <ac:chgData name="Y I" userId="1ad7123e4ed09ae3" providerId="LiveId" clId="{6DEF62D7-AFC5-4C44-A21D-F291BF42E1B7}" dt="2025-12-19T05:04:01.408" v="14042" actId="478"/>
          <ac:grpSpMkLst>
            <pc:docMk/>
            <pc:sldMk cId="2356156422" sldId="263"/>
            <ac:grpSpMk id="417" creationId="{B59C4B89-1B2F-FAC3-B2DD-30086EEE17B4}"/>
          </ac:grpSpMkLst>
        </pc:grpChg>
        <pc:grpChg chg="mod ord">
          <ac:chgData name="Y I" userId="1ad7123e4ed09ae3" providerId="LiveId" clId="{6DEF62D7-AFC5-4C44-A21D-F291BF42E1B7}" dt="2025-12-19T05:11:00.829" v="14139" actId="1035"/>
          <ac:grpSpMkLst>
            <pc:docMk/>
            <pc:sldMk cId="2356156422" sldId="263"/>
            <ac:grpSpMk id="502" creationId="{36AB4A04-67F0-09C1-4878-25C25AF1592C}"/>
          </ac:grpSpMkLst>
        </pc:grpChg>
        <pc:grpChg chg="mod ord">
          <ac:chgData name="Y I" userId="1ad7123e4ed09ae3" providerId="LiveId" clId="{6DEF62D7-AFC5-4C44-A21D-F291BF42E1B7}" dt="2025-12-19T05:12:26.222" v="14163" actId="167"/>
          <ac:grpSpMkLst>
            <pc:docMk/>
            <pc:sldMk cId="2356156422" sldId="263"/>
            <ac:grpSpMk id="941" creationId="{60316F28-9D40-97D2-66D8-B7D102D25575}"/>
          </ac:grpSpMkLst>
        </pc:grpChg>
        <pc:grpChg chg="mod ord">
          <ac:chgData name="Y I" userId="1ad7123e4ed09ae3" providerId="LiveId" clId="{6DEF62D7-AFC5-4C44-A21D-F291BF42E1B7}" dt="2025-12-19T05:12:57.578" v="14207" actId="167"/>
          <ac:grpSpMkLst>
            <pc:docMk/>
            <pc:sldMk cId="2356156422" sldId="263"/>
            <ac:grpSpMk id="1016" creationId="{050F28A8-4092-5A46-2453-7DED11C435CF}"/>
          </ac:grpSpMkLst>
        </pc:grpChg>
        <pc:graphicFrameChg chg="add del mod">
          <ac:chgData name="Y I" userId="1ad7123e4ed09ae3" providerId="LiveId" clId="{6DEF62D7-AFC5-4C44-A21D-F291BF42E1B7}" dt="2025-12-19T05:03:41.096" v="14039" actId="478"/>
          <ac:graphicFrameMkLst>
            <pc:docMk/>
            <pc:sldMk cId="2356156422" sldId="263"/>
            <ac:graphicFrameMk id="492" creationId="{D18716BC-F504-074B-C58F-45D7C7695A0D}"/>
          </ac:graphicFrameMkLst>
        </pc:graphicFrameChg>
        <pc:graphicFrameChg chg="add mod modGraphic">
          <ac:chgData name="Y I" userId="1ad7123e4ed09ae3" providerId="LiveId" clId="{6DEF62D7-AFC5-4C44-A21D-F291BF42E1B7}" dt="2025-12-19T08:37:44.182" v="15941" actId="255"/>
          <ac:graphicFrameMkLst>
            <pc:docMk/>
            <pc:sldMk cId="2356156422" sldId="263"/>
            <ac:graphicFrameMk id="493" creationId="{7B5F4DF0-AA1A-F547-F509-81E6BCC3A9B8}"/>
          </ac:graphicFrameMkLst>
        </pc:graphicFrameChg>
        <pc:graphicFrameChg chg="mod ord">
          <ac:chgData name="Y I" userId="1ad7123e4ed09ae3" providerId="LiveId" clId="{6DEF62D7-AFC5-4C44-A21D-F291BF42E1B7}" dt="2025-12-19T05:11:00.829" v="14139" actId="1035"/>
          <ac:graphicFrameMkLst>
            <pc:docMk/>
            <pc:sldMk cId="2356156422" sldId="263"/>
            <ac:graphicFrameMk id="573" creationId="{D1ECECD6-D534-342A-9B4D-EF6507682FEC}"/>
          </ac:graphicFrameMkLst>
        </pc:graphicFrameChg>
        <pc:graphicFrameChg chg="mod ord">
          <ac:chgData name="Y I" userId="1ad7123e4ed09ae3" providerId="LiveId" clId="{6DEF62D7-AFC5-4C44-A21D-F291BF42E1B7}" dt="2025-12-19T05:12:26.222" v="14163" actId="167"/>
          <ac:graphicFrameMkLst>
            <pc:docMk/>
            <pc:sldMk cId="2356156422" sldId="263"/>
            <ac:graphicFrameMk id="1012" creationId="{4771608D-AF7F-62C2-46AE-DFEB2A42EEFC}"/>
          </ac:graphicFrameMkLst>
        </pc:graphicFrameChg>
        <pc:graphicFrameChg chg="mod ord">
          <ac:chgData name="Y I" userId="1ad7123e4ed09ae3" providerId="LiveId" clId="{6DEF62D7-AFC5-4C44-A21D-F291BF42E1B7}" dt="2025-12-19T05:12:57.578" v="14207" actId="167"/>
          <ac:graphicFrameMkLst>
            <pc:docMk/>
            <pc:sldMk cId="2356156422" sldId="263"/>
            <ac:graphicFrameMk id="1087" creationId="{E200FDBF-83E9-5C59-1155-77EFAFB85042}"/>
          </ac:graphicFrameMkLst>
        </pc:graphicFrameChg>
        <pc:cxnChg chg="add mod">
          <ac:chgData name="Y I" userId="1ad7123e4ed09ae3" providerId="LiveId" clId="{6DEF62D7-AFC5-4C44-A21D-F291BF42E1B7}" dt="2025-12-18T05:00:03.790" v="10218" actId="1037"/>
          <ac:cxnSpMkLst>
            <pc:docMk/>
            <pc:sldMk cId="2356156422" sldId="263"/>
            <ac:cxnSpMk id="10" creationId="{9A4764F5-FAC0-BAB2-C6C1-1441889BEB2A}"/>
          </ac:cxnSpMkLst>
        </pc:cxnChg>
        <pc:cxnChg chg="mod">
          <ac:chgData name="Y I" userId="1ad7123e4ed09ae3" providerId="LiveId" clId="{6DEF62D7-AFC5-4C44-A21D-F291BF42E1B7}" dt="2025-12-18T04:46:35.959" v="9604" actId="478"/>
          <ac:cxnSpMkLst>
            <pc:docMk/>
            <pc:sldMk cId="2356156422" sldId="263"/>
            <ac:cxnSpMk id="17" creationId="{966ED928-0FA5-5A13-35BF-3DE58E42BD41}"/>
          </ac:cxnSpMkLst>
        </pc:cxnChg>
        <pc:cxnChg chg="mod">
          <ac:chgData name="Y I" userId="1ad7123e4ed09ae3" providerId="LiveId" clId="{6DEF62D7-AFC5-4C44-A21D-F291BF42E1B7}" dt="2025-12-18T04:46:35.959" v="9604" actId="478"/>
          <ac:cxnSpMkLst>
            <pc:docMk/>
            <pc:sldMk cId="2356156422" sldId="263"/>
            <ac:cxnSpMk id="19" creationId="{9B7C67C5-2DFA-6D07-2D0D-1E2839BD77C2}"/>
          </ac:cxnSpMkLst>
        </pc:cxnChg>
        <pc:cxnChg chg="add mod">
          <ac:chgData name="Y I" userId="1ad7123e4ed09ae3" providerId="LiveId" clId="{6DEF62D7-AFC5-4C44-A21D-F291BF42E1B7}" dt="2025-12-18T04:39:46.501" v="9398" actId="14100"/>
          <ac:cxnSpMkLst>
            <pc:docMk/>
            <pc:sldMk cId="2356156422" sldId="263"/>
            <ac:cxnSpMk id="37" creationId="{F8E4A815-3B83-2368-87D5-82522F5BB5BA}"/>
          </ac:cxnSpMkLst>
        </pc:cxnChg>
        <pc:cxnChg chg="mod">
          <ac:chgData name="Y I" userId="1ad7123e4ed09ae3" providerId="LiveId" clId="{6DEF62D7-AFC5-4C44-A21D-F291BF42E1B7}" dt="2025-12-18T04:46:35.959" v="9604" actId="478"/>
          <ac:cxnSpMkLst>
            <pc:docMk/>
            <pc:sldMk cId="2356156422" sldId="263"/>
            <ac:cxnSpMk id="41" creationId="{C2132DFA-C07F-D520-1ABF-2A6CEC65D12E}"/>
          </ac:cxnSpMkLst>
        </pc:cxnChg>
        <pc:cxnChg chg="add mod">
          <ac:chgData name="Y I" userId="1ad7123e4ed09ae3" providerId="LiveId" clId="{6DEF62D7-AFC5-4C44-A21D-F291BF42E1B7}" dt="2025-12-18T11:43:43.342" v="13086" actId="478"/>
          <ac:cxnSpMkLst>
            <pc:docMk/>
            <pc:sldMk cId="2356156422" sldId="263"/>
            <ac:cxnSpMk id="43" creationId="{816DBD34-B8D3-097A-2D35-985F1F95E24A}"/>
          </ac:cxnSpMkLst>
        </pc:cxnChg>
        <pc:cxnChg chg="mod">
          <ac:chgData name="Y I" userId="1ad7123e4ed09ae3" providerId="LiveId" clId="{6DEF62D7-AFC5-4C44-A21D-F291BF42E1B7}" dt="2025-12-18T11:43:31.855" v="13084" actId="478"/>
          <ac:cxnSpMkLst>
            <pc:docMk/>
            <pc:sldMk cId="2356156422" sldId="263"/>
            <ac:cxnSpMk id="55" creationId="{44D2CEF3-7356-8A7D-A945-315CC709D7C0}"/>
          </ac:cxnSpMkLst>
        </pc:cxnChg>
        <pc:cxnChg chg="mod">
          <ac:chgData name="Y I" userId="1ad7123e4ed09ae3" providerId="LiveId" clId="{6DEF62D7-AFC5-4C44-A21D-F291BF42E1B7}" dt="2025-12-18T11:43:31.855" v="13084" actId="478"/>
          <ac:cxnSpMkLst>
            <pc:docMk/>
            <pc:sldMk cId="2356156422" sldId="263"/>
            <ac:cxnSpMk id="56" creationId="{67A36A6E-7C18-9BD4-6983-F68B85112B3E}"/>
          </ac:cxnSpMkLst>
        </pc:cxnChg>
        <pc:cxnChg chg="mod">
          <ac:chgData name="Y I" userId="1ad7123e4ed09ae3" providerId="LiveId" clId="{6DEF62D7-AFC5-4C44-A21D-F291BF42E1B7}" dt="2025-12-18T04:46:35.959" v="9604" actId="478"/>
          <ac:cxnSpMkLst>
            <pc:docMk/>
            <pc:sldMk cId="2356156422" sldId="263"/>
            <ac:cxnSpMk id="61" creationId="{18789FA7-039D-7600-49D7-22A2D0E21611}"/>
          </ac:cxnSpMkLst>
        </pc:cxnChg>
        <pc:cxnChg chg="mod">
          <ac:chgData name="Y I" userId="1ad7123e4ed09ae3" providerId="LiveId" clId="{6DEF62D7-AFC5-4C44-A21D-F291BF42E1B7}" dt="2025-12-18T04:46:35.959" v="9604" actId="478"/>
          <ac:cxnSpMkLst>
            <pc:docMk/>
            <pc:sldMk cId="2356156422" sldId="263"/>
            <ac:cxnSpMk id="64" creationId="{DBA3127F-DAAF-95B2-22BF-86756D81BC63}"/>
          </ac:cxnSpMkLst>
        </pc:cxnChg>
        <pc:cxnChg chg="mod">
          <ac:chgData name="Y I" userId="1ad7123e4ed09ae3" providerId="LiveId" clId="{6DEF62D7-AFC5-4C44-A21D-F291BF42E1B7}" dt="2025-12-18T04:46:35.959" v="9604" actId="478"/>
          <ac:cxnSpMkLst>
            <pc:docMk/>
            <pc:sldMk cId="2356156422" sldId="263"/>
            <ac:cxnSpMk id="70" creationId="{6E8CB3ED-3C8C-50FE-7C8A-4345759992DC}"/>
          </ac:cxnSpMkLst>
        </pc:cxnChg>
        <pc:cxnChg chg="mod">
          <ac:chgData name="Y I" userId="1ad7123e4ed09ae3" providerId="LiveId" clId="{6DEF62D7-AFC5-4C44-A21D-F291BF42E1B7}" dt="2025-12-18T04:46:35.959" v="9604" actId="478"/>
          <ac:cxnSpMkLst>
            <pc:docMk/>
            <pc:sldMk cId="2356156422" sldId="263"/>
            <ac:cxnSpMk id="71" creationId="{B2781DF4-17AD-1C49-DFA1-2A9DD37D5D03}"/>
          </ac:cxnSpMkLst>
        </pc:cxnChg>
        <pc:cxnChg chg="mod">
          <ac:chgData name="Y I" userId="1ad7123e4ed09ae3" providerId="LiveId" clId="{6DEF62D7-AFC5-4C44-A21D-F291BF42E1B7}" dt="2025-12-18T04:46:35.959" v="9604" actId="478"/>
          <ac:cxnSpMkLst>
            <pc:docMk/>
            <pc:sldMk cId="2356156422" sldId="263"/>
            <ac:cxnSpMk id="77" creationId="{56EBDDE2-E90E-98A9-6265-D5CFC09E8935}"/>
          </ac:cxnSpMkLst>
        </pc:cxnChg>
        <pc:cxnChg chg="mod">
          <ac:chgData name="Y I" userId="1ad7123e4ed09ae3" providerId="LiveId" clId="{6DEF62D7-AFC5-4C44-A21D-F291BF42E1B7}" dt="2025-12-18T04:46:35.959" v="9604" actId="478"/>
          <ac:cxnSpMkLst>
            <pc:docMk/>
            <pc:sldMk cId="2356156422" sldId="263"/>
            <ac:cxnSpMk id="79" creationId="{8FB49EE9-F0F2-67C0-73C1-F71665CCD4D8}"/>
          </ac:cxnSpMkLst>
        </pc:cxnChg>
        <pc:cxnChg chg="add mod">
          <ac:chgData name="Y I" userId="1ad7123e4ed09ae3" providerId="LiveId" clId="{6DEF62D7-AFC5-4C44-A21D-F291BF42E1B7}" dt="2025-12-18T04:39:09.495" v="9393" actId="14100"/>
          <ac:cxnSpMkLst>
            <pc:docMk/>
            <pc:sldMk cId="2356156422" sldId="263"/>
            <ac:cxnSpMk id="86" creationId="{3ADCF20A-5A35-94A8-EE22-782B9B32BDEA}"/>
          </ac:cxnSpMkLst>
        </pc:cxnChg>
        <pc:cxnChg chg="mod">
          <ac:chgData name="Y I" userId="1ad7123e4ed09ae3" providerId="LiveId" clId="{6DEF62D7-AFC5-4C44-A21D-F291BF42E1B7}" dt="2025-12-18T11:43:31.855" v="13084" actId="478"/>
          <ac:cxnSpMkLst>
            <pc:docMk/>
            <pc:sldMk cId="2356156422" sldId="263"/>
            <ac:cxnSpMk id="96" creationId="{C3ACC939-3248-F75F-BEE8-5D1D7B107ADF}"/>
          </ac:cxnSpMkLst>
        </pc:cxnChg>
        <pc:cxnChg chg="mod">
          <ac:chgData name="Y I" userId="1ad7123e4ed09ae3" providerId="LiveId" clId="{6DEF62D7-AFC5-4C44-A21D-F291BF42E1B7}" dt="2025-12-18T11:43:31.855" v="13084" actId="478"/>
          <ac:cxnSpMkLst>
            <pc:docMk/>
            <pc:sldMk cId="2356156422" sldId="263"/>
            <ac:cxnSpMk id="101" creationId="{D0CE932B-2A77-A906-65F1-CC4839A6B96E}"/>
          </ac:cxnSpMkLst>
        </pc:cxnChg>
        <pc:cxnChg chg="mod">
          <ac:chgData name="Y I" userId="1ad7123e4ed09ae3" providerId="LiveId" clId="{6DEF62D7-AFC5-4C44-A21D-F291BF42E1B7}" dt="2025-12-18T11:43:31.855" v="13084" actId="478"/>
          <ac:cxnSpMkLst>
            <pc:docMk/>
            <pc:sldMk cId="2356156422" sldId="263"/>
            <ac:cxnSpMk id="105" creationId="{796B2920-C597-16DE-0F1A-4F66DCEB6B76}"/>
          </ac:cxnSpMkLst>
        </pc:cxnChg>
        <pc:cxnChg chg="mod">
          <ac:chgData name="Y I" userId="1ad7123e4ed09ae3" providerId="LiveId" clId="{6DEF62D7-AFC5-4C44-A21D-F291BF42E1B7}" dt="2025-12-18T11:43:31.855" v="13084" actId="478"/>
          <ac:cxnSpMkLst>
            <pc:docMk/>
            <pc:sldMk cId="2356156422" sldId="263"/>
            <ac:cxnSpMk id="115" creationId="{CFCB0C9E-2AB0-74D2-A16B-53F4E7A7C4A5}"/>
          </ac:cxnSpMkLst>
        </pc:cxnChg>
        <pc:cxnChg chg="mod">
          <ac:chgData name="Y I" userId="1ad7123e4ed09ae3" providerId="LiveId" clId="{6DEF62D7-AFC5-4C44-A21D-F291BF42E1B7}" dt="2025-12-18T11:43:31.855" v="13084" actId="478"/>
          <ac:cxnSpMkLst>
            <pc:docMk/>
            <pc:sldMk cId="2356156422" sldId="263"/>
            <ac:cxnSpMk id="116" creationId="{37DFD6A4-83D6-1CA5-625F-A026EB175F53}"/>
          </ac:cxnSpMkLst>
        </pc:cxnChg>
        <pc:cxnChg chg="mod">
          <ac:chgData name="Y I" userId="1ad7123e4ed09ae3" providerId="LiveId" clId="{6DEF62D7-AFC5-4C44-A21D-F291BF42E1B7}" dt="2025-12-18T11:43:31.855" v="13084" actId="478"/>
          <ac:cxnSpMkLst>
            <pc:docMk/>
            <pc:sldMk cId="2356156422" sldId="263"/>
            <ac:cxnSpMk id="123" creationId="{96158671-B021-C856-0EC0-1A8CF5F3ECF9}"/>
          </ac:cxnSpMkLst>
        </pc:cxnChg>
        <pc:cxnChg chg="mod">
          <ac:chgData name="Y I" userId="1ad7123e4ed09ae3" providerId="LiveId" clId="{6DEF62D7-AFC5-4C44-A21D-F291BF42E1B7}" dt="2025-12-18T11:43:31.855" v="13084" actId="478"/>
          <ac:cxnSpMkLst>
            <pc:docMk/>
            <pc:sldMk cId="2356156422" sldId="263"/>
            <ac:cxnSpMk id="124" creationId="{C876C1FD-3F25-8509-822A-F5B8B786C672}"/>
          </ac:cxnSpMkLst>
        </pc:cxnChg>
        <pc:cxnChg chg="add mod">
          <ac:chgData name="Y I" userId="1ad7123e4ed09ae3" providerId="LiveId" clId="{6DEF62D7-AFC5-4C44-A21D-F291BF42E1B7}" dt="2025-12-18T04:39:20.534" v="9395"/>
          <ac:cxnSpMkLst>
            <pc:docMk/>
            <pc:sldMk cId="2356156422" sldId="263"/>
            <ac:cxnSpMk id="135" creationId="{123E8EDD-510E-133C-4170-573F667F68E2}"/>
          </ac:cxnSpMkLst>
        </pc:cxnChg>
        <pc:cxnChg chg="mod ord">
          <ac:chgData name="Y I" userId="1ad7123e4ed09ae3" providerId="LiveId" clId="{6DEF62D7-AFC5-4C44-A21D-F291BF42E1B7}" dt="2025-12-18T11:43:43.342" v="13086" actId="478"/>
          <ac:cxnSpMkLst>
            <pc:docMk/>
            <pc:sldMk cId="2356156422" sldId="263"/>
            <ac:cxnSpMk id="137" creationId="{04FBC56F-B39E-21BA-960F-0EB01F89645B}"/>
          </ac:cxnSpMkLst>
        </pc:cxnChg>
        <pc:cxnChg chg="mod ord">
          <ac:chgData name="Y I" userId="1ad7123e4ed09ae3" providerId="LiveId" clId="{6DEF62D7-AFC5-4C44-A21D-F291BF42E1B7}" dt="2025-12-18T05:02:34.353" v="10302" actId="1035"/>
          <ac:cxnSpMkLst>
            <pc:docMk/>
            <pc:sldMk cId="2356156422" sldId="263"/>
            <ac:cxnSpMk id="138" creationId="{FA7778BD-EF13-CBFD-72AD-67BC270F8FB5}"/>
          </ac:cxnSpMkLst>
        </pc:cxnChg>
        <pc:cxnChg chg="mod ord">
          <ac:chgData name="Y I" userId="1ad7123e4ed09ae3" providerId="LiveId" clId="{6DEF62D7-AFC5-4C44-A21D-F291BF42E1B7}" dt="2025-12-18T11:43:43.342" v="13086" actId="478"/>
          <ac:cxnSpMkLst>
            <pc:docMk/>
            <pc:sldMk cId="2356156422" sldId="263"/>
            <ac:cxnSpMk id="139" creationId="{E3104463-6B91-6B3F-6C99-4E5090E36DCC}"/>
          </ac:cxnSpMkLst>
        </pc:cxnChg>
        <pc:cxnChg chg="mod ord">
          <ac:chgData name="Y I" userId="1ad7123e4ed09ae3" providerId="LiveId" clId="{6DEF62D7-AFC5-4C44-A21D-F291BF42E1B7}" dt="2025-12-18T11:43:43.342" v="13086" actId="478"/>
          <ac:cxnSpMkLst>
            <pc:docMk/>
            <pc:sldMk cId="2356156422" sldId="263"/>
            <ac:cxnSpMk id="143" creationId="{81980AF6-3599-EA28-D62E-D435C4767085}"/>
          </ac:cxnSpMkLst>
        </pc:cxnChg>
        <pc:cxnChg chg="mod">
          <ac:chgData name="Y I" userId="1ad7123e4ed09ae3" providerId="LiveId" clId="{6DEF62D7-AFC5-4C44-A21D-F291BF42E1B7}" dt="2025-12-18T11:43:43.342" v="13086" actId="478"/>
          <ac:cxnSpMkLst>
            <pc:docMk/>
            <pc:sldMk cId="2356156422" sldId="263"/>
            <ac:cxnSpMk id="145" creationId="{750130D4-6EE2-3FD3-0406-4CAAE3869807}"/>
          </ac:cxnSpMkLst>
        </pc:cxnChg>
        <pc:cxnChg chg="mod">
          <ac:chgData name="Y I" userId="1ad7123e4ed09ae3" providerId="LiveId" clId="{6DEF62D7-AFC5-4C44-A21D-F291BF42E1B7}" dt="2025-12-18T11:43:43.342" v="13086" actId="478"/>
          <ac:cxnSpMkLst>
            <pc:docMk/>
            <pc:sldMk cId="2356156422" sldId="263"/>
            <ac:cxnSpMk id="146" creationId="{E8B8E4D7-65D5-B605-B479-BABA1591B4CA}"/>
          </ac:cxnSpMkLst>
        </pc:cxnChg>
        <pc:cxnChg chg="mod ord">
          <ac:chgData name="Y I" userId="1ad7123e4ed09ae3" providerId="LiveId" clId="{6DEF62D7-AFC5-4C44-A21D-F291BF42E1B7}" dt="2025-12-18T05:02:34.353" v="10302" actId="1035"/>
          <ac:cxnSpMkLst>
            <pc:docMk/>
            <pc:sldMk cId="2356156422" sldId="263"/>
            <ac:cxnSpMk id="153" creationId="{3C7455F3-3EAD-A0FB-668E-60E8B7CC3F17}"/>
          </ac:cxnSpMkLst>
        </pc:cxnChg>
        <pc:cxnChg chg="add mod">
          <ac:chgData name="Y I" userId="1ad7123e4ed09ae3" providerId="LiveId" clId="{6DEF62D7-AFC5-4C44-A21D-F291BF42E1B7}" dt="2025-12-18T11:43:43.342" v="13086" actId="478"/>
          <ac:cxnSpMkLst>
            <pc:docMk/>
            <pc:sldMk cId="2356156422" sldId="263"/>
            <ac:cxnSpMk id="156" creationId="{70EEADD9-16CD-3693-50B4-FB97F4EB37A4}"/>
          </ac:cxnSpMkLst>
        </pc:cxnChg>
        <pc:cxnChg chg="add mod">
          <ac:chgData name="Y I" userId="1ad7123e4ed09ae3" providerId="LiveId" clId="{6DEF62D7-AFC5-4C44-A21D-F291BF42E1B7}" dt="2025-12-18T04:48:01.139" v="9667" actId="1038"/>
          <ac:cxnSpMkLst>
            <pc:docMk/>
            <pc:sldMk cId="2356156422" sldId="263"/>
            <ac:cxnSpMk id="159" creationId="{EF6E5EC0-E787-3305-0B06-1AFE4986240B}"/>
          </ac:cxnSpMkLst>
        </pc:cxnChg>
        <pc:cxnChg chg="add mod">
          <ac:chgData name="Y I" userId="1ad7123e4ed09ae3" providerId="LiveId" clId="{6DEF62D7-AFC5-4C44-A21D-F291BF42E1B7}" dt="2025-12-18T04:41:26.924" v="9420" actId="1037"/>
          <ac:cxnSpMkLst>
            <pc:docMk/>
            <pc:sldMk cId="2356156422" sldId="263"/>
            <ac:cxnSpMk id="163" creationId="{84B9DBAF-3E32-9A76-FD69-707DBAEEB1B6}"/>
          </ac:cxnSpMkLst>
        </pc:cxnChg>
        <pc:cxnChg chg="add mod">
          <ac:chgData name="Y I" userId="1ad7123e4ed09ae3" providerId="LiveId" clId="{6DEF62D7-AFC5-4C44-A21D-F291BF42E1B7}" dt="2025-12-18T05:01:55.641" v="10277" actId="1038"/>
          <ac:cxnSpMkLst>
            <pc:docMk/>
            <pc:sldMk cId="2356156422" sldId="263"/>
            <ac:cxnSpMk id="166" creationId="{3B791BCC-5EE3-C3D6-9BD1-E5E3454572D8}"/>
          </ac:cxnSpMkLst>
        </pc:cxnChg>
        <pc:cxnChg chg="add mod">
          <ac:chgData name="Y I" userId="1ad7123e4ed09ae3" providerId="LiveId" clId="{6DEF62D7-AFC5-4C44-A21D-F291BF42E1B7}" dt="2025-12-18T04:59:36.785" v="10185" actId="1038"/>
          <ac:cxnSpMkLst>
            <pc:docMk/>
            <pc:sldMk cId="2356156422" sldId="263"/>
            <ac:cxnSpMk id="181" creationId="{83D2F09B-D1CA-C404-7AD0-EE3EA04D37F3}"/>
          </ac:cxnSpMkLst>
        </pc:cxnChg>
        <pc:cxnChg chg="add mod">
          <ac:chgData name="Y I" userId="1ad7123e4ed09ae3" providerId="LiveId" clId="{6DEF62D7-AFC5-4C44-A21D-F291BF42E1B7}" dt="2025-12-18T11:43:43.342" v="13086" actId="478"/>
          <ac:cxnSpMkLst>
            <pc:docMk/>
            <pc:sldMk cId="2356156422" sldId="263"/>
            <ac:cxnSpMk id="182" creationId="{8371B485-52ED-B8D9-30D1-851064ADEEBC}"/>
          </ac:cxnSpMkLst>
        </pc:cxnChg>
        <pc:cxnChg chg="add mod">
          <ac:chgData name="Y I" userId="1ad7123e4ed09ae3" providerId="LiveId" clId="{6DEF62D7-AFC5-4C44-A21D-F291BF42E1B7}" dt="2025-12-18T04:55:00.393" v="9879"/>
          <ac:cxnSpMkLst>
            <pc:docMk/>
            <pc:sldMk cId="2356156422" sldId="263"/>
            <ac:cxnSpMk id="199" creationId="{8FA8D5FC-FB74-06A4-0BCE-34C95E058892}"/>
          </ac:cxnSpMkLst>
        </pc:cxnChg>
        <pc:cxnChg chg="add mod">
          <ac:chgData name="Y I" userId="1ad7123e4ed09ae3" providerId="LiveId" clId="{6DEF62D7-AFC5-4C44-A21D-F291BF42E1B7}" dt="2025-12-18T04:59:22.451" v="10166" actId="14100"/>
          <ac:cxnSpMkLst>
            <pc:docMk/>
            <pc:sldMk cId="2356156422" sldId="263"/>
            <ac:cxnSpMk id="200" creationId="{694CD4CA-ED89-D335-A109-83AF43433E7A}"/>
          </ac:cxnSpMkLst>
        </pc:cxnChg>
        <pc:cxnChg chg="add mod">
          <ac:chgData name="Y I" userId="1ad7123e4ed09ae3" providerId="LiveId" clId="{6DEF62D7-AFC5-4C44-A21D-F291BF42E1B7}" dt="2025-12-18T11:43:43.342" v="13086" actId="478"/>
          <ac:cxnSpMkLst>
            <pc:docMk/>
            <pc:sldMk cId="2356156422" sldId="263"/>
            <ac:cxnSpMk id="201" creationId="{5C7ED3A3-87EB-1723-DA7D-FF8506656925}"/>
          </ac:cxnSpMkLst>
        </pc:cxnChg>
        <pc:cxnChg chg="add mod">
          <ac:chgData name="Y I" userId="1ad7123e4ed09ae3" providerId="LiveId" clId="{6DEF62D7-AFC5-4C44-A21D-F291BF42E1B7}" dt="2025-12-18T04:57:38.402" v="10068"/>
          <ac:cxnSpMkLst>
            <pc:docMk/>
            <pc:sldMk cId="2356156422" sldId="263"/>
            <ac:cxnSpMk id="215" creationId="{262767F9-0C43-4563-0AC9-8733E39E20E8}"/>
          </ac:cxnSpMkLst>
        </pc:cxnChg>
        <pc:cxnChg chg="add mod">
          <ac:chgData name="Y I" userId="1ad7123e4ed09ae3" providerId="LiveId" clId="{6DEF62D7-AFC5-4C44-A21D-F291BF42E1B7}" dt="2025-12-18T04:57:38.402" v="10068"/>
          <ac:cxnSpMkLst>
            <pc:docMk/>
            <pc:sldMk cId="2356156422" sldId="263"/>
            <ac:cxnSpMk id="216" creationId="{BEAFDE11-97ED-A9AB-753E-0D179DBD92CC}"/>
          </ac:cxnSpMkLst>
        </pc:cxnChg>
        <pc:cxnChg chg="add mod">
          <ac:chgData name="Y I" userId="1ad7123e4ed09ae3" providerId="LiveId" clId="{6DEF62D7-AFC5-4C44-A21D-F291BF42E1B7}" dt="2025-12-18T04:58:03.467" v="10072"/>
          <ac:cxnSpMkLst>
            <pc:docMk/>
            <pc:sldMk cId="2356156422" sldId="263"/>
            <ac:cxnSpMk id="221" creationId="{C890A9DE-9B4B-A31B-141F-4DA3AD0B1EDC}"/>
          </ac:cxnSpMkLst>
        </pc:cxnChg>
        <pc:cxnChg chg="add mod">
          <ac:chgData name="Y I" userId="1ad7123e4ed09ae3" providerId="LiveId" clId="{6DEF62D7-AFC5-4C44-A21D-F291BF42E1B7}" dt="2025-12-18T04:58:03.467" v="10072"/>
          <ac:cxnSpMkLst>
            <pc:docMk/>
            <pc:sldMk cId="2356156422" sldId="263"/>
            <ac:cxnSpMk id="222" creationId="{4173A219-870D-1FB6-33C6-A89934775AC2}"/>
          </ac:cxnSpMkLst>
        </pc:cxnChg>
        <pc:cxnChg chg="add mod">
          <ac:chgData name="Y I" userId="1ad7123e4ed09ae3" providerId="LiveId" clId="{6DEF62D7-AFC5-4C44-A21D-F291BF42E1B7}" dt="2025-12-18T05:02:53.252" v="10306" actId="692"/>
          <ac:cxnSpMkLst>
            <pc:docMk/>
            <pc:sldMk cId="2356156422" sldId="263"/>
            <ac:cxnSpMk id="228" creationId="{BF49EF69-2B1D-5ACD-CEBC-68CF2547582B}"/>
          </ac:cxnSpMkLst>
        </pc:cxnChg>
        <pc:cxnChg chg="mod">
          <ac:chgData name="Y I" userId="1ad7123e4ed09ae3" providerId="LiveId" clId="{6DEF62D7-AFC5-4C44-A21D-F291BF42E1B7}" dt="2025-12-19T05:04:01.408" v="14042" actId="478"/>
          <ac:cxnSpMkLst>
            <pc:docMk/>
            <pc:sldMk cId="2356156422" sldId="263"/>
            <ac:cxnSpMk id="281" creationId="{15C4E182-9ECF-2E88-CBCC-70D9AF88339F}"/>
          </ac:cxnSpMkLst>
        </pc:cxnChg>
        <pc:cxnChg chg="mod">
          <ac:chgData name="Y I" userId="1ad7123e4ed09ae3" providerId="LiveId" clId="{6DEF62D7-AFC5-4C44-A21D-F291BF42E1B7}" dt="2025-12-19T05:04:01.408" v="14042" actId="478"/>
          <ac:cxnSpMkLst>
            <pc:docMk/>
            <pc:sldMk cId="2356156422" sldId="263"/>
            <ac:cxnSpMk id="371" creationId="{6344983D-08B0-446C-ED61-6F52EBA8B0C6}"/>
          </ac:cxnSpMkLst>
        </pc:cxnChg>
        <pc:cxnChg chg="mod">
          <ac:chgData name="Y I" userId="1ad7123e4ed09ae3" providerId="LiveId" clId="{6DEF62D7-AFC5-4C44-A21D-F291BF42E1B7}" dt="2025-12-19T05:04:01.408" v="14042" actId="478"/>
          <ac:cxnSpMkLst>
            <pc:docMk/>
            <pc:sldMk cId="2356156422" sldId="263"/>
            <ac:cxnSpMk id="389" creationId="{AF98B066-7BBA-AF03-603A-3B93D1346F94}"/>
          </ac:cxnSpMkLst>
        </pc:cxnChg>
        <pc:cxnChg chg="mod">
          <ac:chgData name="Y I" userId="1ad7123e4ed09ae3" providerId="LiveId" clId="{6DEF62D7-AFC5-4C44-A21D-F291BF42E1B7}" dt="2025-12-19T05:04:01.408" v="14042" actId="478"/>
          <ac:cxnSpMkLst>
            <pc:docMk/>
            <pc:sldMk cId="2356156422" sldId="263"/>
            <ac:cxnSpMk id="396" creationId="{74833DEE-4C08-2CB3-1680-E13E874CA655}"/>
          </ac:cxnSpMkLst>
        </pc:cxnChg>
        <pc:cxnChg chg="add mod">
          <ac:chgData name="Y I" userId="1ad7123e4ed09ae3" providerId="LiveId" clId="{6DEF62D7-AFC5-4C44-A21D-F291BF42E1B7}" dt="2025-12-19T05:11:55.066" v="14148" actId="1076"/>
          <ac:cxnSpMkLst>
            <pc:docMk/>
            <pc:sldMk cId="2356156422" sldId="263"/>
            <ac:cxnSpMk id="416" creationId="{495BDDBF-EE81-4BF0-27A1-A3BBAECA4719}"/>
          </ac:cxnSpMkLst>
        </pc:cxnChg>
        <pc:cxnChg chg="mod">
          <ac:chgData name="Y I" userId="1ad7123e4ed09ae3" providerId="LiveId" clId="{6DEF62D7-AFC5-4C44-A21D-F291BF42E1B7}" dt="2025-12-19T05:04:01.408" v="14042" actId="478"/>
          <ac:cxnSpMkLst>
            <pc:docMk/>
            <pc:sldMk cId="2356156422" sldId="263"/>
            <ac:cxnSpMk id="443" creationId="{2B8611C7-7DC7-9B54-3BE0-03397D8B52BB}"/>
          </ac:cxnSpMkLst>
        </pc:cxnChg>
        <pc:cxnChg chg="mod">
          <ac:chgData name="Y I" userId="1ad7123e4ed09ae3" providerId="LiveId" clId="{6DEF62D7-AFC5-4C44-A21D-F291BF42E1B7}" dt="2025-12-19T05:04:01.408" v="14042" actId="478"/>
          <ac:cxnSpMkLst>
            <pc:docMk/>
            <pc:sldMk cId="2356156422" sldId="263"/>
            <ac:cxnSpMk id="471" creationId="{1C0CFF1B-6DD3-4559-4541-6A2F70BB4CCC}"/>
          </ac:cxnSpMkLst>
        </pc:cxnChg>
        <pc:cxnChg chg="mod">
          <ac:chgData name="Y I" userId="1ad7123e4ed09ae3" providerId="LiveId" clId="{6DEF62D7-AFC5-4C44-A21D-F291BF42E1B7}" dt="2025-12-19T05:04:01.408" v="14042" actId="478"/>
          <ac:cxnSpMkLst>
            <pc:docMk/>
            <pc:sldMk cId="2356156422" sldId="263"/>
            <ac:cxnSpMk id="483" creationId="{037D8618-30E8-3C16-1768-EE1DB8A41B78}"/>
          </ac:cxnSpMkLst>
        </pc:cxnChg>
        <pc:cxnChg chg="add mod">
          <ac:chgData name="Y I" userId="1ad7123e4ed09ae3" providerId="LiveId" clId="{6DEF62D7-AFC5-4C44-A21D-F291BF42E1B7}" dt="2025-12-19T05:06:52.933" v="14084" actId="14100"/>
          <ac:cxnSpMkLst>
            <pc:docMk/>
            <pc:sldMk cId="2356156422" sldId="263"/>
            <ac:cxnSpMk id="496" creationId="{7A479AE8-5829-5E75-8488-68C2F0F0709F}"/>
          </ac:cxnSpMkLst>
        </pc:cxnChg>
        <pc:cxnChg chg="mod ord">
          <ac:chgData name="Y I" userId="1ad7123e4ed09ae3" providerId="LiveId" clId="{6DEF62D7-AFC5-4C44-A21D-F291BF42E1B7}" dt="2025-12-19T05:11:00.829" v="14139" actId="1035"/>
          <ac:cxnSpMkLst>
            <pc:docMk/>
            <pc:sldMk cId="2356156422" sldId="263"/>
            <ac:cxnSpMk id="576" creationId="{B72168D5-B1A9-F832-95EC-8C7D50156E93}"/>
          </ac:cxnSpMkLst>
        </pc:cxnChg>
        <pc:cxnChg chg="mod ord">
          <ac:chgData name="Y I" userId="1ad7123e4ed09ae3" providerId="LiveId" clId="{6DEF62D7-AFC5-4C44-A21D-F291BF42E1B7}" dt="2025-12-19T05:12:26.222" v="14163" actId="167"/>
          <ac:cxnSpMkLst>
            <pc:docMk/>
            <pc:sldMk cId="2356156422" sldId="263"/>
            <ac:cxnSpMk id="1015" creationId="{A54C918F-5422-41EC-7919-5FE761856B17}"/>
          </ac:cxnSpMkLst>
        </pc:cxnChg>
        <pc:cxnChg chg="mod ord">
          <ac:chgData name="Y I" userId="1ad7123e4ed09ae3" providerId="LiveId" clId="{6DEF62D7-AFC5-4C44-A21D-F291BF42E1B7}" dt="2025-12-19T05:12:57.578" v="14207" actId="167"/>
          <ac:cxnSpMkLst>
            <pc:docMk/>
            <pc:sldMk cId="2356156422" sldId="263"/>
            <ac:cxnSpMk id="1090" creationId="{7F0561B0-B072-F2AB-88C1-B94876BA1BED}"/>
          </ac:cxnSpMkLst>
        </pc:cxnChg>
      </pc:sldChg>
      <pc:sldChg chg="addSp delSp modSp new mod">
        <pc:chgData name="Y I" userId="1ad7123e4ed09ae3" providerId="LiveId" clId="{6DEF62D7-AFC5-4C44-A21D-F291BF42E1B7}" dt="2025-12-19T12:59:12.332" v="17657" actId="20577"/>
        <pc:sldMkLst>
          <pc:docMk/>
          <pc:sldMk cId="3161490016" sldId="265"/>
        </pc:sldMkLst>
        <pc:spChg chg="mod">
          <ac:chgData name="Y I" userId="1ad7123e4ed09ae3" providerId="LiveId" clId="{6DEF62D7-AFC5-4C44-A21D-F291BF42E1B7}" dt="2025-12-19T10:41:50.686" v="16487" actId="20577"/>
          <ac:spMkLst>
            <pc:docMk/>
            <pc:sldMk cId="3161490016" sldId="265"/>
            <ac:spMk id="2" creationId="{542E8C1D-BF9A-2BBA-5EF9-3D3EEB5CFD2B}"/>
          </ac:spMkLst>
        </pc:spChg>
        <pc:spChg chg="mod">
          <ac:chgData name="Y I" userId="1ad7123e4ed09ae3" providerId="LiveId" clId="{6DEF62D7-AFC5-4C44-A21D-F291BF42E1B7}" dt="2025-12-19T05:49:31.428" v="14951"/>
          <ac:spMkLst>
            <pc:docMk/>
            <pc:sldMk cId="3161490016" sldId="265"/>
            <ac:spMk id="3" creationId="{DFE65BCB-8902-42A3-FB31-37B0635EE1D4}"/>
          </ac:spMkLst>
        </pc:spChg>
        <pc:spChg chg="add mod">
          <ac:chgData name="Y I" userId="1ad7123e4ed09ae3" providerId="LiveId" clId="{6DEF62D7-AFC5-4C44-A21D-F291BF42E1B7}" dt="2025-12-19T11:23:36.466" v="17243" actId="1076"/>
          <ac:spMkLst>
            <pc:docMk/>
            <pc:sldMk cId="3161490016" sldId="265"/>
            <ac:spMk id="6" creationId="{F6CED410-7B39-3A9A-4A9F-1DA1EF5DCF82}"/>
          </ac:spMkLst>
        </pc:spChg>
        <pc:spChg chg="add del">
          <ac:chgData name="Y I" userId="1ad7123e4ed09ae3" providerId="LiveId" clId="{6DEF62D7-AFC5-4C44-A21D-F291BF42E1B7}" dt="2025-12-19T06:00:07.187" v="14954" actId="11529"/>
          <ac:spMkLst>
            <pc:docMk/>
            <pc:sldMk cId="3161490016" sldId="265"/>
            <ac:spMk id="8" creationId="{104DD637-68CB-7B80-936F-3233B02DFE37}"/>
          </ac:spMkLst>
        </pc:spChg>
        <pc:spChg chg="add del mod">
          <ac:chgData name="Y I" userId="1ad7123e4ed09ae3" providerId="LiveId" clId="{6DEF62D7-AFC5-4C44-A21D-F291BF42E1B7}" dt="2025-12-18T00:15:08.986" v="9080" actId="478"/>
          <ac:spMkLst>
            <pc:docMk/>
            <pc:sldMk cId="3161490016" sldId="265"/>
            <ac:spMk id="8" creationId="{81E4C6E9-017B-AF88-943A-35C5FD963950}"/>
          </ac:spMkLst>
        </pc:spChg>
        <pc:spChg chg="add del mod">
          <ac:chgData name="Y I" userId="1ad7123e4ed09ae3" providerId="LiveId" clId="{6DEF62D7-AFC5-4C44-A21D-F291BF42E1B7}" dt="2025-12-19T11:20:06.546" v="17168" actId="478"/>
          <ac:spMkLst>
            <pc:docMk/>
            <pc:sldMk cId="3161490016" sldId="265"/>
            <ac:spMk id="9" creationId="{2D02EF9C-2D45-490A-3CE6-35E468383DCC}"/>
          </ac:spMkLst>
        </pc:spChg>
        <pc:spChg chg="add del mod">
          <ac:chgData name="Y I" userId="1ad7123e4ed09ae3" providerId="LiveId" clId="{6DEF62D7-AFC5-4C44-A21D-F291BF42E1B7}" dt="2025-12-18T00:18:18.380" v="9195" actId="478"/>
          <ac:spMkLst>
            <pc:docMk/>
            <pc:sldMk cId="3161490016" sldId="265"/>
            <ac:spMk id="9" creationId="{4598563D-9A68-687D-BAF7-74DEC75C4649}"/>
          </ac:spMkLst>
        </pc:spChg>
        <pc:spChg chg="add del mod">
          <ac:chgData name="Y I" userId="1ad7123e4ed09ae3" providerId="LiveId" clId="{6DEF62D7-AFC5-4C44-A21D-F291BF42E1B7}" dt="2025-12-18T00:15:59.249" v="9090" actId="478"/>
          <ac:spMkLst>
            <pc:docMk/>
            <pc:sldMk cId="3161490016" sldId="265"/>
            <ac:spMk id="10" creationId="{CB7F4652-3E74-1DFD-7276-92A330E7251F}"/>
          </ac:spMkLst>
        </pc:spChg>
        <pc:spChg chg="add del mod">
          <ac:chgData name="Y I" userId="1ad7123e4ed09ae3" providerId="LiveId" clId="{6DEF62D7-AFC5-4C44-A21D-F291BF42E1B7}" dt="2025-12-19T06:01:59.538" v="14970" actId="478"/>
          <ac:spMkLst>
            <pc:docMk/>
            <pc:sldMk cId="3161490016" sldId="265"/>
            <ac:spMk id="10" creationId="{F60C2D99-9058-E224-6253-50A3BF92C652}"/>
          </ac:spMkLst>
        </pc:spChg>
        <pc:spChg chg="add mod">
          <ac:chgData name="Y I" userId="1ad7123e4ed09ae3" providerId="LiveId" clId="{6DEF62D7-AFC5-4C44-A21D-F291BF42E1B7}" dt="2025-12-19T11:24:51.439" v="17258" actId="20577"/>
          <ac:spMkLst>
            <pc:docMk/>
            <pc:sldMk cId="3161490016" sldId="265"/>
            <ac:spMk id="15" creationId="{203E480C-C20E-0434-8850-A87A5FB16370}"/>
          </ac:spMkLst>
        </pc:spChg>
        <pc:spChg chg="add mod">
          <ac:chgData name="Y I" userId="1ad7123e4ed09ae3" providerId="LiveId" clId="{6DEF62D7-AFC5-4C44-A21D-F291BF42E1B7}" dt="2025-12-19T11:23:36.466" v="17243" actId="1076"/>
          <ac:spMkLst>
            <pc:docMk/>
            <pc:sldMk cId="3161490016" sldId="265"/>
            <ac:spMk id="17" creationId="{57A613E6-9187-E944-5798-46C235D3AF2E}"/>
          </ac:spMkLst>
        </pc:spChg>
        <pc:spChg chg="add mod">
          <ac:chgData name="Y I" userId="1ad7123e4ed09ae3" providerId="LiveId" clId="{6DEF62D7-AFC5-4C44-A21D-F291BF42E1B7}" dt="2025-12-19T11:23:36.466" v="17243" actId="1076"/>
          <ac:spMkLst>
            <pc:docMk/>
            <pc:sldMk cId="3161490016" sldId="265"/>
            <ac:spMk id="19" creationId="{4D3CE61E-1D31-E281-4283-CBFB8A5E48F7}"/>
          </ac:spMkLst>
        </pc:spChg>
        <pc:spChg chg="add mod">
          <ac:chgData name="Y I" userId="1ad7123e4ed09ae3" providerId="LiveId" clId="{6DEF62D7-AFC5-4C44-A21D-F291BF42E1B7}" dt="2025-12-19T12:59:12.332" v="17657" actId="20577"/>
          <ac:spMkLst>
            <pc:docMk/>
            <pc:sldMk cId="3161490016" sldId="265"/>
            <ac:spMk id="20" creationId="{68CCFBDB-76C7-7BAB-6FF1-45E37B16050C}"/>
          </ac:spMkLst>
        </pc:spChg>
        <pc:spChg chg="add mod">
          <ac:chgData name="Y I" userId="1ad7123e4ed09ae3" providerId="LiveId" clId="{6DEF62D7-AFC5-4C44-A21D-F291BF42E1B7}" dt="2025-12-19T11:24:33.806" v="17251" actId="14100"/>
          <ac:spMkLst>
            <pc:docMk/>
            <pc:sldMk cId="3161490016" sldId="265"/>
            <ac:spMk id="21" creationId="{C9FDFE79-8911-2E16-0D96-FF3B6F7F54C1}"/>
          </ac:spMkLst>
        </pc:spChg>
        <pc:spChg chg="add mod ord">
          <ac:chgData name="Y I" userId="1ad7123e4ed09ae3" providerId="LiveId" clId="{6DEF62D7-AFC5-4C44-A21D-F291BF42E1B7}" dt="2025-12-19T11:24:33.806" v="17251" actId="14100"/>
          <ac:spMkLst>
            <pc:docMk/>
            <pc:sldMk cId="3161490016" sldId="265"/>
            <ac:spMk id="22" creationId="{580BD82D-225F-970D-2F0F-368E4E962A26}"/>
          </ac:spMkLst>
        </pc:spChg>
        <pc:graphicFrameChg chg="add mod modGraphic">
          <ac:chgData name="Y I" userId="1ad7123e4ed09ae3" providerId="LiveId" clId="{6DEF62D7-AFC5-4C44-A21D-F291BF42E1B7}" dt="2025-12-19T11:24:26.191" v="17250" actId="1076"/>
          <ac:graphicFrameMkLst>
            <pc:docMk/>
            <pc:sldMk cId="3161490016" sldId="265"/>
            <ac:graphicFrameMk id="4" creationId="{0B18C975-55E2-99E4-B800-B07A94D89D51}"/>
          </ac:graphicFrameMkLst>
        </pc:graphicFrameChg>
        <pc:graphicFrameChg chg="add mod modGraphic">
          <ac:chgData name="Y I" userId="1ad7123e4ed09ae3" providerId="LiveId" clId="{6DEF62D7-AFC5-4C44-A21D-F291BF42E1B7}" dt="2025-12-19T11:25:20.031" v="17259"/>
          <ac:graphicFrameMkLst>
            <pc:docMk/>
            <pc:sldMk cId="3161490016" sldId="265"/>
            <ac:graphicFrameMk id="5" creationId="{C2D25106-6220-9C08-B1B0-0C9CC42B08ED}"/>
          </ac:graphicFrameMkLst>
        </pc:graphicFrameChg>
        <pc:graphicFrameChg chg="add mod modGraphic">
          <ac:chgData name="Y I" userId="1ad7123e4ed09ae3" providerId="LiveId" clId="{6DEF62D7-AFC5-4C44-A21D-F291BF42E1B7}" dt="2025-12-19T11:23:36.466" v="17243" actId="1076"/>
          <ac:graphicFrameMkLst>
            <pc:docMk/>
            <pc:sldMk cId="3161490016" sldId="265"/>
            <ac:graphicFrameMk id="7" creationId="{CD3B0C1F-0569-A9A1-6CC3-7B9DC97F57DC}"/>
          </ac:graphicFrameMkLst>
        </pc:graphicFrameChg>
        <pc:cxnChg chg="add mod">
          <ac:chgData name="Y I" userId="1ad7123e4ed09ae3" providerId="LiveId" clId="{6DEF62D7-AFC5-4C44-A21D-F291BF42E1B7}" dt="2025-12-19T11:24:26.191" v="17250" actId="1076"/>
          <ac:cxnSpMkLst>
            <pc:docMk/>
            <pc:sldMk cId="3161490016" sldId="265"/>
            <ac:cxnSpMk id="12" creationId="{601641B0-5820-349D-7FEC-27DC370A4644}"/>
          </ac:cxnSpMkLst>
        </pc:cxnChg>
        <pc:cxnChg chg="add mod">
          <ac:chgData name="Y I" userId="1ad7123e4ed09ae3" providerId="LiveId" clId="{6DEF62D7-AFC5-4C44-A21D-F291BF42E1B7}" dt="2025-12-19T11:23:36.466" v="17243" actId="1076"/>
          <ac:cxnSpMkLst>
            <pc:docMk/>
            <pc:sldMk cId="3161490016" sldId="265"/>
            <ac:cxnSpMk id="18" creationId="{6302F93F-EF90-4756-A790-24BE2E32B187}"/>
          </ac:cxnSpMkLst>
        </pc:cxnChg>
      </pc:sldChg>
      <pc:sldChg chg="addSp modSp new mod">
        <pc:chgData name="Y I" userId="1ad7123e4ed09ae3" providerId="LiveId" clId="{6DEF62D7-AFC5-4C44-A21D-F291BF42E1B7}" dt="2025-12-12T06:52:22.072" v="6725" actId="20577"/>
        <pc:sldMkLst>
          <pc:docMk/>
          <pc:sldMk cId="2006421513" sldId="266"/>
        </pc:sldMkLst>
        <pc:spChg chg="mod">
          <ac:chgData name="Y I" userId="1ad7123e4ed09ae3" providerId="LiveId" clId="{6DEF62D7-AFC5-4C44-A21D-F291BF42E1B7}" dt="2025-12-12T06:52:22.072" v="6725" actId="20577"/>
          <ac:spMkLst>
            <pc:docMk/>
            <pc:sldMk cId="2006421513" sldId="266"/>
            <ac:spMk id="3" creationId="{6EC55496-08E7-974B-467A-E9B9E5F91AA9}"/>
          </ac:spMkLst>
        </pc:spChg>
        <pc:spChg chg="add mod">
          <ac:chgData name="Y I" userId="1ad7123e4ed09ae3" providerId="LiveId" clId="{6DEF62D7-AFC5-4C44-A21D-F291BF42E1B7}" dt="2025-12-11T23:59:00.066" v="2197" actId="20577"/>
          <ac:spMkLst>
            <pc:docMk/>
            <pc:sldMk cId="2006421513" sldId="266"/>
            <ac:spMk id="4" creationId="{CEEDE8E3-98EF-7845-8AAB-FB6E4517A18B}"/>
          </ac:spMkLst>
        </pc:spChg>
      </pc:sldChg>
      <pc:sldChg chg="modSp add mod">
        <pc:chgData name="Y I" userId="1ad7123e4ed09ae3" providerId="LiveId" clId="{6DEF62D7-AFC5-4C44-A21D-F291BF42E1B7}" dt="2025-12-19T13:09:34.800" v="17836" actId="20577"/>
        <pc:sldMkLst>
          <pc:docMk/>
          <pc:sldMk cId="2696406143" sldId="267"/>
        </pc:sldMkLst>
        <pc:spChg chg="mod">
          <ac:chgData name="Y I" userId="1ad7123e4ed09ae3" providerId="LiveId" clId="{6DEF62D7-AFC5-4C44-A21D-F291BF42E1B7}" dt="2025-12-19T13:09:34.800" v="17836" actId="20577"/>
          <ac:spMkLst>
            <pc:docMk/>
            <pc:sldMk cId="2696406143" sldId="267"/>
            <ac:spMk id="3" creationId="{45276D6E-E79F-91D4-6988-63FC336CFC51}"/>
          </ac:spMkLst>
        </pc:spChg>
        <pc:spChg chg="mod">
          <ac:chgData name="Y I" userId="1ad7123e4ed09ae3" providerId="LiveId" clId="{6DEF62D7-AFC5-4C44-A21D-F291BF42E1B7}" dt="2025-12-12T06:05:03.602" v="5244" actId="1076"/>
          <ac:spMkLst>
            <pc:docMk/>
            <pc:sldMk cId="2696406143" sldId="267"/>
            <ac:spMk id="4" creationId="{CA722C75-7D76-3318-CED7-A6353606D2BA}"/>
          </ac:spMkLst>
        </pc:spChg>
      </pc:sldChg>
      <pc:sldChg chg="addSp delSp modSp new mod">
        <pc:chgData name="Y I" userId="1ad7123e4ed09ae3" providerId="LiveId" clId="{6DEF62D7-AFC5-4C44-A21D-F291BF42E1B7}" dt="2025-12-12T06:15:13.784" v="6009" actId="20577"/>
        <pc:sldMkLst>
          <pc:docMk/>
          <pc:sldMk cId="75606101" sldId="268"/>
        </pc:sldMkLst>
        <pc:spChg chg="mod">
          <ac:chgData name="Y I" userId="1ad7123e4ed09ae3" providerId="LiveId" clId="{6DEF62D7-AFC5-4C44-A21D-F291BF42E1B7}" dt="2025-12-12T06:15:13.784" v="6009" actId="20577"/>
          <ac:spMkLst>
            <pc:docMk/>
            <pc:sldMk cId="75606101" sldId="268"/>
            <ac:spMk id="3" creationId="{C1A14491-233B-2AD4-C6A8-4E71FFDA1947}"/>
          </ac:spMkLst>
        </pc:spChg>
        <pc:spChg chg="add mod">
          <ac:chgData name="Y I" userId="1ad7123e4ed09ae3" providerId="LiveId" clId="{6DEF62D7-AFC5-4C44-A21D-F291BF42E1B7}" dt="2025-12-12T06:14:48.116" v="6001" actId="27636"/>
          <ac:spMkLst>
            <pc:docMk/>
            <pc:sldMk cId="75606101" sldId="268"/>
            <ac:spMk id="5" creationId="{9EB0AC1F-3E73-82EC-C246-A98745FCDA05}"/>
          </ac:spMkLst>
        </pc:spChg>
      </pc:sldChg>
      <pc:sldChg chg="addSp modSp new mod">
        <pc:chgData name="Y I" userId="1ad7123e4ed09ae3" providerId="LiveId" clId="{6DEF62D7-AFC5-4C44-A21D-F291BF42E1B7}" dt="2025-12-19T11:02:32.713" v="16812"/>
        <pc:sldMkLst>
          <pc:docMk/>
          <pc:sldMk cId="1056172514" sldId="269"/>
        </pc:sldMkLst>
        <pc:spChg chg="mod">
          <ac:chgData name="Y I" userId="1ad7123e4ed09ae3" providerId="LiveId" clId="{6DEF62D7-AFC5-4C44-A21D-F291BF42E1B7}" dt="2025-12-19T10:45:05.738" v="16520" actId="20577"/>
          <ac:spMkLst>
            <pc:docMk/>
            <pc:sldMk cId="1056172514" sldId="269"/>
            <ac:spMk id="2" creationId="{AC83DAC9-74D8-DA0E-E522-CAA8EADE86C8}"/>
          </ac:spMkLst>
        </pc:spChg>
        <pc:spChg chg="mod">
          <ac:chgData name="Y I" userId="1ad7123e4ed09ae3" providerId="LiveId" clId="{6DEF62D7-AFC5-4C44-A21D-F291BF42E1B7}" dt="2025-12-19T10:51:58.920" v="16702" actId="14100"/>
          <ac:spMkLst>
            <pc:docMk/>
            <pc:sldMk cId="1056172514" sldId="269"/>
            <ac:spMk id="3" creationId="{3F135C15-F01C-2628-957B-25F10E88AD22}"/>
          </ac:spMkLst>
        </pc:spChg>
        <pc:spChg chg="add mod">
          <ac:chgData name="Y I" userId="1ad7123e4ed09ae3" providerId="LiveId" clId="{6DEF62D7-AFC5-4C44-A21D-F291BF42E1B7}" dt="2025-12-19T10:54:49.269" v="16801" actId="1076"/>
          <ac:spMkLst>
            <pc:docMk/>
            <pc:sldMk cId="1056172514" sldId="269"/>
            <ac:spMk id="6" creationId="{45C14C4F-CF36-F78A-0FA5-56A66D4FF4AF}"/>
          </ac:spMkLst>
        </pc:spChg>
        <pc:spChg chg="add mod">
          <ac:chgData name="Y I" userId="1ad7123e4ed09ae3" providerId="LiveId" clId="{6DEF62D7-AFC5-4C44-A21D-F291BF42E1B7}" dt="2025-12-19T10:54:49.269" v="16801" actId="1076"/>
          <ac:spMkLst>
            <pc:docMk/>
            <pc:sldMk cId="1056172514" sldId="269"/>
            <ac:spMk id="7" creationId="{A77FE0E8-257D-102E-8C88-A12EE16E5CDD}"/>
          </ac:spMkLst>
        </pc:spChg>
        <pc:spChg chg="add mod">
          <ac:chgData name="Y I" userId="1ad7123e4ed09ae3" providerId="LiveId" clId="{6DEF62D7-AFC5-4C44-A21D-F291BF42E1B7}" dt="2025-12-19T10:54:49.269" v="16801" actId="1076"/>
          <ac:spMkLst>
            <pc:docMk/>
            <pc:sldMk cId="1056172514" sldId="269"/>
            <ac:spMk id="8" creationId="{E94207AC-39EE-8CC0-7C39-6D787F8E5C6D}"/>
          </ac:spMkLst>
        </pc:spChg>
        <pc:spChg chg="add mod">
          <ac:chgData name="Y I" userId="1ad7123e4ed09ae3" providerId="LiveId" clId="{6DEF62D7-AFC5-4C44-A21D-F291BF42E1B7}" dt="2025-12-19T10:54:49.269" v="16801" actId="1076"/>
          <ac:spMkLst>
            <pc:docMk/>
            <pc:sldMk cId="1056172514" sldId="269"/>
            <ac:spMk id="9" creationId="{6353888B-1DAC-02D1-4BBE-D49E4DEE40E5}"/>
          </ac:spMkLst>
        </pc:spChg>
        <pc:spChg chg="add mod">
          <ac:chgData name="Y I" userId="1ad7123e4ed09ae3" providerId="LiveId" clId="{6DEF62D7-AFC5-4C44-A21D-F291BF42E1B7}" dt="2025-12-19T10:54:53.668" v="16802" actId="1076"/>
          <ac:spMkLst>
            <pc:docMk/>
            <pc:sldMk cId="1056172514" sldId="269"/>
            <ac:spMk id="11" creationId="{06892623-BB4E-CB2E-1154-52E09E931B79}"/>
          </ac:spMkLst>
        </pc:spChg>
        <pc:graphicFrameChg chg="add mod modGraphic">
          <ac:chgData name="Y I" userId="1ad7123e4ed09ae3" providerId="LiveId" clId="{6DEF62D7-AFC5-4C44-A21D-F291BF42E1B7}" dt="2025-12-19T10:54:49.269" v="16801" actId="1076"/>
          <ac:graphicFrameMkLst>
            <pc:docMk/>
            <pc:sldMk cId="1056172514" sldId="269"/>
            <ac:graphicFrameMk id="4" creationId="{997B8EAB-1C9D-5D0B-09A1-14E028701B1C}"/>
          </ac:graphicFrameMkLst>
        </pc:graphicFrameChg>
        <pc:graphicFrameChg chg="add mod modGraphic">
          <ac:chgData name="Y I" userId="1ad7123e4ed09ae3" providerId="LiveId" clId="{6DEF62D7-AFC5-4C44-A21D-F291BF42E1B7}" dt="2025-12-19T10:54:49.269" v="16801" actId="1076"/>
          <ac:graphicFrameMkLst>
            <pc:docMk/>
            <pc:sldMk cId="1056172514" sldId="269"/>
            <ac:graphicFrameMk id="5" creationId="{F9D6B181-DA51-907B-6E13-19416B516DA5}"/>
          </ac:graphicFrameMkLst>
        </pc:graphicFrameChg>
        <pc:graphicFrameChg chg="add mod modGraphic">
          <ac:chgData name="Y I" userId="1ad7123e4ed09ae3" providerId="LiveId" clId="{6DEF62D7-AFC5-4C44-A21D-F291BF42E1B7}" dt="2025-12-19T11:02:32.713" v="16812"/>
          <ac:graphicFrameMkLst>
            <pc:docMk/>
            <pc:sldMk cId="1056172514" sldId="269"/>
            <ac:graphicFrameMk id="10" creationId="{296A53D0-F59B-3D42-3815-FF9C18C90958}"/>
          </ac:graphicFrameMkLst>
        </pc:graphicFrameChg>
      </pc:sldChg>
      <pc:sldChg chg="addSp delSp modSp add mod">
        <pc:chgData name="Y I" userId="1ad7123e4ed09ae3" providerId="LiveId" clId="{6DEF62D7-AFC5-4C44-A21D-F291BF42E1B7}" dt="2025-12-19T13:08:11.521" v="17773" actId="207"/>
        <pc:sldMkLst>
          <pc:docMk/>
          <pc:sldMk cId="3777097646" sldId="270"/>
        </pc:sldMkLst>
        <pc:spChg chg="mod">
          <ac:chgData name="Y I" userId="1ad7123e4ed09ae3" providerId="LiveId" clId="{6DEF62D7-AFC5-4C44-A21D-F291BF42E1B7}" dt="2025-12-19T11:34:47.231" v="17435" actId="207"/>
          <ac:spMkLst>
            <pc:docMk/>
            <pc:sldMk cId="3777097646" sldId="270"/>
            <ac:spMk id="3" creationId="{F05E9A64-AEDC-7A5A-3CB6-B4F8D8BC7305}"/>
          </ac:spMkLst>
        </pc:spChg>
        <pc:spChg chg="add mod">
          <ac:chgData name="Y I" userId="1ad7123e4ed09ae3" providerId="LiveId" clId="{6DEF62D7-AFC5-4C44-A21D-F291BF42E1B7}" dt="2025-12-19T11:35:00.411" v="17466" actId="20577"/>
          <ac:spMkLst>
            <pc:docMk/>
            <pc:sldMk cId="3777097646" sldId="270"/>
            <ac:spMk id="5" creationId="{9E7E6784-6E24-00FB-4138-D4FCFCDB19EF}"/>
          </ac:spMkLst>
        </pc:spChg>
        <pc:spChg chg="mod">
          <ac:chgData name="Y I" userId="1ad7123e4ed09ae3" providerId="LiveId" clId="{6DEF62D7-AFC5-4C44-A21D-F291BF42E1B7}" dt="2025-12-19T11:26:47.897" v="17278" actId="1076"/>
          <ac:spMkLst>
            <pc:docMk/>
            <pc:sldMk cId="3777097646" sldId="270"/>
            <ac:spMk id="6" creationId="{D071CA69-7B41-BA9C-A8C9-6C20CD61DE16}"/>
          </ac:spMkLst>
        </pc:spChg>
        <pc:spChg chg="add mod">
          <ac:chgData name="Y I" userId="1ad7123e4ed09ae3" providerId="LiveId" clId="{6DEF62D7-AFC5-4C44-A21D-F291BF42E1B7}" dt="2025-12-19T12:59:28.039" v="17658"/>
          <ac:spMkLst>
            <pc:docMk/>
            <pc:sldMk cId="3777097646" sldId="270"/>
            <ac:spMk id="9" creationId="{8869B036-666C-1D2C-6FE8-C76919524277}"/>
          </ac:spMkLst>
        </pc:spChg>
        <pc:spChg chg="add mod ord">
          <ac:chgData name="Y I" userId="1ad7123e4ed09ae3" providerId="LiveId" clId="{6DEF62D7-AFC5-4C44-A21D-F291BF42E1B7}" dt="2025-12-19T11:26:47.897" v="17278" actId="1076"/>
          <ac:spMkLst>
            <pc:docMk/>
            <pc:sldMk cId="3777097646" sldId="270"/>
            <ac:spMk id="10" creationId="{CFBD6B75-DE3B-8F94-F0ED-F5A932B332A8}"/>
          </ac:spMkLst>
        </pc:spChg>
        <pc:spChg chg="add mod">
          <ac:chgData name="Y I" userId="1ad7123e4ed09ae3" providerId="LiveId" clId="{6DEF62D7-AFC5-4C44-A21D-F291BF42E1B7}" dt="2025-12-19T11:26:47.897" v="17278" actId="1076"/>
          <ac:spMkLst>
            <pc:docMk/>
            <pc:sldMk cId="3777097646" sldId="270"/>
            <ac:spMk id="11" creationId="{A0A8178A-7422-59F2-CCA0-1439463EDB78}"/>
          </ac:spMkLst>
        </pc:spChg>
        <pc:spChg chg="add mod">
          <ac:chgData name="Y I" userId="1ad7123e4ed09ae3" providerId="LiveId" clId="{6DEF62D7-AFC5-4C44-A21D-F291BF42E1B7}" dt="2025-12-19T11:26:47.897" v="17278" actId="1076"/>
          <ac:spMkLst>
            <pc:docMk/>
            <pc:sldMk cId="3777097646" sldId="270"/>
            <ac:spMk id="13" creationId="{1B87946A-0FE8-B644-4DC9-D34FFABA9CD6}"/>
          </ac:spMkLst>
        </pc:spChg>
        <pc:spChg chg="add mod">
          <ac:chgData name="Y I" userId="1ad7123e4ed09ae3" providerId="LiveId" clId="{6DEF62D7-AFC5-4C44-A21D-F291BF42E1B7}" dt="2025-12-19T12:59:56.291" v="17661" actId="1076"/>
          <ac:spMkLst>
            <pc:docMk/>
            <pc:sldMk cId="3777097646" sldId="270"/>
            <ac:spMk id="15" creationId="{127EA39D-DD85-6264-4CB9-E68AA744B7C4}"/>
          </ac:spMkLst>
        </pc:spChg>
        <pc:spChg chg="add mod">
          <ac:chgData name="Y I" userId="1ad7123e4ed09ae3" providerId="LiveId" clId="{6DEF62D7-AFC5-4C44-A21D-F291BF42E1B7}" dt="2025-12-18T08:44:34.367" v="11951" actId="1076"/>
          <ac:spMkLst>
            <pc:docMk/>
            <pc:sldMk cId="3777097646" sldId="270"/>
            <ac:spMk id="19" creationId="{1D19E023-64C2-165E-D9AD-325207133976}"/>
          </ac:spMkLst>
        </pc:spChg>
        <pc:spChg chg="add mod">
          <ac:chgData name="Y I" userId="1ad7123e4ed09ae3" providerId="LiveId" clId="{6DEF62D7-AFC5-4C44-A21D-F291BF42E1B7}" dt="2025-12-19T13:00:22.418" v="17680" actId="20577"/>
          <ac:spMkLst>
            <pc:docMk/>
            <pc:sldMk cId="3777097646" sldId="270"/>
            <ac:spMk id="19" creationId="{EB622518-EE87-B9A5-7B83-8766AE0CD5B0}"/>
          </ac:spMkLst>
        </pc:spChg>
        <pc:spChg chg="add mod">
          <ac:chgData name="Y I" userId="1ad7123e4ed09ae3" providerId="LiveId" clId="{6DEF62D7-AFC5-4C44-A21D-F291BF42E1B7}" dt="2025-12-19T11:26:47.897" v="17278" actId="1076"/>
          <ac:spMkLst>
            <pc:docMk/>
            <pc:sldMk cId="3777097646" sldId="270"/>
            <ac:spMk id="20" creationId="{4B3EC323-C66C-E132-D458-BC76982A8E00}"/>
          </ac:spMkLst>
        </pc:spChg>
        <pc:spChg chg="add mod">
          <ac:chgData name="Y I" userId="1ad7123e4ed09ae3" providerId="LiveId" clId="{6DEF62D7-AFC5-4C44-A21D-F291BF42E1B7}" dt="2025-12-19T11:26:47.897" v="17278" actId="1076"/>
          <ac:spMkLst>
            <pc:docMk/>
            <pc:sldMk cId="3777097646" sldId="270"/>
            <ac:spMk id="21" creationId="{F5F79076-1BF3-B0A9-464B-0270B16DBC86}"/>
          </ac:spMkLst>
        </pc:spChg>
        <pc:spChg chg="add mod">
          <ac:chgData name="Y I" userId="1ad7123e4ed09ae3" providerId="LiveId" clId="{6DEF62D7-AFC5-4C44-A21D-F291BF42E1B7}" dt="2025-12-19T12:59:06.147" v="17651" actId="20577"/>
          <ac:spMkLst>
            <pc:docMk/>
            <pc:sldMk cId="3777097646" sldId="270"/>
            <ac:spMk id="22" creationId="{B1CE12C7-BAFB-0F8E-0C2F-770B86D2EFEF}"/>
          </ac:spMkLst>
        </pc:spChg>
        <pc:graphicFrameChg chg="mod modGraphic">
          <ac:chgData name="Y I" userId="1ad7123e4ed09ae3" providerId="LiveId" clId="{6DEF62D7-AFC5-4C44-A21D-F291BF42E1B7}" dt="2025-12-19T11:26:47.897" v="17278" actId="1076"/>
          <ac:graphicFrameMkLst>
            <pc:docMk/>
            <pc:sldMk cId="3777097646" sldId="270"/>
            <ac:graphicFrameMk id="4" creationId="{CF8DE5E0-D374-CC22-8D92-272CB4D7D5AF}"/>
          </ac:graphicFrameMkLst>
        </pc:graphicFrameChg>
        <pc:graphicFrameChg chg="add mod modGraphic">
          <ac:chgData name="Y I" userId="1ad7123e4ed09ae3" providerId="LiveId" clId="{6DEF62D7-AFC5-4C44-A21D-F291BF42E1B7}" dt="2025-12-19T11:55:20.730" v="17468"/>
          <ac:graphicFrameMkLst>
            <pc:docMk/>
            <pc:sldMk cId="3777097646" sldId="270"/>
            <ac:graphicFrameMk id="8" creationId="{20681871-3A95-AAEE-7024-CA6E66CA4A46}"/>
          </ac:graphicFrameMkLst>
        </pc:graphicFrameChg>
        <pc:graphicFrameChg chg="add mod modGraphic">
          <ac:chgData name="Y I" userId="1ad7123e4ed09ae3" providerId="LiveId" clId="{6DEF62D7-AFC5-4C44-A21D-F291BF42E1B7}" dt="2025-12-19T11:55:51.480" v="17470"/>
          <ac:graphicFrameMkLst>
            <pc:docMk/>
            <pc:sldMk cId="3777097646" sldId="270"/>
            <ac:graphicFrameMk id="12" creationId="{D2FAE1A1-B169-5DA5-6409-FE1DB90E808E}"/>
          </ac:graphicFrameMkLst>
        </pc:graphicFrameChg>
        <pc:graphicFrameChg chg="add mod modGraphic">
          <ac:chgData name="Y I" userId="1ad7123e4ed09ae3" providerId="LiveId" clId="{6DEF62D7-AFC5-4C44-A21D-F291BF42E1B7}" dt="2025-12-19T12:57:34.720" v="17605"/>
          <ac:graphicFrameMkLst>
            <pc:docMk/>
            <pc:sldMk cId="3777097646" sldId="270"/>
            <ac:graphicFrameMk id="14" creationId="{EBD05911-1610-2BFA-0338-6CC7310C3088}"/>
          </ac:graphicFrameMkLst>
        </pc:graphicFrameChg>
        <pc:graphicFrameChg chg="add del mod modGraphic">
          <ac:chgData name="Y I" userId="1ad7123e4ed09ae3" providerId="LiveId" clId="{6DEF62D7-AFC5-4C44-A21D-F291BF42E1B7}" dt="2025-12-19T12:59:46.601" v="17660" actId="478"/>
          <ac:graphicFrameMkLst>
            <pc:docMk/>
            <pc:sldMk cId="3777097646" sldId="270"/>
            <ac:graphicFrameMk id="16" creationId="{9A5BC1DA-B4E7-4335-E3E3-DCF26DAD6615}"/>
          </ac:graphicFrameMkLst>
        </pc:graphicFrameChg>
        <pc:graphicFrameChg chg="add mod modGraphic">
          <ac:chgData name="Y I" userId="1ad7123e4ed09ae3" providerId="LiveId" clId="{6DEF62D7-AFC5-4C44-A21D-F291BF42E1B7}" dt="2025-12-19T13:08:11.521" v="17773" actId="207"/>
          <ac:graphicFrameMkLst>
            <pc:docMk/>
            <pc:sldMk cId="3777097646" sldId="270"/>
            <ac:graphicFrameMk id="18" creationId="{59F607DF-F6B2-6E69-5442-EA1E389B6A10}"/>
          </ac:graphicFrameMkLst>
        </pc:graphicFrameChg>
        <pc:cxnChg chg="add mod">
          <ac:chgData name="Y I" userId="1ad7123e4ed09ae3" providerId="LiveId" clId="{6DEF62D7-AFC5-4C44-A21D-F291BF42E1B7}" dt="2025-12-19T12:59:28.039" v="17658"/>
          <ac:cxnSpMkLst>
            <pc:docMk/>
            <pc:sldMk cId="3777097646" sldId="270"/>
            <ac:cxnSpMk id="7" creationId="{82BE5865-E58C-E9DF-A84C-9A1797997A06}"/>
          </ac:cxnSpMkLst>
        </pc:cxnChg>
        <pc:cxnChg chg="add mod">
          <ac:chgData name="Y I" userId="1ad7123e4ed09ae3" providerId="LiveId" clId="{6DEF62D7-AFC5-4C44-A21D-F291BF42E1B7}" dt="2025-12-19T13:00:02.397" v="17662" actId="1076"/>
          <ac:cxnSpMkLst>
            <pc:docMk/>
            <pc:sldMk cId="3777097646" sldId="270"/>
            <ac:cxnSpMk id="17" creationId="{F296788A-BF8B-01E2-5F6C-E0A03E255AD1}"/>
          </ac:cxnSpMkLst>
        </pc:cxnChg>
      </pc:sldChg>
      <pc:sldChg chg="modSp new mod">
        <pc:chgData name="Y I" userId="1ad7123e4ed09ae3" providerId="LiveId" clId="{6DEF62D7-AFC5-4C44-A21D-F291BF42E1B7}" dt="2025-12-18T00:22:32.710" v="9261" actId="20577"/>
        <pc:sldMkLst>
          <pc:docMk/>
          <pc:sldMk cId="1475080972" sldId="271"/>
        </pc:sldMkLst>
        <pc:spChg chg="mod">
          <ac:chgData name="Y I" userId="1ad7123e4ed09ae3" providerId="LiveId" clId="{6DEF62D7-AFC5-4C44-A21D-F291BF42E1B7}" dt="2025-12-18T00:22:00.609" v="9254" actId="20577"/>
          <ac:spMkLst>
            <pc:docMk/>
            <pc:sldMk cId="1475080972" sldId="271"/>
            <ac:spMk id="2" creationId="{B141877F-4F66-8039-3A97-2BB1875594EF}"/>
          </ac:spMkLst>
        </pc:spChg>
        <pc:spChg chg="mod">
          <ac:chgData name="Y I" userId="1ad7123e4ed09ae3" providerId="LiveId" clId="{6DEF62D7-AFC5-4C44-A21D-F291BF42E1B7}" dt="2025-12-18T00:22:32.710" v="9261" actId="20577"/>
          <ac:spMkLst>
            <pc:docMk/>
            <pc:sldMk cId="1475080972" sldId="271"/>
            <ac:spMk id="3" creationId="{07DFD5E3-0A80-C20A-B9EE-4B9F226DD9C4}"/>
          </ac:spMkLst>
        </pc:spChg>
      </pc:sldChg>
      <pc:sldChg chg="addSp modSp new mod">
        <pc:chgData name="Y I" userId="1ad7123e4ed09ae3" providerId="LiveId" clId="{6DEF62D7-AFC5-4C44-A21D-F291BF42E1B7}" dt="2025-12-18T08:47:45.143" v="11956" actId="14100"/>
        <pc:sldMkLst>
          <pc:docMk/>
          <pc:sldMk cId="2373877374" sldId="272"/>
        </pc:sldMkLst>
        <pc:spChg chg="mod">
          <ac:chgData name="Y I" userId="1ad7123e4ed09ae3" providerId="LiveId" clId="{6DEF62D7-AFC5-4C44-A21D-F291BF42E1B7}" dt="2025-12-18T00:23:20.416" v="9298" actId="20577"/>
          <ac:spMkLst>
            <pc:docMk/>
            <pc:sldMk cId="2373877374" sldId="272"/>
            <ac:spMk id="2" creationId="{FE1C56D4-621C-25C9-ACAE-31E27319F02C}"/>
          </ac:spMkLst>
        </pc:spChg>
        <pc:spChg chg="add mod">
          <ac:chgData name="Y I" userId="1ad7123e4ed09ae3" providerId="LiveId" clId="{6DEF62D7-AFC5-4C44-A21D-F291BF42E1B7}" dt="2025-12-18T08:47:45.143" v="11956" actId="14100"/>
          <ac:spMkLst>
            <pc:docMk/>
            <pc:sldMk cId="2373877374" sldId="272"/>
            <ac:spMk id="4" creationId="{DE2F948D-4C5F-B895-88A1-04777E8AB06C}"/>
          </ac:spMkLst>
        </pc:spChg>
      </pc:sldChg>
      <pc:sldChg chg="addSp modSp new mod">
        <pc:chgData name="Y I" userId="1ad7123e4ed09ae3" providerId="LiveId" clId="{6DEF62D7-AFC5-4C44-A21D-F291BF42E1B7}" dt="2025-12-19T08:15:17.750" v="15743" actId="20577"/>
        <pc:sldMkLst>
          <pc:docMk/>
          <pc:sldMk cId="3714076640" sldId="273"/>
        </pc:sldMkLst>
        <pc:spChg chg="mod">
          <ac:chgData name="Y I" userId="1ad7123e4ed09ae3" providerId="LiveId" clId="{6DEF62D7-AFC5-4C44-A21D-F291BF42E1B7}" dt="2025-12-19T08:10:29.589" v="15670" actId="20577"/>
          <ac:spMkLst>
            <pc:docMk/>
            <pc:sldMk cId="3714076640" sldId="273"/>
            <ac:spMk id="2" creationId="{DA97F97C-A950-85C2-FF43-B2437F8E73D0}"/>
          </ac:spMkLst>
        </pc:spChg>
        <pc:spChg chg="mod">
          <ac:chgData name="Y I" userId="1ad7123e4ed09ae3" providerId="LiveId" clId="{6DEF62D7-AFC5-4C44-A21D-F291BF42E1B7}" dt="2025-12-19T08:09:03.079" v="15628" actId="1076"/>
          <ac:spMkLst>
            <pc:docMk/>
            <pc:sldMk cId="3714076640" sldId="273"/>
            <ac:spMk id="3" creationId="{D7CE6CBA-B3F3-B2CA-AE2C-D92F738632C7}"/>
          </ac:spMkLst>
        </pc:spChg>
        <pc:spChg chg="add mod">
          <ac:chgData name="Y I" userId="1ad7123e4ed09ae3" providerId="LiveId" clId="{6DEF62D7-AFC5-4C44-A21D-F291BF42E1B7}" dt="2025-12-19T08:12:02.413" v="15705" actId="1076"/>
          <ac:spMkLst>
            <pc:docMk/>
            <pc:sldMk cId="3714076640" sldId="273"/>
            <ac:spMk id="4" creationId="{2B93474A-6440-C77F-396D-4C2E67DAE240}"/>
          </ac:spMkLst>
        </pc:spChg>
        <pc:spChg chg="add mod">
          <ac:chgData name="Y I" userId="1ad7123e4ed09ae3" providerId="LiveId" clId="{6DEF62D7-AFC5-4C44-A21D-F291BF42E1B7}" dt="2025-12-19T08:12:02.413" v="15705" actId="1076"/>
          <ac:spMkLst>
            <pc:docMk/>
            <pc:sldMk cId="3714076640" sldId="273"/>
            <ac:spMk id="5" creationId="{029DD161-1C1C-F424-430C-C4B1777123CF}"/>
          </ac:spMkLst>
        </pc:spChg>
        <pc:spChg chg="add mod">
          <ac:chgData name="Y I" userId="1ad7123e4ed09ae3" providerId="LiveId" clId="{6DEF62D7-AFC5-4C44-A21D-F291BF42E1B7}" dt="2025-12-19T08:09:04.818" v="15631" actId="1076"/>
          <ac:spMkLst>
            <pc:docMk/>
            <pc:sldMk cId="3714076640" sldId="273"/>
            <ac:spMk id="6" creationId="{3D42A456-8063-7381-1C3B-D8AD2F65F177}"/>
          </ac:spMkLst>
        </pc:spChg>
        <pc:spChg chg="add mod">
          <ac:chgData name="Y I" userId="1ad7123e4ed09ae3" providerId="LiveId" clId="{6DEF62D7-AFC5-4C44-A21D-F291BF42E1B7}" dt="2025-12-19T08:15:17.750" v="15743" actId="20577"/>
          <ac:spMkLst>
            <pc:docMk/>
            <pc:sldMk cId="3714076640" sldId="273"/>
            <ac:spMk id="7" creationId="{5906535E-BF7C-526B-D4B4-D472D8F1D468}"/>
          </ac:spMkLst>
        </pc:spChg>
        <pc:spChg chg="add mod">
          <ac:chgData name="Y I" userId="1ad7123e4ed09ae3" providerId="LiveId" clId="{6DEF62D7-AFC5-4C44-A21D-F291BF42E1B7}" dt="2025-12-19T08:11:52.281" v="15704" actId="1076"/>
          <ac:spMkLst>
            <pc:docMk/>
            <pc:sldMk cId="3714076640" sldId="273"/>
            <ac:spMk id="8" creationId="{CC7BF061-B1B3-FE1F-3301-C4BA3A02E9D9}"/>
          </ac:spMkLst>
        </pc:spChg>
        <pc:spChg chg="add mod">
          <ac:chgData name="Y I" userId="1ad7123e4ed09ae3" providerId="LiveId" clId="{6DEF62D7-AFC5-4C44-A21D-F291BF42E1B7}" dt="2025-12-19T08:11:52.281" v="15704" actId="1076"/>
          <ac:spMkLst>
            <pc:docMk/>
            <pc:sldMk cId="3714076640" sldId="273"/>
            <ac:spMk id="11" creationId="{0CB8C88D-10E9-D70E-AB8E-03F67CD8C788}"/>
          </ac:spMkLst>
        </pc:spChg>
        <pc:spChg chg="add mod">
          <ac:chgData name="Y I" userId="1ad7123e4ed09ae3" providerId="LiveId" clId="{6DEF62D7-AFC5-4C44-A21D-F291BF42E1B7}" dt="2025-12-19T08:12:38.672" v="15707" actId="1076"/>
          <ac:spMkLst>
            <pc:docMk/>
            <pc:sldMk cId="3714076640" sldId="273"/>
            <ac:spMk id="13" creationId="{D2747A5F-87AB-E70F-1BFA-4C7D93E1402C}"/>
          </ac:spMkLst>
        </pc:spChg>
        <pc:spChg chg="add mod">
          <ac:chgData name="Y I" userId="1ad7123e4ed09ae3" providerId="LiveId" clId="{6DEF62D7-AFC5-4C44-A21D-F291BF42E1B7}" dt="2025-12-19T05:26:17.821" v="14418"/>
          <ac:spMkLst>
            <pc:docMk/>
            <pc:sldMk cId="3714076640" sldId="273"/>
            <ac:spMk id="14" creationId="{1BC9B638-7A40-41ED-C40E-91FC64467626}"/>
          </ac:spMkLst>
        </pc:spChg>
        <pc:spChg chg="add mod">
          <ac:chgData name="Y I" userId="1ad7123e4ed09ae3" providerId="LiveId" clId="{6DEF62D7-AFC5-4C44-A21D-F291BF42E1B7}" dt="2025-12-19T05:26:17.821" v="14418"/>
          <ac:spMkLst>
            <pc:docMk/>
            <pc:sldMk cId="3714076640" sldId="273"/>
            <ac:spMk id="16" creationId="{6175A042-E924-7C51-6B7D-B69D09FF2A46}"/>
          </ac:spMkLst>
        </pc:spChg>
        <pc:spChg chg="add mod">
          <ac:chgData name="Y I" userId="1ad7123e4ed09ae3" providerId="LiveId" clId="{6DEF62D7-AFC5-4C44-A21D-F291BF42E1B7}" dt="2025-12-19T05:26:16.708" v="14417"/>
          <ac:spMkLst>
            <pc:docMk/>
            <pc:sldMk cId="3714076640" sldId="273"/>
            <ac:spMk id="17" creationId="{03C79A6C-8844-10F8-9467-DA6015F2CD4E}"/>
          </ac:spMkLst>
        </pc:spChg>
        <pc:spChg chg="add mod">
          <ac:chgData name="Y I" userId="1ad7123e4ed09ae3" providerId="LiveId" clId="{6DEF62D7-AFC5-4C44-A21D-F291BF42E1B7}" dt="2025-12-19T05:26:16.708" v="14417"/>
          <ac:spMkLst>
            <pc:docMk/>
            <pc:sldMk cId="3714076640" sldId="273"/>
            <ac:spMk id="19" creationId="{20CB2A20-BCCA-A172-C9FC-216642EBB01C}"/>
          </ac:spMkLst>
        </pc:spChg>
        <pc:spChg chg="add mod ord">
          <ac:chgData name="Y I" userId="1ad7123e4ed09ae3" providerId="LiveId" clId="{6DEF62D7-AFC5-4C44-A21D-F291BF42E1B7}" dt="2025-12-19T08:11:52.281" v="15704" actId="1076"/>
          <ac:spMkLst>
            <pc:docMk/>
            <pc:sldMk cId="3714076640" sldId="273"/>
            <ac:spMk id="20" creationId="{108A4A9D-5BD0-8D58-F8CC-834CBF146D8B}"/>
          </ac:spMkLst>
        </pc:spChg>
        <pc:spChg chg="add mod ord">
          <ac:chgData name="Y I" userId="1ad7123e4ed09ae3" providerId="LiveId" clId="{6DEF62D7-AFC5-4C44-A21D-F291BF42E1B7}" dt="2025-12-19T08:11:52.281" v="15704" actId="1076"/>
          <ac:spMkLst>
            <pc:docMk/>
            <pc:sldMk cId="3714076640" sldId="273"/>
            <ac:spMk id="22" creationId="{28034347-499A-F29D-ED9A-35372E717DDA}"/>
          </ac:spMkLst>
        </pc:spChg>
        <pc:spChg chg="add mod ord">
          <ac:chgData name="Y I" userId="1ad7123e4ed09ae3" providerId="LiveId" clId="{6DEF62D7-AFC5-4C44-A21D-F291BF42E1B7}" dt="2025-12-19T08:11:52.281" v="15704" actId="1076"/>
          <ac:spMkLst>
            <pc:docMk/>
            <pc:sldMk cId="3714076640" sldId="273"/>
            <ac:spMk id="23" creationId="{997A7861-111A-9CA6-448A-7CA2FA0C6026}"/>
          </ac:spMkLst>
        </pc:spChg>
        <pc:spChg chg="add mod ord">
          <ac:chgData name="Y I" userId="1ad7123e4ed09ae3" providerId="LiveId" clId="{6DEF62D7-AFC5-4C44-A21D-F291BF42E1B7}" dt="2025-12-19T08:11:52.281" v="15704" actId="1076"/>
          <ac:spMkLst>
            <pc:docMk/>
            <pc:sldMk cId="3714076640" sldId="273"/>
            <ac:spMk id="25" creationId="{44DAB66E-BC4A-F6FD-C6DF-A22A1351BE96}"/>
          </ac:spMkLst>
        </pc:spChg>
        <pc:spChg chg="add mod ord">
          <ac:chgData name="Y I" userId="1ad7123e4ed09ae3" providerId="LiveId" clId="{6DEF62D7-AFC5-4C44-A21D-F291BF42E1B7}" dt="2025-12-19T08:11:52.281" v="15704" actId="1076"/>
          <ac:spMkLst>
            <pc:docMk/>
            <pc:sldMk cId="3714076640" sldId="273"/>
            <ac:spMk id="26" creationId="{20B95E1B-BD49-54EF-0541-582792B52A49}"/>
          </ac:spMkLst>
        </pc:spChg>
        <pc:spChg chg="add mod ord">
          <ac:chgData name="Y I" userId="1ad7123e4ed09ae3" providerId="LiveId" clId="{6DEF62D7-AFC5-4C44-A21D-F291BF42E1B7}" dt="2025-12-19T08:11:52.281" v="15704" actId="1076"/>
          <ac:spMkLst>
            <pc:docMk/>
            <pc:sldMk cId="3714076640" sldId="273"/>
            <ac:spMk id="28" creationId="{C4A3A8B7-35FC-CF98-AA2D-E683957ABDDA}"/>
          </ac:spMkLst>
        </pc:spChg>
        <pc:spChg chg="add mod">
          <ac:chgData name="Y I" userId="1ad7123e4ed09ae3" providerId="LiveId" clId="{6DEF62D7-AFC5-4C44-A21D-F291BF42E1B7}" dt="2025-12-19T05:29:27.010" v="14580" actId="571"/>
          <ac:spMkLst>
            <pc:docMk/>
            <pc:sldMk cId="3714076640" sldId="273"/>
            <ac:spMk id="30" creationId="{6B63F9D7-85C0-8336-4989-0C7763774EF9}"/>
          </ac:spMkLst>
        </pc:spChg>
        <pc:spChg chg="add mod">
          <ac:chgData name="Y I" userId="1ad7123e4ed09ae3" providerId="LiveId" clId="{6DEF62D7-AFC5-4C44-A21D-F291BF42E1B7}" dt="2025-12-19T08:13:23.702" v="15712" actId="1076"/>
          <ac:spMkLst>
            <pc:docMk/>
            <pc:sldMk cId="3714076640" sldId="273"/>
            <ac:spMk id="31" creationId="{BFAEFA72-C542-665E-18B7-1D1770A8A37A}"/>
          </ac:spMkLst>
        </pc:spChg>
        <pc:spChg chg="add mod ord">
          <ac:chgData name="Y I" userId="1ad7123e4ed09ae3" providerId="LiveId" clId="{6DEF62D7-AFC5-4C44-A21D-F291BF42E1B7}" dt="2025-12-19T08:09:04.818" v="15631" actId="1076"/>
          <ac:spMkLst>
            <pc:docMk/>
            <pc:sldMk cId="3714076640" sldId="273"/>
            <ac:spMk id="32" creationId="{4BA1C81F-098F-1055-612E-191842870143}"/>
          </ac:spMkLst>
        </pc:spChg>
        <pc:spChg chg="add mod ord">
          <ac:chgData name="Y I" userId="1ad7123e4ed09ae3" providerId="LiveId" clId="{6DEF62D7-AFC5-4C44-A21D-F291BF42E1B7}" dt="2025-12-19T08:09:04.818" v="15631" actId="1076"/>
          <ac:spMkLst>
            <pc:docMk/>
            <pc:sldMk cId="3714076640" sldId="273"/>
            <ac:spMk id="33" creationId="{88D6E3A3-9EF0-3B7A-3507-B3C4F702192E}"/>
          </ac:spMkLst>
        </pc:spChg>
        <pc:spChg chg="add mod ord">
          <ac:chgData name="Y I" userId="1ad7123e4ed09ae3" providerId="LiveId" clId="{6DEF62D7-AFC5-4C44-A21D-F291BF42E1B7}" dt="2025-12-19T08:09:04.818" v="15631" actId="1076"/>
          <ac:spMkLst>
            <pc:docMk/>
            <pc:sldMk cId="3714076640" sldId="273"/>
            <ac:spMk id="35" creationId="{7C314984-CE84-A3DB-BD5F-CB61571FBB6B}"/>
          </ac:spMkLst>
        </pc:spChg>
        <pc:spChg chg="add mod ord">
          <ac:chgData name="Y I" userId="1ad7123e4ed09ae3" providerId="LiveId" clId="{6DEF62D7-AFC5-4C44-A21D-F291BF42E1B7}" dt="2025-12-19T08:09:04.818" v="15631" actId="1076"/>
          <ac:spMkLst>
            <pc:docMk/>
            <pc:sldMk cId="3714076640" sldId="273"/>
            <ac:spMk id="36" creationId="{7A32930A-F133-6C45-8E10-E4DAC78A51EE}"/>
          </ac:spMkLst>
        </pc:spChg>
        <pc:spChg chg="add mod ord">
          <ac:chgData name="Y I" userId="1ad7123e4ed09ae3" providerId="LiveId" clId="{6DEF62D7-AFC5-4C44-A21D-F291BF42E1B7}" dt="2025-12-19T08:09:04.818" v="15631" actId="1076"/>
          <ac:spMkLst>
            <pc:docMk/>
            <pc:sldMk cId="3714076640" sldId="273"/>
            <ac:spMk id="38" creationId="{D018E769-73F3-2939-8D26-9B21FB0573AD}"/>
          </ac:spMkLst>
        </pc:spChg>
        <pc:spChg chg="add mod ord">
          <ac:chgData name="Y I" userId="1ad7123e4ed09ae3" providerId="LiveId" clId="{6DEF62D7-AFC5-4C44-A21D-F291BF42E1B7}" dt="2025-12-19T08:09:04.818" v="15631" actId="1076"/>
          <ac:spMkLst>
            <pc:docMk/>
            <pc:sldMk cId="3714076640" sldId="273"/>
            <ac:spMk id="39" creationId="{0CE52D74-514B-D763-212B-F28AF05A84E5}"/>
          </ac:spMkLst>
        </pc:spChg>
        <pc:spChg chg="add mod">
          <ac:chgData name="Y I" userId="1ad7123e4ed09ae3" providerId="LiveId" clId="{6DEF62D7-AFC5-4C44-A21D-F291BF42E1B7}" dt="2025-12-19T08:09:03.531" v="15629" actId="1076"/>
          <ac:spMkLst>
            <pc:docMk/>
            <pc:sldMk cId="3714076640" sldId="273"/>
            <ac:spMk id="42" creationId="{45BB2A7E-ACE7-B8A0-2055-99F77E9EA8DB}"/>
          </ac:spMkLst>
        </pc:spChg>
        <pc:spChg chg="add mod ord">
          <ac:chgData name="Y I" userId="1ad7123e4ed09ae3" providerId="LiveId" clId="{6DEF62D7-AFC5-4C44-A21D-F291BF42E1B7}" dt="2025-12-19T06:46:34.908" v="15233" actId="14100"/>
          <ac:spMkLst>
            <pc:docMk/>
            <pc:sldMk cId="3714076640" sldId="273"/>
            <ac:spMk id="43" creationId="{905380C7-633B-EDE9-6983-86E4828BD845}"/>
          </ac:spMkLst>
        </pc:spChg>
        <pc:spChg chg="add mod">
          <ac:chgData name="Y I" userId="1ad7123e4ed09ae3" providerId="LiveId" clId="{6DEF62D7-AFC5-4C44-A21D-F291BF42E1B7}" dt="2025-12-19T06:47:03.980" v="15235" actId="1076"/>
          <ac:spMkLst>
            <pc:docMk/>
            <pc:sldMk cId="3714076640" sldId="273"/>
            <ac:spMk id="44" creationId="{288E17D5-4A09-D914-216C-B167429B96CB}"/>
          </ac:spMkLst>
        </pc:spChg>
        <pc:spChg chg="add mod">
          <ac:chgData name="Y I" userId="1ad7123e4ed09ae3" providerId="LiveId" clId="{6DEF62D7-AFC5-4C44-A21D-F291BF42E1B7}" dt="2025-12-19T08:03:15.371" v="15471" actId="255"/>
          <ac:spMkLst>
            <pc:docMk/>
            <pc:sldMk cId="3714076640" sldId="273"/>
            <ac:spMk id="45" creationId="{86982A66-6A50-7962-ED92-10F5A8FAECFF}"/>
          </ac:spMkLst>
        </pc:spChg>
        <pc:spChg chg="add mod">
          <ac:chgData name="Y I" userId="1ad7123e4ed09ae3" providerId="LiveId" clId="{6DEF62D7-AFC5-4C44-A21D-F291BF42E1B7}" dt="2025-12-19T08:08:49.449" v="15615"/>
          <ac:spMkLst>
            <pc:docMk/>
            <pc:sldMk cId="3714076640" sldId="273"/>
            <ac:spMk id="46" creationId="{301F27F3-DBD6-CD4F-B402-469A69E38AB0}"/>
          </ac:spMkLst>
        </pc:spChg>
        <pc:spChg chg="add mod">
          <ac:chgData name="Y I" userId="1ad7123e4ed09ae3" providerId="LiveId" clId="{6DEF62D7-AFC5-4C44-A21D-F291BF42E1B7}" dt="2025-12-19T08:08:49.449" v="15615"/>
          <ac:spMkLst>
            <pc:docMk/>
            <pc:sldMk cId="3714076640" sldId="273"/>
            <ac:spMk id="47" creationId="{D419AFBE-5806-AFB9-F1B2-729797F9679D}"/>
          </ac:spMkLst>
        </pc:spChg>
        <pc:spChg chg="add mod">
          <ac:chgData name="Y I" userId="1ad7123e4ed09ae3" providerId="LiveId" clId="{6DEF62D7-AFC5-4C44-A21D-F291BF42E1B7}" dt="2025-12-19T08:08:49.449" v="15615"/>
          <ac:spMkLst>
            <pc:docMk/>
            <pc:sldMk cId="3714076640" sldId="273"/>
            <ac:spMk id="49" creationId="{90424F87-8068-B151-520B-7016E95B4085}"/>
          </ac:spMkLst>
        </pc:spChg>
        <pc:spChg chg="add mod">
          <ac:chgData name="Y I" userId="1ad7123e4ed09ae3" providerId="LiveId" clId="{6DEF62D7-AFC5-4C44-A21D-F291BF42E1B7}" dt="2025-12-19T08:08:49.449" v="15615"/>
          <ac:spMkLst>
            <pc:docMk/>
            <pc:sldMk cId="3714076640" sldId="273"/>
            <ac:spMk id="50" creationId="{009E9318-196D-2060-78A7-E1606E4371B2}"/>
          </ac:spMkLst>
        </pc:spChg>
        <pc:spChg chg="add mod">
          <ac:chgData name="Y I" userId="1ad7123e4ed09ae3" providerId="LiveId" clId="{6DEF62D7-AFC5-4C44-A21D-F291BF42E1B7}" dt="2025-12-19T08:08:49.449" v="15615"/>
          <ac:spMkLst>
            <pc:docMk/>
            <pc:sldMk cId="3714076640" sldId="273"/>
            <ac:spMk id="52" creationId="{C0A41532-496C-A247-3A6D-6BB6C270247A}"/>
          </ac:spMkLst>
        </pc:spChg>
        <pc:spChg chg="add mod">
          <ac:chgData name="Y I" userId="1ad7123e4ed09ae3" providerId="LiveId" clId="{6DEF62D7-AFC5-4C44-A21D-F291BF42E1B7}" dt="2025-12-19T08:08:49.449" v="15615"/>
          <ac:spMkLst>
            <pc:docMk/>
            <pc:sldMk cId="3714076640" sldId="273"/>
            <ac:spMk id="53" creationId="{2C341253-5788-1CDD-8DBB-4D9CE6A370C0}"/>
          </ac:spMkLst>
        </pc:spChg>
        <pc:spChg chg="add mod">
          <ac:chgData name="Y I" userId="1ad7123e4ed09ae3" providerId="LiveId" clId="{6DEF62D7-AFC5-4C44-A21D-F291BF42E1B7}" dt="2025-12-19T08:08:49.449" v="15615"/>
          <ac:spMkLst>
            <pc:docMk/>
            <pc:sldMk cId="3714076640" sldId="273"/>
            <ac:spMk id="55" creationId="{7759FC08-AB63-7C8D-E7BF-4C1D0E5A80BB}"/>
          </ac:spMkLst>
        </pc:spChg>
        <pc:spChg chg="add mod">
          <ac:chgData name="Y I" userId="1ad7123e4ed09ae3" providerId="LiveId" clId="{6DEF62D7-AFC5-4C44-A21D-F291BF42E1B7}" dt="2025-12-19T08:08:49.449" v="15615"/>
          <ac:spMkLst>
            <pc:docMk/>
            <pc:sldMk cId="3714076640" sldId="273"/>
            <ac:spMk id="56" creationId="{2A8A5202-64EF-A3A1-D04B-EABCAE7251D7}"/>
          </ac:spMkLst>
        </pc:spChg>
        <pc:graphicFrameChg chg="add mod modGraphic">
          <ac:chgData name="Y I" userId="1ad7123e4ed09ae3" providerId="LiveId" clId="{6DEF62D7-AFC5-4C44-A21D-F291BF42E1B7}" dt="2025-12-19T07:55:43.628" v="15354" actId="20577"/>
          <ac:graphicFrameMkLst>
            <pc:docMk/>
            <pc:sldMk cId="3714076640" sldId="273"/>
            <ac:graphicFrameMk id="9" creationId="{CFD26BDC-B538-EF9D-6FCB-390CAAFC3912}"/>
          </ac:graphicFrameMkLst>
        </pc:graphicFrameChg>
        <pc:graphicFrameChg chg="add mod modGraphic">
          <ac:chgData name="Y I" userId="1ad7123e4ed09ae3" providerId="LiveId" clId="{6DEF62D7-AFC5-4C44-A21D-F291BF42E1B7}" dt="2025-12-19T08:12:02.413" v="15705" actId="1076"/>
          <ac:graphicFrameMkLst>
            <pc:docMk/>
            <pc:sldMk cId="3714076640" sldId="273"/>
            <ac:graphicFrameMk id="10" creationId="{81C59034-F6F5-B9A9-5B22-774F09EF5FF0}"/>
          </ac:graphicFrameMkLst>
        </pc:graphicFrameChg>
        <pc:graphicFrameChg chg="add mod modGraphic">
          <ac:chgData name="Y I" userId="1ad7123e4ed09ae3" providerId="LiveId" clId="{6DEF62D7-AFC5-4C44-A21D-F291BF42E1B7}" dt="2025-12-19T08:09:10.495" v="15633" actId="20577"/>
          <ac:graphicFrameMkLst>
            <pc:docMk/>
            <pc:sldMk cId="3714076640" sldId="273"/>
            <ac:graphicFrameMk id="12" creationId="{8FCF869E-FCBD-4BCB-E699-EB73F8FB298F}"/>
          </ac:graphicFrameMkLst>
        </pc:graphicFrameChg>
        <pc:graphicFrameChg chg="add mod">
          <ac:chgData name="Y I" userId="1ad7123e4ed09ae3" providerId="LiveId" clId="{6DEF62D7-AFC5-4C44-A21D-F291BF42E1B7}" dt="2025-12-19T05:26:17.821" v="14418"/>
          <ac:graphicFrameMkLst>
            <pc:docMk/>
            <pc:sldMk cId="3714076640" sldId="273"/>
            <ac:graphicFrameMk id="15" creationId="{0DA7477D-16C0-A68F-D06E-A65239223A24}"/>
          </ac:graphicFrameMkLst>
        </pc:graphicFrameChg>
        <pc:graphicFrameChg chg="add mod">
          <ac:chgData name="Y I" userId="1ad7123e4ed09ae3" providerId="LiveId" clId="{6DEF62D7-AFC5-4C44-A21D-F291BF42E1B7}" dt="2025-12-19T05:26:16.708" v="14417"/>
          <ac:graphicFrameMkLst>
            <pc:docMk/>
            <pc:sldMk cId="3714076640" sldId="273"/>
            <ac:graphicFrameMk id="18" creationId="{756ABB0F-7973-5ECE-DBBA-E4BFB6E27BE3}"/>
          </ac:graphicFrameMkLst>
        </pc:graphicFrameChg>
        <pc:graphicFrameChg chg="add mod ord">
          <ac:chgData name="Y I" userId="1ad7123e4ed09ae3" providerId="LiveId" clId="{6DEF62D7-AFC5-4C44-A21D-F291BF42E1B7}" dt="2025-12-19T05:27:27.722" v="14440" actId="1035"/>
          <ac:graphicFrameMkLst>
            <pc:docMk/>
            <pc:sldMk cId="3714076640" sldId="273"/>
            <ac:graphicFrameMk id="21" creationId="{E84594D9-E332-0261-79DE-0340EF6568B9}"/>
          </ac:graphicFrameMkLst>
        </pc:graphicFrameChg>
        <pc:graphicFrameChg chg="add mod ord">
          <ac:chgData name="Y I" userId="1ad7123e4ed09ae3" providerId="LiveId" clId="{6DEF62D7-AFC5-4C44-A21D-F291BF42E1B7}" dt="2025-12-19T08:11:52.281" v="15704" actId="1076"/>
          <ac:graphicFrameMkLst>
            <pc:docMk/>
            <pc:sldMk cId="3714076640" sldId="273"/>
            <ac:graphicFrameMk id="24" creationId="{F992BCAD-898F-7759-9110-D0A9AC495573}"/>
          </ac:graphicFrameMkLst>
        </pc:graphicFrameChg>
        <pc:graphicFrameChg chg="add mod ord">
          <ac:chgData name="Y I" userId="1ad7123e4ed09ae3" providerId="LiveId" clId="{6DEF62D7-AFC5-4C44-A21D-F291BF42E1B7}" dt="2025-12-19T08:11:52.281" v="15704" actId="1076"/>
          <ac:graphicFrameMkLst>
            <pc:docMk/>
            <pc:sldMk cId="3714076640" sldId="273"/>
            <ac:graphicFrameMk id="27" creationId="{335FDF14-C792-8F0A-A280-D0C90774999E}"/>
          </ac:graphicFrameMkLst>
        </pc:graphicFrameChg>
        <pc:graphicFrameChg chg="add mod ord">
          <ac:chgData name="Y I" userId="1ad7123e4ed09ae3" providerId="LiveId" clId="{6DEF62D7-AFC5-4C44-A21D-F291BF42E1B7}" dt="2025-12-19T05:31:32.863" v="14723" actId="1035"/>
          <ac:graphicFrameMkLst>
            <pc:docMk/>
            <pc:sldMk cId="3714076640" sldId="273"/>
            <ac:graphicFrameMk id="34" creationId="{528CA8EB-3A93-B114-AC01-B1526572EAEF}"/>
          </ac:graphicFrameMkLst>
        </pc:graphicFrameChg>
        <pc:graphicFrameChg chg="add mod ord">
          <ac:chgData name="Y I" userId="1ad7123e4ed09ae3" providerId="LiveId" clId="{6DEF62D7-AFC5-4C44-A21D-F291BF42E1B7}" dt="2025-12-19T05:31:58.005" v="14739" actId="1037"/>
          <ac:graphicFrameMkLst>
            <pc:docMk/>
            <pc:sldMk cId="3714076640" sldId="273"/>
            <ac:graphicFrameMk id="37" creationId="{5872DDA7-F21F-35AF-3827-3663E70A62FE}"/>
          </ac:graphicFrameMkLst>
        </pc:graphicFrameChg>
        <pc:graphicFrameChg chg="add mod ord">
          <ac:chgData name="Y I" userId="1ad7123e4ed09ae3" providerId="LiveId" clId="{6DEF62D7-AFC5-4C44-A21D-F291BF42E1B7}" dt="2025-12-19T08:09:04.818" v="15631" actId="1076"/>
          <ac:graphicFrameMkLst>
            <pc:docMk/>
            <pc:sldMk cId="3714076640" sldId="273"/>
            <ac:graphicFrameMk id="40" creationId="{BD5E1DCF-1EC9-C7C5-610C-EC0A455D1E75}"/>
          </ac:graphicFrameMkLst>
        </pc:graphicFrameChg>
        <pc:graphicFrameChg chg="add mod">
          <ac:chgData name="Y I" userId="1ad7123e4ed09ae3" providerId="LiveId" clId="{6DEF62D7-AFC5-4C44-A21D-F291BF42E1B7}" dt="2025-12-19T08:08:49.449" v="15615"/>
          <ac:graphicFrameMkLst>
            <pc:docMk/>
            <pc:sldMk cId="3714076640" sldId="273"/>
            <ac:graphicFrameMk id="48" creationId="{2AA70744-01D4-8CD3-9FED-B8A083825D2E}"/>
          </ac:graphicFrameMkLst>
        </pc:graphicFrameChg>
        <pc:graphicFrameChg chg="add mod">
          <ac:chgData name="Y I" userId="1ad7123e4ed09ae3" providerId="LiveId" clId="{6DEF62D7-AFC5-4C44-A21D-F291BF42E1B7}" dt="2025-12-19T08:08:49.449" v="15615"/>
          <ac:graphicFrameMkLst>
            <pc:docMk/>
            <pc:sldMk cId="3714076640" sldId="273"/>
            <ac:graphicFrameMk id="54" creationId="{9E88F096-6322-93F0-6CB7-F03E1668214D}"/>
          </ac:graphicFrameMkLst>
        </pc:graphicFrameChg>
        <pc:cxnChg chg="add mod">
          <ac:chgData name="Y I" userId="1ad7123e4ed09ae3" providerId="LiveId" clId="{6DEF62D7-AFC5-4C44-A21D-F291BF42E1B7}" dt="2025-12-19T05:29:10.568" v="14578" actId="1036"/>
          <ac:cxnSpMkLst>
            <pc:docMk/>
            <pc:sldMk cId="3714076640" sldId="273"/>
            <ac:cxnSpMk id="29" creationId="{7EBDCD7B-9504-E43E-C8D0-ECBB1B6544DD}"/>
          </ac:cxnSpMkLst>
        </pc:cxnChg>
        <pc:cxnChg chg="add mod">
          <ac:chgData name="Y I" userId="1ad7123e4ed09ae3" providerId="LiveId" clId="{6DEF62D7-AFC5-4C44-A21D-F291BF42E1B7}" dt="2025-12-19T08:08:59.912" v="15620" actId="1035"/>
          <ac:cxnSpMkLst>
            <pc:docMk/>
            <pc:sldMk cId="3714076640" sldId="273"/>
            <ac:cxnSpMk id="41" creationId="{A1F573A6-AB09-712F-9ECA-EA7F8F1B2495}"/>
          </ac:cxnSpMkLst>
        </pc:cxnChg>
      </pc:sldChg>
      <pc:sldChg chg="addSp delSp modSp new del mod">
        <pc:chgData name="Y I" userId="1ad7123e4ed09ae3" providerId="LiveId" clId="{6DEF62D7-AFC5-4C44-A21D-F291BF42E1B7}" dt="2025-12-18T05:35:05.244" v="10446" actId="2696"/>
        <pc:sldMkLst>
          <pc:docMk/>
          <pc:sldMk cId="3146854011" sldId="274"/>
        </pc:sldMkLst>
        <pc:spChg chg="del mod">
          <ac:chgData name="Y I" userId="1ad7123e4ed09ae3" providerId="LiveId" clId="{6DEF62D7-AFC5-4C44-A21D-F291BF42E1B7}" dt="2025-12-18T05:04:18.164" v="10318" actId="478"/>
          <ac:spMkLst>
            <pc:docMk/>
            <pc:sldMk cId="3146854011" sldId="274"/>
            <ac:spMk id="3" creationId="{7D689FAD-DD6B-F5C1-485F-90D438C524AB}"/>
          </ac:spMkLst>
        </pc:spChg>
        <pc:spChg chg="mod">
          <ac:chgData name="Y I" userId="1ad7123e4ed09ae3" providerId="LiveId" clId="{6DEF62D7-AFC5-4C44-A21D-F291BF42E1B7}" dt="2025-12-18T05:31:47.418" v="10418" actId="14100"/>
          <ac:spMkLst>
            <pc:docMk/>
            <pc:sldMk cId="3146854011" sldId="274"/>
            <ac:spMk id="5" creationId="{05B50337-FAD0-BFD1-2B06-C56D45EB6C84}"/>
          </ac:spMkLst>
        </pc:spChg>
        <pc:spChg chg="mod topLvl">
          <ac:chgData name="Y I" userId="1ad7123e4ed09ae3" providerId="LiveId" clId="{6DEF62D7-AFC5-4C44-A21D-F291BF42E1B7}" dt="2025-12-18T05:31:59.193" v="10419" actId="1076"/>
          <ac:spMkLst>
            <pc:docMk/>
            <pc:sldMk cId="3146854011" sldId="274"/>
            <ac:spMk id="7" creationId="{28ED9474-8C10-3D9D-4829-64B007348C60}"/>
          </ac:spMkLst>
        </pc:spChg>
        <pc:spChg chg="mod topLvl">
          <ac:chgData name="Y I" userId="1ad7123e4ed09ae3" providerId="LiveId" clId="{6DEF62D7-AFC5-4C44-A21D-F291BF42E1B7}" dt="2025-12-18T05:31:59.193" v="10419" actId="1076"/>
          <ac:spMkLst>
            <pc:docMk/>
            <pc:sldMk cId="3146854011" sldId="274"/>
            <ac:spMk id="18" creationId="{F47EBE9C-DCF3-EBC2-7492-2EC9A4C6C8A7}"/>
          </ac:spMkLst>
        </pc:spChg>
        <pc:spChg chg="mod topLvl">
          <ac:chgData name="Y I" userId="1ad7123e4ed09ae3" providerId="LiveId" clId="{6DEF62D7-AFC5-4C44-A21D-F291BF42E1B7}" dt="2025-12-18T05:31:59.193" v="10419" actId="1076"/>
          <ac:spMkLst>
            <pc:docMk/>
            <pc:sldMk cId="3146854011" sldId="274"/>
            <ac:spMk id="22" creationId="{049AEAB1-7020-29F8-F56D-5C77BBE339ED}"/>
          </ac:spMkLst>
        </pc:spChg>
        <pc:spChg chg="mod topLvl">
          <ac:chgData name="Y I" userId="1ad7123e4ed09ae3" providerId="LiveId" clId="{6DEF62D7-AFC5-4C44-A21D-F291BF42E1B7}" dt="2025-12-18T05:31:59.193" v="10419" actId="1076"/>
          <ac:spMkLst>
            <pc:docMk/>
            <pc:sldMk cId="3146854011" sldId="274"/>
            <ac:spMk id="26" creationId="{D5F7F7E5-9CF1-D649-AC0A-7EDA8DC84AB3}"/>
          </ac:spMkLst>
        </pc:spChg>
        <pc:spChg chg="mod topLvl">
          <ac:chgData name="Y I" userId="1ad7123e4ed09ae3" providerId="LiveId" clId="{6DEF62D7-AFC5-4C44-A21D-F291BF42E1B7}" dt="2025-12-18T05:31:59.193" v="10419" actId="1076"/>
          <ac:spMkLst>
            <pc:docMk/>
            <pc:sldMk cId="3146854011" sldId="274"/>
            <ac:spMk id="27" creationId="{A9840231-235F-882C-1DE6-E22CFFC2E5F1}"/>
          </ac:spMkLst>
        </pc:spChg>
        <pc:spChg chg="mod topLvl">
          <ac:chgData name="Y I" userId="1ad7123e4ed09ae3" providerId="LiveId" clId="{6DEF62D7-AFC5-4C44-A21D-F291BF42E1B7}" dt="2025-12-18T05:31:59.193" v="10419" actId="1076"/>
          <ac:spMkLst>
            <pc:docMk/>
            <pc:sldMk cId="3146854011" sldId="274"/>
            <ac:spMk id="29" creationId="{5BC34988-347B-704F-2A19-AD223DC3979E}"/>
          </ac:spMkLst>
        </pc:spChg>
        <pc:spChg chg="mod">
          <ac:chgData name="Y I" userId="1ad7123e4ed09ae3" providerId="LiveId" clId="{6DEF62D7-AFC5-4C44-A21D-F291BF42E1B7}" dt="2025-12-18T05:05:31.760" v="10351" actId="14100"/>
          <ac:spMkLst>
            <pc:docMk/>
            <pc:sldMk cId="3146854011" sldId="274"/>
            <ac:spMk id="31" creationId="{C3CE57AF-D090-D680-58BC-C20FEE4CE28D}"/>
          </ac:spMkLst>
        </pc:spChg>
        <pc:spChg chg="mod topLvl">
          <ac:chgData name="Y I" userId="1ad7123e4ed09ae3" providerId="LiveId" clId="{6DEF62D7-AFC5-4C44-A21D-F291BF42E1B7}" dt="2025-12-18T05:31:59.193" v="10419" actId="1076"/>
          <ac:spMkLst>
            <pc:docMk/>
            <pc:sldMk cId="3146854011" sldId="274"/>
            <ac:spMk id="40" creationId="{987B1C2D-E1BE-154C-3605-0C7047EF83EB}"/>
          </ac:spMkLst>
        </pc:spChg>
        <pc:spChg chg="mod topLvl">
          <ac:chgData name="Y I" userId="1ad7123e4ed09ae3" providerId="LiveId" clId="{6DEF62D7-AFC5-4C44-A21D-F291BF42E1B7}" dt="2025-12-18T05:31:59.193" v="10419" actId="1076"/>
          <ac:spMkLst>
            <pc:docMk/>
            <pc:sldMk cId="3146854011" sldId="274"/>
            <ac:spMk id="41" creationId="{9446A7E3-C240-266E-1CF2-75820EEBD6BA}"/>
          </ac:spMkLst>
        </pc:spChg>
        <pc:spChg chg="mod">
          <ac:chgData name="Y I" userId="1ad7123e4ed09ae3" providerId="LiveId" clId="{6DEF62D7-AFC5-4C44-A21D-F291BF42E1B7}" dt="2025-12-18T05:04:31.006" v="10320" actId="1076"/>
          <ac:spMkLst>
            <pc:docMk/>
            <pc:sldMk cId="3146854011" sldId="274"/>
            <ac:spMk id="50" creationId="{BE70F653-0508-157A-43F0-22ED2BD4BA4F}"/>
          </ac:spMkLst>
        </pc:spChg>
        <pc:spChg chg="mod">
          <ac:chgData name="Y I" userId="1ad7123e4ed09ae3" providerId="LiveId" clId="{6DEF62D7-AFC5-4C44-A21D-F291BF42E1B7}" dt="2025-12-18T05:05:07.829" v="10346" actId="255"/>
          <ac:spMkLst>
            <pc:docMk/>
            <pc:sldMk cId="3146854011" sldId="274"/>
            <ac:spMk id="59" creationId="{F34AC234-DC91-F89D-A1B1-8E4E4B7EFE92}"/>
          </ac:spMkLst>
        </pc:spChg>
        <pc:spChg chg="mod">
          <ac:chgData name="Y I" userId="1ad7123e4ed09ae3" providerId="LiveId" clId="{6DEF62D7-AFC5-4C44-A21D-F291BF42E1B7}" dt="2025-12-18T05:05:07.829" v="10346" actId="255"/>
          <ac:spMkLst>
            <pc:docMk/>
            <pc:sldMk cId="3146854011" sldId="274"/>
            <ac:spMk id="63" creationId="{34F64BB0-F0F2-E763-DB04-23FDE048B173}"/>
          </ac:spMkLst>
        </pc:spChg>
        <pc:spChg chg="mod topLvl">
          <ac:chgData name="Y I" userId="1ad7123e4ed09ae3" providerId="LiveId" clId="{6DEF62D7-AFC5-4C44-A21D-F291BF42E1B7}" dt="2025-12-18T05:31:59.193" v="10419" actId="1076"/>
          <ac:spMkLst>
            <pc:docMk/>
            <pc:sldMk cId="3146854011" sldId="274"/>
            <ac:spMk id="65" creationId="{DE19B9FE-EFA4-C026-74B9-090E92F051C8}"/>
          </ac:spMkLst>
        </pc:spChg>
        <pc:spChg chg="mod topLvl">
          <ac:chgData name="Y I" userId="1ad7123e4ed09ae3" providerId="LiveId" clId="{6DEF62D7-AFC5-4C44-A21D-F291BF42E1B7}" dt="2025-12-18T05:31:59.193" v="10419" actId="1076"/>
          <ac:spMkLst>
            <pc:docMk/>
            <pc:sldMk cId="3146854011" sldId="274"/>
            <ac:spMk id="66" creationId="{AC1C0210-A9B4-1E6A-02F5-4CCB64108C7D}"/>
          </ac:spMkLst>
        </pc:spChg>
        <pc:spChg chg="mod">
          <ac:chgData name="Y I" userId="1ad7123e4ed09ae3" providerId="LiveId" clId="{6DEF62D7-AFC5-4C44-A21D-F291BF42E1B7}" dt="2025-12-18T05:04:51.474" v="10345" actId="1036"/>
          <ac:spMkLst>
            <pc:docMk/>
            <pc:sldMk cId="3146854011" sldId="274"/>
            <ac:spMk id="67" creationId="{AB95A535-C336-7145-61A7-BAE1DA60E546}"/>
          </ac:spMkLst>
        </pc:spChg>
        <pc:spChg chg="mod">
          <ac:chgData name="Y I" userId="1ad7123e4ed09ae3" providerId="LiveId" clId="{6DEF62D7-AFC5-4C44-A21D-F291BF42E1B7}" dt="2025-12-18T05:27:20.386" v="10356"/>
          <ac:spMkLst>
            <pc:docMk/>
            <pc:sldMk cId="3146854011" sldId="274"/>
            <ac:spMk id="92" creationId="{9CDDE1BF-6291-8796-BB03-45D166EE7707}"/>
          </ac:spMkLst>
        </pc:spChg>
        <pc:spChg chg="mod">
          <ac:chgData name="Y I" userId="1ad7123e4ed09ae3" providerId="LiveId" clId="{6DEF62D7-AFC5-4C44-A21D-F291BF42E1B7}" dt="2025-12-18T05:27:20.386" v="10356"/>
          <ac:spMkLst>
            <pc:docMk/>
            <pc:sldMk cId="3146854011" sldId="274"/>
            <ac:spMk id="94" creationId="{88A56927-1FCE-4260-63D9-5A60DBF802A6}"/>
          </ac:spMkLst>
        </pc:spChg>
        <pc:spChg chg="mod">
          <ac:chgData name="Y I" userId="1ad7123e4ed09ae3" providerId="LiveId" clId="{6DEF62D7-AFC5-4C44-A21D-F291BF42E1B7}" dt="2025-12-18T05:27:20.386" v="10356"/>
          <ac:spMkLst>
            <pc:docMk/>
            <pc:sldMk cId="3146854011" sldId="274"/>
            <ac:spMk id="95" creationId="{6B6BD2C3-90CB-5AD7-6A40-386768707C89}"/>
          </ac:spMkLst>
        </pc:spChg>
        <pc:spChg chg="mod">
          <ac:chgData name="Y I" userId="1ad7123e4ed09ae3" providerId="LiveId" clId="{6DEF62D7-AFC5-4C44-A21D-F291BF42E1B7}" dt="2025-12-18T05:27:20.386" v="10356"/>
          <ac:spMkLst>
            <pc:docMk/>
            <pc:sldMk cId="3146854011" sldId="274"/>
            <ac:spMk id="106" creationId="{D47C7839-F973-479B-E952-D81031F56E94}"/>
          </ac:spMkLst>
        </pc:spChg>
        <pc:spChg chg="mod">
          <ac:chgData name="Y I" userId="1ad7123e4ed09ae3" providerId="LiveId" clId="{6DEF62D7-AFC5-4C44-A21D-F291BF42E1B7}" dt="2025-12-18T05:27:20.386" v="10356"/>
          <ac:spMkLst>
            <pc:docMk/>
            <pc:sldMk cId="3146854011" sldId="274"/>
            <ac:spMk id="111" creationId="{19F38BBC-0C50-4E79-8961-8E0230B1B29D}"/>
          </ac:spMkLst>
        </pc:spChg>
        <pc:spChg chg="mod">
          <ac:chgData name="Y I" userId="1ad7123e4ed09ae3" providerId="LiveId" clId="{6DEF62D7-AFC5-4C44-A21D-F291BF42E1B7}" dt="2025-12-18T05:27:20.386" v="10356"/>
          <ac:spMkLst>
            <pc:docMk/>
            <pc:sldMk cId="3146854011" sldId="274"/>
            <ac:spMk id="113" creationId="{A7310157-8ED0-EC47-0063-BD2F59E33C70}"/>
          </ac:spMkLst>
        </pc:spChg>
        <pc:spChg chg="mod">
          <ac:chgData name="Y I" userId="1ad7123e4ed09ae3" providerId="LiveId" clId="{6DEF62D7-AFC5-4C44-A21D-F291BF42E1B7}" dt="2025-12-18T05:27:20.386" v="10356"/>
          <ac:spMkLst>
            <pc:docMk/>
            <pc:sldMk cId="3146854011" sldId="274"/>
            <ac:spMk id="125" creationId="{F2D74A49-35BB-ECF1-887C-3C81C0168D4A}"/>
          </ac:spMkLst>
        </pc:spChg>
        <pc:spChg chg="mod">
          <ac:chgData name="Y I" userId="1ad7123e4ed09ae3" providerId="LiveId" clId="{6DEF62D7-AFC5-4C44-A21D-F291BF42E1B7}" dt="2025-12-18T05:27:20.386" v="10356"/>
          <ac:spMkLst>
            <pc:docMk/>
            <pc:sldMk cId="3146854011" sldId="274"/>
            <ac:spMk id="126" creationId="{25940787-F0A5-FFF3-9EAC-A64A5C5D4217}"/>
          </ac:spMkLst>
        </pc:spChg>
        <pc:spChg chg="mod">
          <ac:chgData name="Y I" userId="1ad7123e4ed09ae3" providerId="LiveId" clId="{6DEF62D7-AFC5-4C44-A21D-F291BF42E1B7}" dt="2025-12-18T05:27:20.386" v="10356"/>
          <ac:spMkLst>
            <pc:docMk/>
            <pc:sldMk cId="3146854011" sldId="274"/>
            <ac:spMk id="130" creationId="{8FAD97BF-8586-6E36-9518-678CABFB59FC}"/>
          </ac:spMkLst>
        </pc:spChg>
        <pc:spChg chg="mod">
          <ac:chgData name="Y I" userId="1ad7123e4ed09ae3" providerId="LiveId" clId="{6DEF62D7-AFC5-4C44-A21D-F291BF42E1B7}" dt="2025-12-18T05:27:20.386" v="10356"/>
          <ac:spMkLst>
            <pc:docMk/>
            <pc:sldMk cId="3146854011" sldId="274"/>
            <ac:spMk id="138" creationId="{5CA5510B-5CD4-E9AA-F050-ED9DB76050DE}"/>
          </ac:spMkLst>
        </pc:spChg>
        <pc:grpChg chg="mod">
          <ac:chgData name="Y I" userId="1ad7123e4ed09ae3" providerId="LiveId" clId="{6DEF62D7-AFC5-4C44-A21D-F291BF42E1B7}" dt="2025-12-18T05:31:34.059" v="10415" actId="14100"/>
          <ac:grpSpMkLst>
            <pc:docMk/>
            <pc:sldMk cId="3146854011" sldId="274"/>
            <ac:grpSpMk id="4" creationId="{1AB47017-1D32-7ABF-C383-6DEEEA267D6A}"/>
          </ac:grpSpMkLst>
        </pc:grpChg>
        <pc:graphicFrameChg chg="add mod modGraphic">
          <ac:chgData name="Y I" userId="1ad7123e4ed09ae3" providerId="LiveId" clId="{6DEF62D7-AFC5-4C44-A21D-F291BF42E1B7}" dt="2025-12-18T05:33:12.819" v="10438"/>
          <ac:graphicFrameMkLst>
            <pc:docMk/>
            <pc:sldMk cId="3146854011" sldId="274"/>
            <ac:graphicFrameMk id="140" creationId="{9967C2A2-809E-62DD-0E45-214ECC27A10B}"/>
          </ac:graphicFrameMkLst>
        </pc:graphicFrameChg>
        <pc:cxnChg chg="mod">
          <ac:chgData name="Y I" userId="1ad7123e4ed09ae3" providerId="LiveId" clId="{6DEF62D7-AFC5-4C44-A21D-F291BF42E1B7}" dt="2025-12-18T05:05:31.760" v="10351" actId="14100"/>
          <ac:cxnSpMkLst>
            <pc:docMk/>
            <pc:sldMk cId="3146854011" sldId="274"/>
            <ac:cxnSpMk id="69" creationId="{AAC503C4-175B-968E-6837-F490DD470E58}"/>
          </ac:cxnSpMkLst>
        </pc:cxnChg>
      </pc:sldChg>
      <pc:sldChg chg="addSp delSp modSp new mod">
        <pc:chgData name="Y I" userId="1ad7123e4ed09ae3" providerId="LiveId" clId="{6DEF62D7-AFC5-4C44-A21D-F291BF42E1B7}" dt="2025-12-19T08:39:11.223" v="15960" actId="14100"/>
        <pc:sldMkLst>
          <pc:docMk/>
          <pc:sldMk cId="639691819" sldId="275"/>
        </pc:sldMkLst>
        <pc:spChg chg="mod">
          <ac:chgData name="Y I" userId="1ad7123e4ed09ae3" providerId="LiveId" clId="{6DEF62D7-AFC5-4C44-A21D-F291BF42E1B7}" dt="2025-12-18T05:34:47.126" v="10445" actId="14100"/>
          <ac:spMkLst>
            <pc:docMk/>
            <pc:sldMk cId="639691819" sldId="275"/>
            <ac:spMk id="3" creationId="{8107CD30-B16C-129E-68AA-CAAA24BCAE0E}"/>
          </ac:spMkLst>
        </pc:spChg>
        <pc:spChg chg="del mod">
          <ac:chgData name="Y I" userId="1ad7123e4ed09ae3" providerId="LiveId" clId="{6DEF62D7-AFC5-4C44-A21D-F291BF42E1B7}" dt="2025-12-18T07:07:33.981" v="11644" actId="478"/>
          <ac:spMkLst>
            <pc:docMk/>
            <pc:sldMk cId="639691819" sldId="275"/>
            <ac:spMk id="4" creationId="{25698898-F095-D11C-C728-C1EC803A0A54}"/>
          </ac:spMkLst>
        </pc:spChg>
        <pc:spChg chg="mod ord">
          <ac:chgData name="Y I" userId="1ad7123e4ed09ae3" providerId="LiveId" clId="{6DEF62D7-AFC5-4C44-A21D-F291BF42E1B7}" dt="2025-12-18T23:58:05.577" v="13812" actId="167"/>
          <ac:spMkLst>
            <pc:docMk/>
            <pc:sldMk cId="639691819" sldId="275"/>
            <ac:spMk id="5" creationId="{0AF74C0D-44AB-E8D1-1DF6-BA02E2379305}"/>
          </ac:spMkLst>
        </pc:spChg>
        <pc:spChg chg="mod">
          <ac:chgData name="Y I" userId="1ad7123e4ed09ae3" providerId="LiveId" clId="{6DEF62D7-AFC5-4C44-A21D-F291BF42E1B7}" dt="2025-12-18T23:56:26.402" v="13776" actId="1036"/>
          <ac:spMkLst>
            <pc:docMk/>
            <pc:sldMk cId="639691819" sldId="275"/>
            <ac:spMk id="16" creationId="{957940AB-D105-568C-D70C-772657D602DF}"/>
          </ac:spMkLst>
        </pc:spChg>
        <pc:spChg chg="mod">
          <ac:chgData name="Y I" userId="1ad7123e4ed09ae3" providerId="LiveId" clId="{6DEF62D7-AFC5-4C44-A21D-F291BF42E1B7}" dt="2025-12-18T23:55:28.823" v="13746" actId="1038"/>
          <ac:spMkLst>
            <pc:docMk/>
            <pc:sldMk cId="639691819" sldId="275"/>
            <ac:spMk id="17" creationId="{23153539-466E-CF8D-5F8F-9D33019653CB}"/>
          </ac:spMkLst>
        </pc:spChg>
        <pc:spChg chg="mod">
          <ac:chgData name="Y I" userId="1ad7123e4ed09ae3" providerId="LiveId" clId="{6DEF62D7-AFC5-4C44-A21D-F291BF42E1B7}" dt="2025-12-18T23:55:41.876" v="13752" actId="1038"/>
          <ac:spMkLst>
            <pc:docMk/>
            <pc:sldMk cId="639691819" sldId="275"/>
            <ac:spMk id="18" creationId="{FAF307F3-7223-493A-4EF4-3B02B973552A}"/>
          </ac:spMkLst>
        </pc:spChg>
        <pc:spChg chg="mod">
          <ac:chgData name="Y I" userId="1ad7123e4ed09ae3" providerId="LiveId" clId="{6DEF62D7-AFC5-4C44-A21D-F291BF42E1B7}" dt="2025-12-18T23:55:51.442" v="13759" actId="1035"/>
          <ac:spMkLst>
            <pc:docMk/>
            <pc:sldMk cId="639691819" sldId="275"/>
            <ac:spMk id="19" creationId="{68232217-B280-6C21-8481-32D8529D12D8}"/>
          </ac:spMkLst>
        </pc:spChg>
        <pc:spChg chg="mod">
          <ac:chgData name="Y I" userId="1ad7123e4ed09ae3" providerId="LiveId" clId="{6DEF62D7-AFC5-4C44-A21D-F291BF42E1B7}" dt="2025-12-18T23:56:26.402" v="13776" actId="1036"/>
          <ac:spMkLst>
            <pc:docMk/>
            <pc:sldMk cId="639691819" sldId="275"/>
            <ac:spMk id="21" creationId="{60082E31-C792-C899-DC5B-F4517822AAE7}"/>
          </ac:spMkLst>
        </pc:spChg>
        <pc:spChg chg="mod">
          <ac:chgData name="Y I" userId="1ad7123e4ed09ae3" providerId="LiveId" clId="{6DEF62D7-AFC5-4C44-A21D-F291BF42E1B7}" dt="2025-12-18T23:56:26.402" v="13776" actId="1036"/>
          <ac:spMkLst>
            <pc:docMk/>
            <pc:sldMk cId="639691819" sldId="275"/>
            <ac:spMk id="22" creationId="{EB53724C-3928-858D-5CD6-FE0D3AE29CA0}"/>
          </ac:spMkLst>
        </pc:spChg>
        <pc:spChg chg="mod">
          <ac:chgData name="Y I" userId="1ad7123e4ed09ae3" providerId="LiveId" clId="{6DEF62D7-AFC5-4C44-A21D-F291BF42E1B7}" dt="2025-12-18T23:56:26.402" v="13776" actId="1036"/>
          <ac:spMkLst>
            <pc:docMk/>
            <pc:sldMk cId="639691819" sldId="275"/>
            <ac:spMk id="23" creationId="{98DF2C09-14E0-FE2D-D48E-460D490ABA1B}"/>
          </ac:spMkLst>
        </pc:spChg>
        <pc:spChg chg="mod">
          <ac:chgData name="Y I" userId="1ad7123e4ed09ae3" providerId="LiveId" clId="{6DEF62D7-AFC5-4C44-A21D-F291BF42E1B7}" dt="2025-12-18T23:56:26.402" v="13776" actId="1036"/>
          <ac:spMkLst>
            <pc:docMk/>
            <pc:sldMk cId="639691819" sldId="275"/>
            <ac:spMk id="24" creationId="{EA3A2C39-D076-A99C-2718-7BE5E1A150CB}"/>
          </ac:spMkLst>
        </pc:spChg>
        <pc:spChg chg="mod">
          <ac:chgData name="Y I" userId="1ad7123e4ed09ae3" providerId="LiveId" clId="{6DEF62D7-AFC5-4C44-A21D-F291BF42E1B7}" dt="2025-12-18T23:56:26.402" v="13776" actId="1036"/>
          <ac:spMkLst>
            <pc:docMk/>
            <pc:sldMk cId="639691819" sldId="275"/>
            <ac:spMk id="25" creationId="{32194B43-4980-215B-5A50-6DCBEAB26B9A}"/>
          </ac:spMkLst>
        </pc:spChg>
        <pc:spChg chg="add mod">
          <ac:chgData name="Y I" userId="1ad7123e4ed09ae3" providerId="LiveId" clId="{6DEF62D7-AFC5-4C44-A21D-F291BF42E1B7}" dt="2025-12-18T23:56:26.402" v="13776" actId="1036"/>
          <ac:spMkLst>
            <pc:docMk/>
            <pc:sldMk cId="639691819" sldId="275"/>
            <ac:spMk id="26" creationId="{28FFB91F-855B-3358-FE87-A020EE9E8EF0}"/>
          </ac:spMkLst>
        </pc:spChg>
        <pc:spChg chg="mod">
          <ac:chgData name="Y I" userId="1ad7123e4ed09ae3" providerId="LiveId" clId="{6DEF62D7-AFC5-4C44-A21D-F291BF42E1B7}" dt="2025-12-18T23:56:26.402" v="13776" actId="1036"/>
          <ac:spMkLst>
            <pc:docMk/>
            <pc:sldMk cId="639691819" sldId="275"/>
            <ac:spMk id="28" creationId="{B2A89713-4D19-A816-7BAD-3CD615AFC96C}"/>
          </ac:spMkLst>
        </pc:spChg>
        <pc:spChg chg="mod">
          <ac:chgData name="Y I" userId="1ad7123e4ed09ae3" providerId="LiveId" clId="{6DEF62D7-AFC5-4C44-A21D-F291BF42E1B7}" dt="2025-12-18T10:41:01.139" v="12330" actId="1076"/>
          <ac:spMkLst>
            <pc:docMk/>
            <pc:sldMk cId="639691819" sldId="275"/>
            <ac:spMk id="30" creationId="{0753566E-1B1C-E1DD-4DCF-40B36EBFC78C}"/>
          </ac:spMkLst>
        </pc:spChg>
        <pc:spChg chg="add mod">
          <ac:chgData name="Y I" userId="1ad7123e4ed09ae3" providerId="LiveId" clId="{6DEF62D7-AFC5-4C44-A21D-F291BF42E1B7}" dt="2025-12-18T06:23:01.904" v="10724" actId="1076"/>
          <ac:spMkLst>
            <pc:docMk/>
            <pc:sldMk cId="639691819" sldId="275"/>
            <ac:spMk id="40" creationId="{B46561B4-36FC-9039-F0B6-64A6A6B2BFFA}"/>
          </ac:spMkLst>
        </pc:spChg>
        <pc:spChg chg="mod">
          <ac:chgData name="Y I" userId="1ad7123e4ed09ae3" providerId="LiveId" clId="{6DEF62D7-AFC5-4C44-A21D-F291BF42E1B7}" dt="2025-12-18T23:55:41.876" v="13752" actId="1038"/>
          <ac:spMkLst>
            <pc:docMk/>
            <pc:sldMk cId="639691819" sldId="275"/>
            <ac:spMk id="41" creationId="{8205320A-F631-A92A-D48A-73B778F71345}"/>
          </ac:spMkLst>
        </pc:spChg>
        <pc:spChg chg="mod">
          <ac:chgData name="Y I" userId="1ad7123e4ed09ae3" providerId="LiveId" clId="{6DEF62D7-AFC5-4C44-A21D-F291BF42E1B7}" dt="2025-12-18T23:55:51.442" v="13759" actId="1035"/>
          <ac:spMkLst>
            <pc:docMk/>
            <pc:sldMk cId="639691819" sldId="275"/>
            <ac:spMk id="42" creationId="{75358EC7-9C49-BA63-087F-05A2E5FDCB4B}"/>
          </ac:spMkLst>
        </pc:spChg>
        <pc:spChg chg="add mod">
          <ac:chgData name="Y I" userId="1ad7123e4ed09ae3" providerId="LiveId" clId="{6DEF62D7-AFC5-4C44-A21D-F291BF42E1B7}" dt="2025-12-18T06:23:01.904" v="10724" actId="1076"/>
          <ac:spMkLst>
            <pc:docMk/>
            <pc:sldMk cId="639691819" sldId="275"/>
            <ac:spMk id="44" creationId="{04A99877-373C-055A-E891-3772B16FD8B4}"/>
          </ac:spMkLst>
        </pc:spChg>
        <pc:spChg chg="add mod">
          <ac:chgData name="Y I" userId="1ad7123e4ed09ae3" providerId="LiveId" clId="{6DEF62D7-AFC5-4C44-A21D-F291BF42E1B7}" dt="2025-12-18T06:23:01.904" v="10724" actId="1076"/>
          <ac:spMkLst>
            <pc:docMk/>
            <pc:sldMk cId="639691819" sldId="275"/>
            <ac:spMk id="49" creationId="{382C30A9-0192-CA9A-A650-E7C84D77F02D}"/>
          </ac:spMkLst>
        </pc:spChg>
        <pc:spChg chg="del mod">
          <ac:chgData name="Y I" userId="1ad7123e4ed09ae3" providerId="LiveId" clId="{6DEF62D7-AFC5-4C44-A21D-F291BF42E1B7}" dt="2025-12-18T06:19:59.812" v="10656" actId="478"/>
          <ac:spMkLst>
            <pc:docMk/>
            <pc:sldMk cId="639691819" sldId="275"/>
            <ac:spMk id="50" creationId="{152F012F-444A-C428-1D10-CE12B8D09144}"/>
          </ac:spMkLst>
        </pc:spChg>
        <pc:spChg chg="mod">
          <ac:chgData name="Y I" userId="1ad7123e4ed09ae3" providerId="LiveId" clId="{6DEF62D7-AFC5-4C44-A21D-F291BF42E1B7}" dt="2025-12-18T23:55:41.876" v="13752" actId="1038"/>
          <ac:spMkLst>
            <pc:docMk/>
            <pc:sldMk cId="639691819" sldId="275"/>
            <ac:spMk id="54" creationId="{55F4A5F8-69F2-3EA8-84B9-7816040A2EA4}"/>
          </ac:spMkLst>
        </pc:spChg>
        <pc:spChg chg="add mod">
          <ac:chgData name="Y I" userId="1ad7123e4ed09ae3" providerId="LiveId" clId="{6DEF62D7-AFC5-4C44-A21D-F291BF42E1B7}" dt="2025-12-18T23:55:41.876" v="13752" actId="1038"/>
          <ac:spMkLst>
            <pc:docMk/>
            <pc:sldMk cId="639691819" sldId="275"/>
            <ac:spMk id="55" creationId="{D998D2B7-2878-71E3-193A-AA8EA249CBDB}"/>
          </ac:spMkLst>
        </pc:spChg>
        <pc:spChg chg="mod">
          <ac:chgData name="Y I" userId="1ad7123e4ed09ae3" providerId="LiveId" clId="{6DEF62D7-AFC5-4C44-A21D-F291BF42E1B7}" dt="2025-12-18T23:55:51.442" v="13759" actId="1035"/>
          <ac:spMkLst>
            <pc:docMk/>
            <pc:sldMk cId="639691819" sldId="275"/>
            <ac:spMk id="60" creationId="{B4305568-EB8E-E6B9-80DA-A5194222BB3A}"/>
          </ac:spMkLst>
        </pc:spChg>
        <pc:spChg chg="add mod">
          <ac:chgData name="Y I" userId="1ad7123e4ed09ae3" providerId="LiveId" clId="{6DEF62D7-AFC5-4C44-A21D-F291BF42E1B7}" dt="2025-12-18T23:55:51.442" v="13759" actId="1035"/>
          <ac:spMkLst>
            <pc:docMk/>
            <pc:sldMk cId="639691819" sldId="275"/>
            <ac:spMk id="61" creationId="{C79C1C7E-41F6-4971-562A-8CE44A7FD744}"/>
          </ac:spMkLst>
        </pc:spChg>
        <pc:spChg chg="mod">
          <ac:chgData name="Y I" userId="1ad7123e4ed09ae3" providerId="LiveId" clId="{6DEF62D7-AFC5-4C44-A21D-F291BF42E1B7}" dt="2025-12-18T06:58:23.867" v="11642" actId="1037"/>
          <ac:spMkLst>
            <pc:docMk/>
            <pc:sldMk cId="639691819" sldId="275"/>
            <ac:spMk id="62" creationId="{8130EC5F-C631-ACD1-1539-75544247F96E}"/>
          </ac:spMkLst>
        </pc:spChg>
        <pc:spChg chg="add mod">
          <ac:chgData name="Y I" userId="1ad7123e4ed09ae3" providerId="LiveId" clId="{6DEF62D7-AFC5-4C44-A21D-F291BF42E1B7}" dt="2025-12-18T06:58:23.867" v="11642" actId="1037"/>
          <ac:spMkLst>
            <pc:docMk/>
            <pc:sldMk cId="639691819" sldId="275"/>
            <ac:spMk id="63" creationId="{F7C119EA-8FCA-C065-0EBB-3B79486BD92D}"/>
          </ac:spMkLst>
        </pc:spChg>
        <pc:spChg chg="add mod">
          <ac:chgData name="Y I" userId="1ad7123e4ed09ae3" providerId="LiveId" clId="{6DEF62D7-AFC5-4C44-A21D-F291BF42E1B7}" dt="2025-12-18T06:23:01.904" v="10724" actId="1076"/>
          <ac:spMkLst>
            <pc:docMk/>
            <pc:sldMk cId="639691819" sldId="275"/>
            <ac:spMk id="65" creationId="{6FAEC148-F15E-A9CE-6E1F-239FDAC51B41}"/>
          </ac:spMkLst>
        </pc:spChg>
        <pc:spChg chg="add mod">
          <ac:chgData name="Y I" userId="1ad7123e4ed09ae3" providerId="LiveId" clId="{6DEF62D7-AFC5-4C44-A21D-F291BF42E1B7}" dt="2025-12-18T23:57:34.818" v="13797" actId="1038"/>
          <ac:spMkLst>
            <pc:docMk/>
            <pc:sldMk cId="639691819" sldId="275"/>
            <ac:spMk id="66" creationId="{6D0CA633-E35D-3FEC-1933-52C03304A7F5}"/>
          </ac:spMkLst>
        </pc:spChg>
        <pc:spChg chg="add mod">
          <ac:chgData name="Y I" userId="1ad7123e4ed09ae3" providerId="LiveId" clId="{6DEF62D7-AFC5-4C44-A21D-F291BF42E1B7}" dt="2025-12-18T23:57:34.818" v="13797" actId="1038"/>
          <ac:spMkLst>
            <pc:docMk/>
            <pc:sldMk cId="639691819" sldId="275"/>
            <ac:spMk id="67" creationId="{26410AF5-148A-1D8A-0BD0-C3C63B0B41FB}"/>
          </ac:spMkLst>
        </pc:spChg>
        <pc:spChg chg="add del mod">
          <ac:chgData name="Y I" userId="1ad7123e4ed09ae3" providerId="LiveId" clId="{6DEF62D7-AFC5-4C44-A21D-F291BF42E1B7}" dt="2025-12-18T06:44:43.985" v="11329" actId="1076"/>
          <ac:spMkLst>
            <pc:docMk/>
            <pc:sldMk cId="639691819" sldId="275"/>
            <ac:spMk id="70" creationId="{5D46F51F-A12F-A3DC-902F-43DBA48B9DB4}"/>
          </ac:spMkLst>
        </pc:spChg>
        <pc:spChg chg="add del mod">
          <ac:chgData name="Y I" userId="1ad7123e4ed09ae3" providerId="LiveId" clId="{6DEF62D7-AFC5-4C44-A21D-F291BF42E1B7}" dt="2025-12-18T06:20:34.383" v="10668" actId="478"/>
          <ac:spMkLst>
            <pc:docMk/>
            <pc:sldMk cId="639691819" sldId="275"/>
            <ac:spMk id="83" creationId="{877483A7-B867-EFD7-D36D-967C2C33A91E}"/>
          </ac:spMkLst>
        </pc:spChg>
        <pc:spChg chg="add mod">
          <ac:chgData name="Y I" userId="1ad7123e4ed09ae3" providerId="LiveId" clId="{6DEF62D7-AFC5-4C44-A21D-F291BF42E1B7}" dt="2025-12-18T06:21:52.205" v="10698" actId="1076"/>
          <ac:spMkLst>
            <pc:docMk/>
            <pc:sldMk cId="639691819" sldId="275"/>
            <ac:spMk id="84" creationId="{41A87ACF-7DBE-EE07-1435-A2D8BA6845E3}"/>
          </ac:spMkLst>
        </pc:spChg>
        <pc:spChg chg="add mod">
          <ac:chgData name="Y I" userId="1ad7123e4ed09ae3" providerId="LiveId" clId="{6DEF62D7-AFC5-4C44-A21D-F291BF42E1B7}" dt="2025-12-18T06:21:52.205" v="10698" actId="1076"/>
          <ac:spMkLst>
            <pc:docMk/>
            <pc:sldMk cId="639691819" sldId="275"/>
            <ac:spMk id="85" creationId="{6E9314CF-B147-F926-3068-F6697F3B3B46}"/>
          </ac:spMkLst>
        </pc:spChg>
        <pc:spChg chg="add mod ord">
          <ac:chgData name="Y I" userId="1ad7123e4ed09ae3" providerId="LiveId" clId="{6DEF62D7-AFC5-4C44-A21D-F291BF42E1B7}" dt="2025-12-18T23:57:54.222" v="13811" actId="167"/>
          <ac:spMkLst>
            <pc:docMk/>
            <pc:sldMk cId="639691819" sldId="275"/>
            <ac:spMk id="86" creationId="{3218C093-E140-BBBA-42F0-94BA10E83101}"/>
          </ac:spMkLst>
        </pc:spChg>
        <pc:spChg chg="add del mod">
          <ac:chgData name="Y I" userId="1ad7123e4ed09ae3" providerId="LiveId" clId="{6DEF62D7-AFC5-4C44-A21D-F291BF42E1B7}" dt="2025-12-18T07:35:23.106" v="11646" actId="14100"/>
          <ac:spMkLst>
            <pc:docMk/>
            <pc:sldMk cId="639691819" sldId="275"/>
            <ac:spMk id="87" creationId="{983BD8E3-2F26-9961-FD76-49F196F833AA}"/>
          </ac:spMkLst>
        </pc:spChg>
        <pc:spChg chg="add mod">
          <ac:chgData name="Y I" userId="1ad7123e4ed09ae3" providerId="LiveId" clId="{6DEF62D7-AFC5-4C44-A21D-F291BF42E1B7}" dt="2025-12-18T06:26:14.651" v="10743"/>
          <ac:spMkLst>
            <pc:docMk/>
            <pc:sldMk cId="639691819" sldId="275"/>
            <ac:spMk id="88" creationId="{9C57026D-A030-B4EA-49A0-681FE259B520}"/>
          </ac:spMkLst>
        </pc:spChg>
        <pc:spChg chg="add mod">
          <ac:chgData name="Y I" userId="1ad7123e4ed09ae3" providerId="LiveId" clId="{6DEF62D7-AFC5-4C44-A21D-F291BF42E1B7}" dt="2025-12-18T06:27:38.470" v="10832" actId="20577"/>
          <ac:spMkLst>
            <pc:docMk/>
            <pc:sldMk cId="639691819" sldId="275"/>
            <ac:spMk id="89" creationId="{94658828-E6B9-DB96-0FC6-0AB97AB9C7AB}"/>
          </ac:spMkLst>
        </pc:spChg>
        <pc:spChg chg="add mod">
          <ac:chgData name="Y I" userId="1ad7123e4ed09ae3" providerId="LiveId" clId="{6DEF62D7-AFC5-4C44-A21D-F291BF42E1B7}" dt="2025-12-18T06:29:07.254" v="10837" actId="164"/>
          <ac:spMkLst>
            <pc:docMk/>
            <pc:sldMk cId="639691819" sldId="275"/>
            <ac:spMk id="90" creationId="{E129A424-E1B3-FF21-1EEB-132849D590F6}"/>
          </ac:spMkLst>
        </pc:spChg>
        <pc:spChg chg="add mod">
          <ac:chgData name="Y I" userId="1ad7123e4ed09ae3" providerId="LiveId" clId="{6DEF62D7-AFC5-4C44-A21D-F291BF42E1B7}" dt="2025-12-18T06:29:07.254" v="10837" actId="164"/>
          <ac:spMkLst>
            <pc:docMk/>
            <pc:sldMk cId="639691819" sldId="275"/>
            <ac:spMk id="91" creationId="{B7B5F905-4987-FCDB-BE68-982DA9A097F8}"/>
          </ac:spMkLst>
        </pc:spChg>
        <pc:spChg chg="add mod">
          <ac:chgData name="Y I" userId="1ad7123e4ed09ae3" providerId="LiveId" clId="{6DEF62D7-AFC5-4C44-A21D-F291BF42E1B7}" dt="2025-12-18T06:29:40.489" v="10849"/>
          <ac:spMkLst>
            <pc:docMk/>
            <pc:sldMk cId="639691819" sldId="275"/>
            <ac:spMk id="93" creationId="{EE298860-388F-B4ED-2C1B-FAC2E5463168}"/>
          </ac:spMkLst>
        </pc:spChg>
        <pc:spChg chg="add mod">
          <ac:chgData name="Y I" userId="1ad7123e4ed09ae3" providerId="LiveId" clId="{6DEF62D7-AFC5-4C44-A21D-F291BF42E1B7}" dt="2025-12-18T10:39:45.971" v="12317" actId="1035"/>
          <ac:spMkLst>
            <pc:docMk/>
            <pc:sldMk cId="639691819" sldId="275"/>
            <ac:spMk id="95" creationId="{03BF1D5D-FF56-1B3D-3B8E-69910021DD57}"/>
          </ac:spMkLst>
        </pc:spChg>
        <pc:spChg chg="add mod">
          <ac:chgData name="Y I" userId="1ad7123e4ed09ae3" providerId="LiveId" clId="{6DEF62D7-AFC5-4C44-A21D-F291BF42E1B7}" dt="2025-12-18T10:39:52.020" v="12323" actId="1035"/>
          <ac:spMkLst>
            <pc:docMk/>
            <pc:sldMk cId="639691819" sldId="275"/>
            <ac:spMk id="96" creationId="{BB2BB91E-5C29-3768-90B2-5E64D66009B5}"/>
          </ac:spMkLst>
        </pc:spChg>
        <pc:spChg chg="add mod">
          <ac:chgData name="Y I" userId="1ad7123e4ed09ae3" providerId="LiveId" clId="{6DEF62D7-AFC5-4C44-A21D-F291BF42E1B7}" dt="2025-12-18T10:39:45.971" v="12317" actId="1035"/>
          <ac:spMkLst>
            <pc:docMk/>
            <pc:sldMk cId="639691819" sldId="275"/>
            <ac:spMk id="97" creationId="{E8CF00F3-4BB9-9FD4-96CF-2B352805B782}"/>
          </ac:spMkLst>
        </pc:spChg>
        <pc:spChg chg="add del mod">
          <ac:chgData name="Y I" userId="1ad7123e4ed09ae3" providerId="LiveId" clId="{6DEF62D7-AFC5-4C44-A21D-F291BF42E1B7}" dt="2025-12-18T06:44:35.604" v="11326" actId="478"/>
          <ac:spMkLst>
            <pc:docMk/>
            <pc:sldMk cId="639691819" sldId="275"/>
            <ac:spMk id="98" creationId="{7E1BECBA-47BB-BC74-D95F-93D9B2EFC9B2}"/>
          </ac:spMkLst>
        </pc:spChg>
        <pc:spChg chg="add del mod">
          <ac:chgData name="Y I" userId="1ad7123e4ed09ae3" providerId="LiveId" clId="{6DEF62D7-AFC5-4C44-A21D-F291BF42E1B7}" dt="2025-12-18T06:44:35.604" v="11326" actId="478"/>
          <ac:spMkLst>
            <pc:docMk/>
            <pc:sldMk cId="639691819" sldId="275"/>
            <ac:spMk id="99" creationId="{0F9D7E63-71A9-DDA5-F9C5-4672AFF8EB73}"/>
          </ac:spMkLst>
        </pc:spChg>
        <pc:spChg chg="add mod">
          <ac:chgData name="Y I" userId="1ad7123e4ed09ae3" providerId="LiveId" clId="{6DEF62D7-AFC5-4C44-A21D-F291BF42E1B7}" dt="2025-12-18T06:44:01.357" v="11301" actId="1076"/>
          <ac:spMkLst>
            <pc:docMk/>
            <pc:sldMk cId="639691819" sldId="275"/>
            <ac:spMk id="100" creationId="{7F17F833-AC98-75F4-2438-506D8C411AB3}"/>
          </ac:spMkLst>
        </pc:spChg>
        <pc:spChg chg="add del mod">
          <ac:chgData name="Y I" userId="1ad7123e4ed09ae3" providerId="LiveId" clId="{6DEF62D7-AFC5-4C44-A21D-F291BF42E1B7}" dt="2025-12-18T06:44:35.604" v="11326" actId="478"/>
          <ac:spMkLst>
            <pc:docMk/>
            <pc:sldMk cId="639691819" sldId="275"/>
            <ac:spMk id="101" creationId="{7C4A458B-055E-0157-EB51-A19F78EC17A9}"/>
          </ac:spMkLst>
        </pc:spChg>
        <pc:spChg chg="add mod">
          <ac:chgData name="Y I" userId="1ad7123e4ed09ae3" providerId="LiveId" clId="{6DEF62D7-AFC5-4C44-A21D-F291BF42E1B7}" dt="2025-12-18T10:39:52.020" v="12323" actId="1035"/>
          <ac:spMkLst>
            <pc:docMk/>
            <pc:sldMk cId="639691819" sldId="275"/>
            <ac:spMk id="102" creationId="{03C8708C-5393-6B64-FB38-8FFC6CCCDDFF}"/>
          </ac:spMkLst>
        </pc:spChg>
        <pc:spChg chg="add mod">
          <ac:chgData name="Y I" userId="1ad7123e4ed09ae3" providerId="LiveId" clId="{6DEF62D7-AFC5-4C44-A21D-F291BF42E1B7}" dt="2025-12-18T10:39:59.407" v="12328" actId="1035"/>
          <ac:spMkLst>
            <pc:docMk/>
            <pc:sldMk cId="639691819" sldId="275"/>
            <ac:spMk id="103" creationId="{9E53759F-4085-1D6C-D052-38C83097B046}"/>
          </ac:spMkLst>
        </pc:spChg>
        <pc:spChg chg="add mod">
          <ac:chgData name="Y I" userId="1ad7123e4ed09ae3" providerId="LiveId" clId="{6DEF62D7-AFC5-4C44-A21D-F291BF42E1B7}" dt="2025-12-18T06:48:41.163" v="11576" actId="20577"/>
          <ac:spMkLst>
            <pc:docMk/>
            <pc:sldMk cId="639691819" sldId="275"/>
            <ac:spMk id="104" creationId="{CF6213B1-A8D8-7A83-5D70-1764D2DF5FF3}"/>
          </ac:spMkLst>
        </pc:spChg>
        <pc:spChg chg="add mod ord">
          <ac:chgData name="Y I" userId="1ad7123e4ed09ae3" providerId="LiveId" clId="{6DEF62D7-AFC5-4C44-A21D-F291BF42E1B7}" dt="2025-12-18T23:57:21.486" v="13790" actId="14100"/>
          <ac:spMkLst>
            <pc:docMk/>
            <pc:sldMk cId="639691819" sldId="275"/>
            <ac:spMk id="105" creationId="{B3A95B0A-EFA3-DF11-DBED-74C5301723E6}"/>
          </ac:spMkLst>
        </pc:spChg>
        <pc:spChg chg="add mod">
          <ac:chgData name="Y I" userId="1ad7123e4ed09ae3" providerId="LiveId" clId="{6DEF62D7-AFC5-4C44-A21D-F291BF42E1B7}" dt="2025-12-19T08:39:11.223" v="15960" actId="14100"/>
          <ac:spMkLst>
            <pc:docMk/>
            <pc:sldMk cId="639691819" sldId="275"/>
            <ac:spMk id="106" creationId="{25FBE092-66B6-52AD-F376-3057543C809F}"/>
          </ac:spMkLst>
        </pc:spChg>
        <pc:grpChg chg="add mod">
          <ac:chgData name="Y I" userId="1ad7123e4ed09ae3" providerId="LiveId" clId="{6DEF62D7-AFC5-4C44-A21D-F291BF42E1B7}" dt="2025-12-18T10:39:59.407" v="12328" actId="1035"/>
          <ac:grpSpMkLst>
            <pc:docMk/>
            <pc:sldMk cId="639691819" sldId="275"/>
            <ac:grpSpMk id="92" creationId="{BFA1D107-7FCD-AD00-6E6B-2B849094F318}"/>
          </ac:grpSpMkLst>
        </pc:grpChg>
        <pc:graphicFrameChg chg="mod modGraphic">
          <ac:chgData name="Y I" userId="1ad7123e4ed09ae3" providerId="LiveId" clId="{6DEF62D7-AFC5-4C44-A21D-F291BF42E1B7}" dt="2025-12-19T08:39:01.255" v="15959" actId="1036"/>
          <ac:graphicFrameMkLst>
            <pc:docMk/>
            <pc:sldMk cId="639691819" sldId="275"/>
            <ac:graphicFrameMk id="69" creationId="{9626845C-0BD5-BA85-3DDE-3F5AB798ACDA}"/>
          </ac:graphicFrameMkLst>
        </pc:graphicFrameChg>
        <pc:cxnChg chg="mod">
          <ac:chgData name="Y I" userId="1ad7123e4ed09ae3" providerId="LiveId" clId="{6DEF62D7-AFC5-4C44-A21D-F291BF42E1B7}" dt="2025-12-18T06:22:09.118" v="10701" actId="1076"/>
          <ac:cxnSpMkLst>
            <pc:docMk/>
            <pc:sldMk cId="639691819" sldId="275"/>
            <ac:cxnSpMk id="7" creationId="{917E1811-5F47-429D-CF59-C80A9F753C9C}"/>
          </ac:cxnSpMkLst>
        </pc:cxnChg>
        <pc:cxnChg chg="mod">
          <ac:chgData name="Y I" userId="1ad7123e4ed09ae3" providerId="LiveId" clId="{6DEF62D7-AFC5-4C44-A21D-F291BF42E1B7}" dt="2025-12-18T23:56:26.402" v="13776" actId="1036"/>
          <ac:cxnSpMkLst>
            <pc:docMk/>
            <pc:sldMk cId="639691819" sldId="275"/>
            <ac:cxnSpMk id="20" creationId="{17FFC26E-399D-7CF5-949D-8D5256344277}"/>
          </ac:cxnSpMkLst>
        </pc:cxnChg>
        <pc:cxnChg chg="mod">
          <ac:chgData name="Y I" userId="1ad7123e4ed09ae3" providerId="LiveId" clId="{6DEF62D7-AFC5-4C44-A21D-F291BF42E1B7}" dt="2025-12-18T23:56:26.402" v="13776" actId="1036"/>
          <ac:cxnSpMkLst>
            <pc:docMk/>
            <pc:sldMk cId="639691819" sldId="275"/>
            <ac:cxnSpMk id="46" creationId="{C3F1CC2B-5A6E-3A7E-B5D8-00F0DA489E45}"/>
          </ac:cxnSpMkLst>
        </pc:cxnChg>
        <pc:cxnChg chg="mod">
          <ac:chgData name="Y I" userId="1ad7123e4ed09ae3" providerId="LiveId" clId="{6DEF62D7-AFC5-4C44-A21D-F291BF42E1B7}" dt="2025-12-18T23:55:41.876" v="13752" actId="1038"/>
          <ac:cxnSpMkLst>
            <pc:docMk/>
            <pc:sldMk cId="639691819" sldId="275"/>
            <ac:cxnSpMk id="52" creationId="{5AD16EFA-4AC4-40B4-77D1-2874600126D3}"/>
          </ac:cxnSpMkLst>
        </pc:cxnChg>
        <pc:cxnChg chg="mod">
          <ac:chgData name="Y I" userId="1ad7123e4ed09ae3" providerId="LiveId" clId="{6DEF62D7-AFC5-4C44-A21D-F291BF42E1B7}" dt="2025-12-18T23:55:41.876" v="13752" actId="1038"/>
          <ac:cxnSpMkLst>
            <pc:docMk/>
            <pc:sldMk cId="639691819" sldId="275"/>
            <ac:cxnSpMk id="53" creationId="{2191B8DC-A710-AC5C-C24C-C21E6E1C12CC}"/>
          </ac:cxnSpMkLst>
        </pc:cxnChg>
        <pc:cxnChg chg="mod">
          <ac:chgData name="Y I" userId="1ad7123e4ed09ae3" providerId="LiveId" clId="{6DEF62D7-AFC5-4C44-A21D-F291BF42E1B7}" dt="2025-12-18T23:55:51.442" v="13759" actId="1035"/>
          <ac:cxnSpMkLst>
            <pc:docMk/>
            <pc:sldMk cId="639691819" sldId="275"/>
            <ac:cxnSpMk id="56" creationId="{AFACDE7A-0B65-1D05-0DFC-7F26D0493BB3}"/>
          </ac:cxnSpMkLst>
        </pc:cxnChg>
        <pc:cxnChg chg="mod">
          <ac:chgData name="Y I" userId="1ad7123e4ed09ae3" providerId="LiveId" clId="{6DEF62D7-AFC5-4C44-A21D-F291BF42E1B7}" dt="2025-12-18T23:55:51.442" v="13759" actId="1035"/>
          <ac:cxnSpMkLst>
            <pc:docMk/>
            <pc:sldMk cId="639691819" sldId="275"/>
            <ac:cxnSpMk id="57" creationId="{4C0BFB95-C573-0BEA-466F-D22A96D9DB72}"/>
          </ac:cxnSpMkLst>
        </pc:cxnChg>
        <pc:cxnChg chg="mod">
          <ac:chgData name="Y I" userId="1ad7123e4ed09ae3" providerId="LiveId" clId="{6DEF62D7-AFC5-4C44-A21D-F291BF42E1B7}" dt="2025-12-18T10:41:01.139" v="12330" actId="1076"/>
          <ac:cxnSpMkLst>
            <pc:docMk/>
            <pc:sldMk cId="639691819" sldId="275"/>
            <ac:cxnSpMk id="68" creationId="{F650523C-868C-0B19-3A56-241ACACC59DD}"/>
          </ac:cxnSpMkLst>
        </pc:cxnChg>
        <pc:cxnChg chg="add del mod">
          <ac:chgData name="Y I" userId="1ad7123e4ed09ae3" providerId="LiveId" clId="{6DEF62D7-AFC5-4C44-A21D-F291BF42E1B7}" dt="2025-12-18T06:55:56.434" v="11590" actId="478"/>
          <ac:cxnSpMkLst>
            <pc:docMk/>
            <pc:sldMk cId="639691819" sldId="275"/>
            <ac:cxnSpMk id="108" creationId="{8FBB87FB-8E9A-CBEE-2F61-0BFA495317EE}"/>
          </ac:cxnSpMkLst>
        </pc:cxnChg>
        <pc:cxnChg chg="add mod">
          <ac:chgData name="Y I" userId="1ad7123e4ed09ae3" providerId="LiveId" clId="{6DEF62D7-AFC5-4C44-A21D-F291BF42E1B7}" dt="2025-12-18T23:58:55.021" v="13830" actId="14100"/>
          <ac:cxnSpMkLst>
            <pc:docMk/>
            <pc:sldMk cId="639691819" sldId="275"/>
            <ac:cxnSpMk id="111" creationId="{E222B2E9-5770-7020-C771-BEA53CA391D2}"/>
          </ac:cxnSpMkLst>
        </pc:cxnChg>
      </pc:sldChg>
      <pc:sldChg chg="addSp delSp modSp new del mod">
        <pc:chgData name="Y I" userId="1ad7123e4ed09ae3" providerId="LiveId" clId="{6DEF62D7-AFC5-4C44-A21D-F291BF42E1B7}" dt="2025-12-19T09:13:22.237" v="16326" actId="47"/>
        <pc:sldMkLst>
          <pc:docMk/>
          <pc:sldMk cId="417947183" sldId="276"/>
        </pc:sldMkLst>
        <pc:spChg chg="mod">
          <ac:chgData name="Y I" userId="1ad7123e4ed09ae3" providerId="LiveId" clId="{6DEF62D7-AFC5-4C44-A21D-F291BF42E1B7}" dt="2025-12-18T05:35:35.443" v="10448" actId="14100"/>
          <ac:spMkLst>
            <pc:docMk/>
            <pc:sldMk cId="417947183" sldId="276"/>
            <ac:spMk id="3" creationId="{9A68505F-67EF-0648-30E7-EB492B67A5C5}"/>
          </ac:spMkLst>
        </pc:spChg>
        <pc:spChg chg="add mod ord">
          <ac:chgData name="Y I" userId="1ad7123e4ed09ae3" providerId="LiveId" clId="{6DEF62D7-AFC5-4C44-A21D-F291BF42E1B7}" dt="2025-12-18T10:58:18.848" v="12556" actId="1038"/>
          <ac:spMkLst>
            <pc:docMk/>
            <pc:sldMk cId="417947183" sldId="276"/>
            <ac:spMk id="6" creationId="{9686F0DA-3CCF-D647-C991-8B6EB38172D7}"/>
          </ac:spMkLst>
        </pc:spChg>
        <pc:spChg chg="add mod">
          <ac:chgData name="Y I" userId="1ad7123e4ed09ae3" providerId="LiveId" clId="{6DEF62D7-AFC5-4C44-A21D-F291BF42E1B7}" dt="2025-12-18T10:59:50.696" v="12566" actId="20577"/>
          <ac:spMkLst>
            <pc:docMk/>
            <pc:sldMk cId="417947183" sldId="276"/>
            <ac:spMk id="7" creationId="{4D46C1EC-3C98-40CC-733E-5E9E50D41288}"/>
          </ac:spMkLst>
        </pc:spChg>
        <pc:spChg chg="add mod ord">
          <ac:chgData name="Y I" userId="1ad7123e4ed09ae3" providerId="LiveId" clId="{6DEF62D7-AFC5-4C44-A21D-F291BF42E1B7}" dt="2025-12-18T06:10:39.768" v="10580"/>
          <ac:spMkLst>
            <pc:docMk/>
            <pc:sldMk cId="417947183" sldId="276"/>
            <ac:spMk id="8" creationId="{1B7A2E48-0CD0-11DB-E480-489253AEAC17}"/>
          </ac:spMkLst>
        </pc:spChg>
        <pc:spChg chg="add mod ord">
          <ac:chgData name="Y I" userId="1ad7123e4ed09ae3" providerId="LiveId" clId="{6DEF62D7-AFC5-4C44-A21D-F291BF42E1B7}" dt="2025-12-18T10:58:18.848" v="12556" actId="1038"/>
          <ac:spMkLst>
            <pc:docMk/>
            <pc:sldMk cId="417947183" sldId="276"/>
            <ac:spMk id="9" creationId="{FE142668-8F34-AF10-B012-78AAB30B4F76}"/>
          </ac:spMkLst>
        </pc:spChg>
        <pc:spChg chg="add mod ord">
          <ac:chgData name="Y I" userId="1ad7123e4ed09ae3" providerId="LiveId" clId="{6DEF62D7-AFC5-4C44-A21D-F291BF42E1B7}" dt="2025-12-18T11:04:48.711" v="12696" actId="20577"/>
          <ac:spMkLst>
            <pc:docMk/>
            <pc:sldMk cId="417947183" sldId="276"/>
            <ac:spMk id="10" creationId="{17831461-D8D3-0CA1-FD6B-AF90A7FEA6F4}"/>
          </ac:spMkLst>
        </pc:spChg>
        <pc:spChg chg="add mod ord">
          <ac:chgData name="Y I" userId="1ad7123e4ed09ae3" providerId="LiveId" clId="{6DEF62D7-AFC5-4C44-A21D-F291BF42E1B7}" dt="2025-12-18T06:10:39.768" v="10580"/>
          <ac:spMkLst>
            <pc:docMk/>
            <pc:sldMk cId="417947183" sldId="276"/>
            <ac:spMk id="10" creationId="{E5B435A9-8E15-C22A-D4BF-3A50C1345325}"/>
          </ac:spMkLst>
        </pc:spChg>
        <pc:spChg chg="add mod ord">
          <ac:chgData name="Y I" userId="1ad7123e4ed09ae3" providerId="LiveId" clId="{6DEF62D7-AFC5-4C44-A21D-F291BF42E1B7}" dt="2025-12-18T10:58:18.848" v="12556" actId="1038"/>
          <ac:spMkLst>
            <pc:docMk/>
            <pc:sldMk cId="417947183" sldId="276"/>
            <ac:spMk id="12" creationId="{2C55A398-96A2-1042-AF5F-78762778822C}"/>
          </ac:spMkLst>
        </pc:spChg>
        <pc:spChg chg="add mod ord">
          <ac:chgData name="Y I" userId="1ad7123e4ed09ae3" providerId="LiveId" clId="{6DEF62D7-AFC5-4C44-A21D-F291BF42E1B7}" dt="2025-12-18T11:04:59.097" v="12697" actId="255"/>
          <ac:spMkLst>
            <pc:docMk/>
            <pc:sldMk cId="417947183" sldId="276"/>
            <ac:spMk id="13" creationId="{44E6C104-AEE7-6132-2E36-32AD959933A8}"/>
          </ac:spMkLst>
        </pc:spChg>
        <pc:graphicFrameChg chg="add mod modGraphic">
          <ac:chgData name="Y I" userId="1ad7123e4ed09ae3" providerId="LiveId" clId="{6DEF62D7-AFC5-4C44-A21D-F291BF42E1B7}" dt="2025-12-19T06:48:29.954" v="15239" actId="255"/>
          <ac:graphicFrameMkLst>
            <pc:docMk/>
            <pc:sldMk cId="417947183" sldId="276"/>
            <ac:graphicFrameMk id="4" creationId="{34349196-2C3C-6615-340C-52CA9E8909A6}"/>
          </ac:graphicFrameMkLst>
        </pc:graphicFrameChg>
        <pc:graphicFrameChg chg="add mod modGraphic">
          <ac:chgData name="Y I" userId="1ad7123e4ed09ae3" providerId="LiveId" clId="{6DEF62D7-AFC5-4C44-A21D-F291BF42E1B7}" dt="2025-12-18T11:24:19.953" v="12743" actId="207"/>
          <ac:graphicFrameMkLst>
            <pc:docMk/>
            <pc:sldMk cId="417947183" sldId="276"/>
            <ac:graphicFrameMk id="5" creationId="{04247A2D-ED63-C5F9-1C6A-5FE8F204B606}"/>
          </ac:graphicFrameMkLst>
        </pc:graphicFrameChg>
        <pc:graphicFrameChg chg="add mod modGraphic">
          <ac:chgData name="Y I" userId="1ad7123e4ed09ae3" providerId="LiveId" clId="{6DEF62D7-AFC5-4C44-A21D-F291BF42E1B7}" dt="2025-12-18T11:24:34.184" v="12745" actId="207"/>
          <ac:graphicFrameMkLst>
            <pc:docMk/>
            <pc:sldMk cId="417947183" sldId="276"/>
            <ac:graphicFrameMk id="8" creationId="{09FBA1BD-DC76-6291-06D7-6B70CCAD8449}"/>
          </ac:graphicFrameMkLst>
        </pc:graphicFrameChg>
        <pc:graphicFrameChg chg="add mod ord">
          <ac:chgData name="Y I" userId="1ad7123e4ed09ae3" providerId="LiveId" clId="{6DEF62D7-AFC5-4C44-A21D-F291BF42E1B7}" dt="2025-12-18T06:10:39.768" v="10580"/>
          <ac:graphicFrameMkLst>
            <pc:docMk/>
            <pc:sldMk cId="417947183" sldId="276"/>
            <ac:graphicFrameMk id="9" creationId="{F0246B89-EE7C-A425-B597-4610F17E4AB5}"/>
          </ac:graphicFrameMkLst>
        </pc:graphicFrameChg>
        <pc:graphicFrameChg chg="add del mod modGraphic">
          <ac:chgData name="Y I" userId="1ad7123e4ed09ae3" providerId="LiveId" clId="{6DEF62D7-AFC5-4C44-A21D-F291BF42E1B7}" dt="2025-12-18T10:56:14.325" v="12483" actId="478"/>
          <ac:graphicFrameMkLst>
            <pc:docMk/>
            <pc:sldMk cId="417947183" sldId="276"/>
            <ac:graphicFrameMk id="11" creationId="{853038D4-3C2A-8A5D-8E58-8ECA198E8FAC}"/>
          </ac:graphicFrameMkLst>
        </pc:graphicFrameChg>
      </pc:sldChg>
      <pc:sldChg chg="modSp new mod">
        <pc:chgData name="Y I" userId="1ad7123e4ed09ae3" providerId="LiveId" clId="{6DEF62D7-AFC5-4C44-A21D-F291BF42E1B7}" dt="2025-12-19T04:57:34.538" v="13831" actId="20577"/>
        <pc:sldMkLst>
          <pc:docMk/>
          <pc:sldMk cId="1616516820" sldId="277"/>
        </pc:sldMkLst>
        <pc:spChg chg="mod">
          <ac:chgData name="Y I" userId="1ad7123e4ed09ae3" providerId="LiveId" clId="{6DEF62D7-AFC5-4C44-A21D-F291BF42E1B7}" dt="2025-12-18T11:26:11.380" v="12773" actId="27636"/>
          <ac:spMkLst>
            <pc:docMk/>
            <pc:sldMk cId="1616516820" sldId="277"/>
            <ac:spMk id="2" creationId="{3A43C5FB-5336-9498-FAD0-279042FF55E7}"/>
          </ac:spMkLst>
        </pc:spChg>
        <pc:spChg chg="mod">
          <ac:chgData name="Y I" userId="1ad7123e4ed09ae3" providerId="LiveId" clId="{6DEF62D7-AFC5-4C44-A21D-F291BF42E1B7}" dt="2025-12-19T04:57:34.538" v="13831" actId="20577"/>
          <ac:spMkLst>
            <pc:docMk/>
            <pc:sldMk cId="1616516820" sldId="277"/>
            <ac:spMk id="3" creationId="{39A251EE-3DEF-9571-5509-159C610B5E3F}"/>
          </ac:spMkLst>
        </pc:spChg>
      </pc:sldChg>
      <pc:sldChg chg="addSp delSp modSp new mod">
        <pc:chgData name="Y I" userId="1ad7123e4ed09ae3" providerId="LiveId" clId="{6DEF62D7-AFC5-4C44-A21D-F291BF42E1B7}" dt="2025-12-18T11:45:15.016" v="13096" actId="21"/>
        <pc:sldMkLst>
          <pc:docMk/>
          <pc:sldMk cId="1512569659" sldId="278"/>
        </pc:sldMkLst>
        <pc:spChg chg="mod">
          <ac:chgData name="Y I" userId="1ad7123e4ed09ae3" providerId="LiveId" clId="{6DEF62D7-AFC5-4C44-A21D-F291BF42E1B7}" dt="2025-12-18T11:44:00.646" v="13087" actId="14100"/>
          <ac:spMkLst>
            <pc:docMk/>
            <pc:sldMk cId="1512569659" sldId="278"/>
            <ac:spMk id="3" creationId="{6C60871B-D874-5BB2-BFEB-AAF5A5104B96}"/>
          </ac:spMkLst>
        </pc:spChg>
        <pc:spChg chg="ord">
          <ac:chgData name="Y I" userId="1ad7123e4ed09ae3" providerId="LiveId" clId="{6DEF62D7-AFC5-4C44-A21D-F291BF42E1B7}" dt="2025-12-18T11:44:21.220" v="13089" actId="167"/>
          <ac:spMkLst>
            <pc:docMk/>
            <pc:sldMk cId="1512569659" sldId="278"/>
            <ac:spMk id="4" creationId="{A7C0780B-E6A4-A48E-0E77-60B222ACE6AA}"/>
          </ac:spMkLst>
        </pc:spChg>
        <pc:spChg chg="add mod">
          <ac:chgData name="Y I" userId="1ad7123e4ed09ae3" providerId="LiveId" clId="{6DEF62D7-AFC5-4C44-A21D-F291BF42E1B7}" dt="2025-12-18T11:44:59.721" v="13095" actId="255"/>
          <ac:spMkLst>
            <pc:docMk/>
            <pc:sldMk cId="1512569659" sldId="278"/>
            <ac:spMk id="13" creationId="{FF6D1B62-BDB5-A793-526E-BD7E13DF378F}"/>
          </ac:spMkLst>
        </pc:spChg>
        <pc:spChg chg="add mod">
          <ac:chgData name="Y I" userId="1ad7123e4ed09ae3" providerId="LiveId" clId="{6DEF62D7-AFC5-4C44-A21D-F291BF42E1B7}" dt="2025-12-18T11:44:59.721" v="13095" actId="255"/>
          <ac:spMkLst>
            <pc:docMk/>
            <pc:sldMk cId="1512569659" sldId="278"/>
            <ac:spMk id="17" creationId="{A1183DC8-0A7D-31EB-DEA3-0AD8D7F912DB}"/>
          </ac:spMkLst>
        </pc:spChg>
        <pc:spChg chg="add mod">
          <ac:chgData name="Y I" userId="1ad7123e4ed09ae3" providerId="LiveId" clId="{6DEF62D7-AFC5-4C44-A21D-F291BF42E1B7}" dt="2025-12-18T11:44:59.721" v="13095" actId="255"/>
          <ac:spMkLst>
            <pc:docMk/>
            <pc:sldMk cId="1512569659" sldId="278"/>
            <ac:spMk id="18" creationId="{F0C7B2B4-1716-3B1A-8D3E-834E39C5FB9B}"/>
          </ac:spMkLst>
        </pc:spChg>
        <pc:spChg chg="add mod">
          <ac:chgData name="Y I" userId="1ad7123e4ed09ae3" providerId="LiveId" clId="{6DEF62D7-AFC5-4C44-A21D-F291BF42E1B7}" dt="2025-12-18T11:44:59.721" v="13095" actId="255"/>
          <ac:spMkLst>
            <pc:docMk/>
            <pc:sldMk cId="1512569659" sldId="278"/>
            <ac:spMk id="24" creationId="{684FBE09-090C-D98A-E46D-2B437F12913D}"/>
          </ac:spMkLst>
        </pc:spChg>
        <pc:spChg chg="add mod">
          <ac:chgData name="Y I" userId="1ad7123e4ed09ae3" providerId="LiveId" clId="{6DEF62D7-AFC5-4C44-A21D-F291BF42E1B7}" dt="2025-12-18T11:44:59.721" v="13095" actId="255"/>
          <ac:spMkLst>
            <pc:docMk/>
            <pc:sldMk cId="1512569659" sldId="278"/>
            <ac:spMk id="29" creationId="{84EFC0B7-708B-6D29-6519-CE1AD477746C}"/>
          </ac:spMkLst>
        </pc:spChg>
        <pc:spChg chg="add mod">
          <ac:chgData name="Y I" userId="1ad7123e4ed09ae3" providerId="LiveId" clId="{6DEF62D7-AFC5-4C44-A21D-F291BF42E1B7}" dt="2025-12-18T11:44:59.721" v="13095" actId="255"/>
          <ac:spMkLst>
            <pc:docMk/>
            <pc:sldMk cId="1512569659" sldId="278"/>
            <ac:spMk id="34" creationId="{8BD441A7-B9AF-B25C-68E1-B63828C81C7A}"/>
          </ac:spMkLst>
        </pc:spChg>
        <pc:spChg chg="add mod">
          <ac:chgData name="Y I" userId="1ad7123e4ed09ae3" providerId="LiveId" clId="{6DEF62D7-AFC5-4C44-A21D-F291BF42E1B7}" dt="2025-12-18T11:44:59.721" v="13095" actId="255"/>
          <ac:spMkLst>
            <pc:docMk/>
            <pc:sldMk cId="1512569659" sldId="278"/>
            <ac:spMk id="41" creationId="{903034B3-3E5A-509F-FD22-7659A7887005}"/>
          </ac:spMkLst>
        </pc:spChg>
        <pc:spChg chg="add mod">
          <ac:chgData name="Y I" userId="1ad7123e4ed09ae3" providerId="LiveId" clId="{6DEF62D7-AFC5-4C44-A21D-F291BF42E1B7}" dt="2025-12-18T11:44:59.721" v="13095" actId="255"/>
          <ac:spMkLst>
            <pc:docMk/>
            <pc:sldMk cId="1512569659" sldId="278"/>
            <ac:spMk id="62" creationId="{C0C4212A-C3CF-082A-3BF3-63C200C3465F}"/>
          </ac:spMkLst>
        </pc:spChg>
        <pc:spChg chg="add mod">
          <ac:chgData name="Y I" userId="1ad7123e4ed09ae3" providerId="LiveId" clId="{6DEF62D7-AFC5-4C44-A21D-F291BF42E1B7}" dt="2025-12-18T11:44:59.721" v="13095" actId="255"/>
          <ac:spMkLst>
            <pc:docMk/>
            <pc:sldMk cId="1512569659" sldId="278"/>
            <ac:spMk id="65" creationId="{BF5D8C7F-76C2-BF1F-7005-7FCB4D0E29AE}"/>
          </ac:spMkLst>
        </pc:spChg>
        <pc:spChg chg="add mod">
          <ac:chgData name="Y I" userId="1ad7123e4ed09ae3" providerId="LiveId" clId="{6DEF62D7-AFC5-4C44-A21D-F291BF42E1B7}" dt="2025-12-18T11:44:59.721" v="13095" actId="255"/>
          <ac:spMkLst>
            <pc:docMk/>
            <pc:sldMk cId="1512569659" sldId="278"/>
            <ac:spMk id="68" creationId="{FB937941-88D2-5A4F-8C6A-244240A9E7D3}"/>
          </ac:spMkLst>
        </pc:spChg>
        <pc:spChg chg="del">
          <ac:chgData name="Y I" userId="1ad7123e4ed09ae3" providerId="LiveId" clId="{6DEF62D7-AFC5-4C44-A21D-F291BF42E1B7}" dt="2025-12-18T11:44:24.409" v="13090" actId="478"/>
          <ac:spMkLst>
            <pc:docMk/>
            <pc:sldMk cId="1512569659" sldId="278"/>
            <ac:spMk id="71" creationId="{AFF0CF68-2158-7207-C929-BB78269C9A16}"/>
          </ac:spMkLst>
        </pc:spChg>
        <pc:grpChg chg="del mod">
          <ac:chgData name="Y I" userId="1ad7123e4ed09ae3" providerId="LiveId" clId="{6DEF62D7-AFC5-4C44-A21D-F291BF42E1B7}" dt="2025-12-18T11:45:15.016" v="13096" actId="21"/>
          <ac:grpSpMkLst>
            <pc:docMk/>
            <pc:sldMk cId="1512569659" sldId="278"/>
            <ac:grpSpMk id="72" creationId="{DD46535E-C645-FFF1-47B4-76B39CF905D2}"/>
          </ac:grpSpMkLst>
        </pc:grpChg>
        <pc:cxnChg chg="mod">
          <ac:chgData name="Y I" userId="1ad7123e4ed09ae3" providerId="LiveId" clId="{6DEF62D7-AFC5-4C44-A21D-F291BF42E1B7}" dt="2025-12-18T11:45:15.016" v="13096" actId="21"/>
          <ac:cxnSpMkLst>
            <pc:docMk/>
            <pc:sldMk cId="1512569659" sldId="278"/>
            <ac:cxnSpMk id="8" creationId="{0844C57F-FC29-84A5-83EE-CFBF208D6EA0}"/>
          </ac:cxnSpMkLst>
        </pc:cxnChg>
        <pc:cxnChg chg="mod">
          <ac:chgData name="Y I" userId="1ad7123e4ed09ae3" providerId="LiveId" clId="{6DEF62D7-AFC5-4C44-A21D-F291BF42E1B7}" dt="2025-12-18T11:45:15.016" v="13096" actId="21"/>
          <ac:cxnSpMkLst>
            <pc:docMk/>
            <pc:sldMk cId="1512569659" sldId="278"/>
            <ac:cxnSpMk id="26" creationId="{E3E22D06-C79F-7519-2DDF-0FA8B5211173}"/>
          </ac:cxnSpMkLst>
        </pc:cxnChg>
        <pc:cxnChg chg="mod">
          <ac:chgData name="Y I" userId="1ad7123e4ed09ae3" providerId="LiveId" clId="{6DEF62D7-AFC5-4C44-A21D-F291BF42E1B7}" dt="2025-12-18T11:45:15.016" v="13096" actId="21"/>
          <ac:cxnSpMkLst>
            <pc:docMk/>
            <pc:sldMk cId="1512569659" sldId="278"/>
            <ac:cxnSpMk id="28" creationId="{F0B0DB51-D285-9563-A912-925DD824FB9F}"/>
          </ac:cxnSpMkLst>
        </pc:cxnChg>
        <pc:cxnChg chg="mod">
          <ac:chgData name="Y I" userId="1ad7123e4ed09ae3" providerId="LiveId" clId="{6DEF62D7-AFC5-4C44-A21D-F291BF42E1B7}" dt="2025-12-18T11:45:15.016" v="13096" actId="21"/>
          <ac:cxnSpMkLst>
            <pc:docMk/>
            <pc:sldMk cId="1512569659" sldId="278"/>
            <ac:cxnSpMk id="31" creationId="{1A04AF08-9218-BD05-6B98-61CE38C9E7F7}"/>
          </ac:cxnSpMkLst>
        </pc:cxnChg>
        <pc:cxnChg chg="mod">
          <ac:chgData name="Y I" userId="1ad7123e4ed09ae3" providerId="LiveId" clId="{6DEF62D7-AFC5-4C44-A21D-F291BF42E1B7}" dt="2025-12-18T11:45:15.016" v="13096" actId="21"/>
          <ac:cxnSpMkLst>
            <pc:docMk/>
            <pc:sldMk cId="1512569659" sldId="278"/>
            <ac:cxnSpMk id="35" creationId="{10DF3EA1-3D2A-4F09-42FC-D3047EE9D6F3}"/>
          </ac:cxnSpMkLst>
        </pc:cxnChg>
        <pc:cxnChg chg="mod">
          <ac:chgData name="Y I" userId="1ad7123e4ed09ae3" providerId="LiveId" clId="{6DEF62D7-AFC5-4C44-A21D-F291BF42E1B7}" dt="2025-12-18T11:45:15.016" v="13096" actId="21"/>
          <ac:cxnSpMkLst>
            <pc:docMk/>
            <pc:sldMk cId="1512569659" sldId="278"/>
            <ac:cxnSpMk id="45" creationId="{F5CA5605-438F-B40C-2ECF-C0DF49079BB3}"/>
          </ac:cxnSpMkLst>
        </pc:cxnChg>
        <pc:cxnChg chg="mod">
          <ac:chgData name="Y I" userId="1ad7123e4ed09ae3" providerId="LiveId" clId="{6DEF62D7-AFC5-4C44-A21D-F291BF42E1B7}" dt="2025-12-18T11:45:15.016" v="13096" actId="21"/>
          <ac:cxnSpMkLst>
            <pc:docMk/>
            <pc:sldMk cId="1512569659" sldId="278"/>
            <ac:cxnSpMk id="50" creationId="{D472B60A-F018-6DEB-D70A-FB1885763C27}"/>
          </ac:cxnSpMkLst>
        </pc:cxnChg>
        <pc:cxnChg chg="mod">
          <ac:chgData name="Y I" userId="1ad7123e4ed09ae3" providerId="LiveId" clId="{6DEF62D7-AFC5-4C44-A21D-F291BF42E1B7}" dt="2025-12-18T11:45:15.016" v="13096" actId="21"/>
          <ac:cxnSpMkLst>
            <pc:docMk/>
            <pc:sldMk cId="1512569659" sldId="278"/>
            <ac:cxnSpMk id="51" creationId="{D37EBC2D-13E2-AB3A-2217-5BEBAE5378E1}"/>
          </ac:cxnSpMkLst>
        </pc:cxnChg>
        <pc:cxnChg chg="mod">
          <ac:chgData name="Y I" userId="1ad7123e4ed09ae3" providerId="LiveId" clId="{6DEF62D7-AFC5-4C44-A21D-F291BF42E1B7}" dt="2025-12-18T11:45:15.016" v="13096" actId="21"/>
          <ac:cxnSpMkLst>
            <pc:docMk/>
            <pc:sldMk cId="1512569659" sldId="278"/>
            <ac:cxnSpMk id="55" creationId="{14EB7E9A-D923-C2B3-F6E6-8DA95EC38E20}"/>
          </ac:cxnSpMkLst>
        </pc:cxnChg>
      </pc:sldChg>
      <pc:sldChg chg="addSp delSp modSp new mod ord">
        <pc:chgData name="Y I" userId="1ad7123e4ed09ae3" providerId="LiveId" clId="{6DEF62D7-AFC5-4C44-A21D-F291BF42E1B7}" dt="2025-12-19T05:41:21.355" v="14865"/>
        <pc:sldMkLst>
          <pc:docMk/>
          <pc:sldMk cId="1251402326" sldId="279"/>
        </pc:sldMkLst>
        <pc:spChg chg="del">
          <ac:chgData name="Y I" userId="1ad7123e4ed09ae3" providerId="LiveId" clId="{6DEF62D7-AFC5-4C44-A21D-F291BF42E1B7}" dt="2025-12-19T05:26:41.974" v="14424" actId="478"/>
          <ac:spMkLst>
            <pc:docMk/>
            <pc:sldMk cId="1251402326" sldId="279"/>
            <ac:spMk id="3" creationId="{5D0E1716-1EEF-3BDA-5B13-1EF2F60A5A38}"/>
          </ac:spMkLst>
        </pc:spChg>
        <pc:spChg chg="mod">
          <ac:chgData name="Y I" userId="1ad7123e4ed09ae3" providerId="LiveId" clId="{6DEF62D7-AFC5-4C44-A21D-F291BF42E1B7}" dt="2025-12-19T05:08:48.480" v="14096"/>
          <ac:spMkLst>
            <pc:docMk/>
            <pc:sldMk cId="1251402326" sldId="279"/>
            <ac:spMk id="5" creationId="{3C1177A3-448B-4FDA-72C7-7D899829750D}"/>
          </ac:spMkLst>
        </pc:spChg>
        <pc:spChg chg="mod">
          <ac:chgData name="Y I" userId="1ad7123e4ed09ae3" providerId="LiveId" clId="{6DEF62D7-AFC5-4C44-A21D-F291BF42E1B7}" dt="2025-12-19T05:08:48.480" v="14096"/>
          <ac:spMkLst>
            <pc:docMk/>
            <pc:sldMk cId="1251402326" sldId="279"/>
            <ac:spMk id="20" creationId="{4403427A-B1D3-1CBA-D12E-8C7DD0942B20}"/>
          </ac:spMkLst>
        </pc:spChg>
        <pc:spChg chg="mod">
          <ac:chgData name="Y I" userId="1ad7123e4ed09ae3" providerId="LiveId" clId="{6DEF62D7-AFC5-4C44-A21D-F291BF42E1B7}" dt="2025-12-19T05:08:48.480" v="14096"/>
          <ac:spMkLst>
            <pc:docMk/>
            <pc:sldMk cId="1251402326" sldId="279"/>
            <ac:spMk id="26" creationId="{6B5A6101-2D32-742E-55A3-ACCA2CB4C821}"/>
          </ac:spMkLst>
        </pc:spChg>
        <pc:spChg chg="mod">
          <ac:chgData name="Y I" userId="1ad7123e4ed09ae3" providerId="LiveId" clId="{6DEF62D7-AFC5-4C44-A21D-F291BF42E1B7}" dt="2025-12-19T05:08:48.480" v="14096"/>
          <ac:spMkLst>
            <pc:docMk/>
            <pc:sldMk cId="1251402326" sldId="279"/>
            <ac:spMk id="29" creationId="{052531A7-B392-5B1B-9148-824FA605E5B6}"/>
          </ac:spMkLst>
        </pc:spChg>
        <pc:spChg chg="mod">
          <ac:chgData name="Y I" userId="1ad7123e4ed09ae3" providerId="LiveId" clId="{6DEF62D7-AFC5-4C44-A21D-F291BF42E1B7}" dt="2025-12-19T05:08:48.480" v="14096"/>
          <ac:spMkLst>
            <pc:docMk/>
            <pc:sldMk cId="1251402326" sldId="279"/>
            <ac:spMk id="33" creationId="{49CCFF95-8C51-BD30-4BD4-A9590DAFFD4E}"/>
          </ac:spMkLst>
        </pc:spChg>
        <pc:spChg chg="mod">
          <ac:chgData name="Y I" userId="1ad7123e4ed09ae3" providerId="LiveId" clId="{6DEF62D7-AFC5-4C44-A21D-F291BF42E1B7}" dt="2025-12-19T05:08:48.480" v="14096"/>
          <ac:spMkLst>
            <pc:docMk/>
            <pc:sldMk cId="1251402326" sldId="279"/>
            <ac:spMk id="38" creationId="{B8776DD5-BEB1-FD15-B38B-E73884DFD259}"/>
          </ac:spMkLst>
        </pc:spChg>
        <pc:spChg chg="mod">
          <ac:chgData name="Y I" userId="1ad7123e4ed09ae3" providerId="LiveId" clId="{6DEF62D7-AFC5-4C44-A21D-F291BF42E1B7}" dt="2025-12-19T05:08:48.480" v="14096"/>
          <ac:spMkLst>
            <pc:docMk/>
            <pc:sldMk cId="1251402326" sldId="279"/>
            <ac:spMk id="44" creationId="{1D84FB5B-759F-FE8B-FCAD-91B5A2716B8D}"/>
          </ac:spMkLst>
        </pc:spChg>
        <pc:spChg chg="mod">
          <ac:chgData name="Y I" userId="1ad7123e4ed09ae3" providerId="LiveId" clId="{6DEF62D7-AFC5-4C44-A21D-F291BF42E1B7}" dt="2025-12-19T05:08:48.480" v="14096"/>
          <ac:spMkLst>
            <pc:docMk/>
            <pc:sldMk cId="1251402326" sldId="279"/>
            <ac:spMk id="47" creationId="{C7CF00FF-DFED-48A3-0EEA-25CAAF5FD374}"/>
          </ac:spMkLst>
        </pc:spChg>
        <pc:spChg chg="mod">
          <ac:chgData name="Y I" userId="1ad7123e4ed09ae3" providerId="LiveId" clId="{6DEF62D7-AFC5-4C44-A21D-F291BF42E1B7}" dt="2025-12-19T05:08:48.480" v="14096"/>
          <ac:spMkLst>
            <pc:docMk/>
            <pc:sldMk cId="1251402326" sldId="279"/>
            <ac:spMk id="62" creationId="{1E8BFFC4-A856-35D9-EAD6-DE78BEB05ACB}"/>
          </ac:spMkLst>
        </pc:spChg>
        <pc:spChg chg="mod">
          <ac:chgData name="Y I" userId="1ad7123e4ed09ae3" providerId="LiveId" clId="{6DEF62D7-AFC5-4C44-A21D-F291BF42E1B7}" dt="2025-12-19T05:08:48.480" v="14096"/>
          <ac:spMkLst>
            <pc:docMk/>
            <pc:sldMk cId="1251402326" sldId="279"/>
            <ac:spMk id="64" creationId="{85341D91-0540-ED9B-9C05-AD6720DAA4BF}"/>
          </ac:spMkLst>
        </pc:spChg>
        <pc:spChg chg="mod">
          <ac:chgData name="Y I" userId="1ad7123e4ed09ae3" providerId="LiveId" clId="{6DEF62D7-AFC5-4C44-A21D-F291BF42E1B7}" dt="2025-12-19T05:11:16.354" v="14144"/>
          <ac:spMkLst>
            <pc:docMk/>
            <pc:sldMk cId="1251402326" sldId="279"/>
            <ac:spMk id="82" creationId="{F059509C-5D35-0FFE-6513-B4930B0F848D}"/>
          </ac:spMkLst>
        </pc:spChg>
        <pc:spChg chg="mod">
          <ac:chgData name="Y I" userId="1ad7123e4ed09ae3" providerId="LiveId" clId="{6DEF62D7-AFC5-4C44-A21D-F291BF42E1B7}" dt="2025-12-19T05:11:16.354" v="14144"/>
          <ac:spMkLst>
            <pc:docMk/>
            <pc:sldMk cId="1251402326" sldId="279"/>
            <ac:spMk id="91" creationId="{D77E7848-73F1-E97A-7046-DB8BD0260773}"/>
          </ac:spMkLst>
        </pc:spChg>
        <pc:spChg chg="mod">
          <ac:chgData name="Y I" userId="1ad7123e4ed09ae3" providerId="LiveId" clId="{6DEF62D7-AFC5-4C44-A21D-F291BF42E1B7}" dt="2025-12-19T05:11:16.354" v="14144"/>
          <ac:spMkLst>
            <pc:docMk/>
            <pc:sldMk cId="1251402326" sldId="279"/>
            <ac:spMk id="96" creationId="{AE642B76-E0C7-04B7-4D4A-805E136F7763}"/>
          </ac:spMkLst>
        </pc:spChg>
        <pc:spChg chg="mod">
          <ac:chgData name="Y I" userId="1ad7123e4ed09ae3" providerId="LiveId" clId="{6DEF62D7-AFC5-4C44-A21D-F291BF42E1B7}" dt="2025-12-19T05:11:16.354" v="14144"/>
          <ac:spMkLst>
            <pc:docMk/>
            <pc:sldMk cId="1251402326" sldId="279"/>
            <ac:spMk id="113" creationId="{5BDC4E47-9FF8-27B7-5717-08891A817129}"/>
          </ac:spMkLst>
        </pc:spChg>
        <pc:spChg chg="mod">
          <ac:chgData name="Y I" userId="1ad7123e4ed09ae3" providerId="LiveId" clId="{6DEF62D7-AFC5-4C44-A21D-F291BF42E1B7}" dt="2025-12-19T05:11:16.354" v="14144"/>
          <ac:spMkLst>
            <pc:docMk/>
            <pc:sldMk cId="1251402326" sldId="279"/>
            <ac:spMk id="119" creationId="{59CEF446-3B33-D921-215E-3D8E77B7A46B}"/>
          </ac:spMkLst>
        </pc:spChg>
        <pc:spChg chg="mod">
          <ac:chgData name="Y I" userId="1ad7123e4ed09ae3" providerId="LiveId" clId="{6DEF62D7-AFC5-4C44-A21D-F291BF42E1B7}" dt="2025-12-19T05:11:16.354" v="14144"/>
          <ac:spMkLst>
            <pc:docMk/>
            <pc:sldMk cId="1251402326" sldId="279"/>
            <ac:spMk id="132" creationId="{6902E0EC-A3EC-C6FD-6504-A8F0D2F26651}"/>
          </ac:spMkLst>
        </pc:spChg>
        <pc:spChg chg="mod">
          <ac:chgData name="Y I" userId="1ad7123e4ed09ae3" providerId="LiveId" clId="{6DEF62D7-AFC5-4C44-A21D-F291BF42E1B7}" dt="2025-12-19T05:11:16.354" v="14144"/>
          <ac:spMkLst>
            <pc:docMk/>
            <pc:sldMk cId="1251402326" sldId="279"/>
            <ac:spMk id="135" creationId="{DB39C058-AAA3-28F4-33DB-24C7EE83B1D5}"/>
          </ac:spMkLst>
        </pc:spChg>
        <pc:spChg chg="mod">
          <ac:chgData name="Y I" userId="1ad7123e4ed09ae3" providerId="LiveId" clId="{6DEF62D7-AFC5-4C44-A21D-F291BF42E1B7}" dt="2025-12-19T05:11:16.354" v="14144"/>
          <ac:spMkLst>
            <pc:docMk/>
            <pc:sldMk cId="1251402326" sldId="279"/>
            <ac:spMk id="136" creationId="{5F956477-4A01-467F-B194-6BE55E16A1B6}"/>
          </ac:spMkLst>
        </pc:spChg>
        <pc:spChg chg="mod">
          <ac:chgData name="Y I" userId="1ad7123e4ed09ae3" providerId="LiveId" clId="{6DEF62D7-AFC5-4C44-A21D-F291BF42E1B7}" dt="2025-12-19T05:11:16.354" v="14144"/>
          <ac:spMkLst>
            <pc:docMk/>
            <pc:sldMk cId="1251402326" sldId="279"/>
            <ac:spMk id="138" creationId="{677E26B3-C08B-8CE0-02A0-5482D6FB7461}"/>
          </ac:spMkLst>
        </pc:spChg>
        <pc:spChg chg="mod">
          <ac:chgData name="Y I" userId="1ad7123e4ed09ae3" providerId="LiveId" clId="{6DEF62D7-AFC5-4C44-A21D-F291BF42E1B7}" dt="2025-12-19T05:11:16.354" v="14144"/>
          <ac:spMkLst>
            <pc:docMk/>
            <pc:sldMk cId="1251402326" sldId="279"/>
            <ac:spMk id="146" creationId="{F54D903E-C0BB-635A-DB41-E992513CEEA9}"/>
          </ac:spMkLst>
        </pc:spChg>
        <pc:spChg chg="mod">
          <ac:chgData name="Y I" userId="1ad7123e4ed09ae3" providerId="LiveId" clId="{6DEF62D7-AFC5-4C44-A21D-F291BF42E1B7}" dt="2025-12-19T05:11:24.786" v="14145"/>
          <ac:spMkLst>
            <pc:docMk/>
            <pc:sldMk cId="1251402326" sldId="279"/>
            <ac:spMk id="155" creationId="{D1815261-E101-9953-948E-34DFDA518E7A}"/>
          </ac:spMkLst>
        </pc:spChg>
        <pc:spChg chg="mod">
          <ac:chgData name="Y I" userId="1ad7123e4ed09ae3" providerId="LiveId" clId="{6DEF62D7-AFC5-4C44-A21D-F291BF42E1B7}" dt="2025-12-19T05:11:24.786" v="14145"/>
          <ac:spMkLst>
            <pc:docMk/>
            <pc:sldMk cId="1251402326" sldId="279"/>
            <ac:spMk id="170" creationId="{E65A1E9C-E99B-F4EA-33DC-97B9B5034F31}"/>
          </ac:spMkLst>
        </pc:spChg>
        <pc:spChg chg="mod">
          <ac:chgData name="Y I" userId="1ad7123e4ed09ae3" providerId="LiveId" clId="{6DEF62D7-AFC5-4C44-A21D-F291BF42E1B7}" dt="2025-12-19T05:11:24.786" v="14145"/>
          <ac:spMkLst>
            <pc:docMk/>
            <pc:sldMk cId="1251402326" sldId="279"/>
            <ac:spMk id="171" creationId="{09C2AF32-5D72-D340-D1B9-D7FBB9D00F4A}"/>
          </ac:spMkLst>
        </pc:spChg>
        <pc:spChg chg="mod">
          <ac:chgData name="Y I" userId="1ad7123e4ed09ae3" providerId="LiveId" clId="{6DEF62D7-AFC5-4C44-A21D-F291BF42E1B7}" dt="2025-12-19T05:11:24.786" v="14145"/>
          <ac:spMkLst>
            <pc:docMk/>
            <pc:sldMk cId="1251402326" sldId="279"/>
            <ac:spMk id="172" creationId="{43203143-48E5-24AA-4826-D3F0CFE904E8}"/>
          </ac:spMkLst>
        </pc:spChg>
        <pc:spChg chg="mod">
          <ac:chgData name="Y I" userId="1ad7123e4ed09ae3" providerId="LiveId" clId="{6DEF62D7-AFC5-4C44-A21D-F291BF42E1B7}" dt="2025-12-19T05:11:24.786" v="14145"/>
          <ac:spMkLst>
            <pc:docMk/>
            <pc:sldMk cId="1251402326" sldId="279"/>
            <ac:spMk id="177" creationId="{5575617D-BCFF-A8E5-9FCE-1E856D36D8B6}"/>
          </ac:spMkLst>
        </pc:spChg>
        <pc:spChg chg="mod">
          <ac:chgData name="Y I" userId="1ad7123e4ed09ae3" providerId="LiveId" clId="{6DEF62D7-AFC5-4C44-A21D-F291BF42E1B7}" dt="2025-12-19T05:11:24.786" v="14145"/>
          <ac:spMkLst>
            <pc:docMk/>
            <pc:sldMk cId="1251402326" sldId="279"/>
            <ac:spMk id="183" creationId="{6AE6DB11-84E2-05C6-63DB-551A0A79CBA9}"/>
          </ac:spMkLst>
        </pc:spChg>
        <pc:spChg chg="mod">
          <ac:chgData name="Y I" userId="1ad7123e4ed09ae3" providerId="LiveId" clId="{6DEF62D7-AFC5-4C44-A21D-F291BF42E1B7}" dt="2025-12-19T05:11:24.786" v="14145"/>
          <ac:spMkLst>
            <pc:docMk/>
            <pc:sldMk cId="1251402326" sldId="279"/>
            <ac:spMk id="193" creationId="{76ED2B4D-A9FB-29B8-A099-C148EDAC2D8E}"/>
          </ac:spMkLst>
        </pc:spChg>
        <pc:spChg chg="mod">
          <ac:chgData name="Y I" userId="1ad7123e4ed09ae3" providerId="LiveId" clId="{6DEF62D7-AFC5-4C44-A21D-F291BF42E1B7}" dt="2025-12-19T05:11:24.786" v="14145"/>
          <ac:spMkLst>
            <pc:docMk/>
            <pc:sldMk cId="1251402326" sldId="279"/>
            <ac:spMk id="217" creationId="{3BF57271-121E-8504-5CC3-4E4EA510E9D6}"/>
          </ac:spMkLst>
        </pc:spChg>
        <pc:spChg chg="mod">
          <ac:chgData name="Y I" userId="1ad7123e4ed09ae3" providerId="LiveId" clId="{6DEF62D7-AFC5-4C44-A21D-F291BF42E1B7}" dt="2025-12-19T05:11:24.786" v="14145"/>
          <ac:spMkLst>
            <pc:docMk/>
            <pc:sldMk cId="1251402326" sldId="279"/>
            <ac:spMk id="223" creationId="{EE4FAB1B-9D48-D3FE-7BF8-184F2EF16020}"/>
          </ac:spMkLst>
        </pc:spChg>
        <pc:spChg chg="mod">
          <ac:chgData name="Y I" userId="1ad7123e4ed09ae3" providerId="LiveId" clId="{6DEF62D7-AFC5-4C44-A21D-F291BF42E1B7}" dt="2025-12-19T05:11:24.786" v="14145"/>
          <ac:spMkLst>
            <pc:docMk/>
            <pc:sldMk cId="1251402326" sldId="279"/>
            <ac:spMk id="224" creationId="{7037B452-DBDB-E5BE-AF49-934A4DDA290A}"/>
          </ac:spMkLst>
        </pc:spChg>
      </pc:sldChg>
      <pc:sldChg chg="addSp delSp modSp new mod ord">
        <pc:chgData name="Y I" userId="1ad7123e4ed09ae3" providerId="LiveId" clId="{6DEF62D7-AFC5-4C44-A21D-F291BF42E1B7}" dt="2025-12-19T05:41:14.089" v="14863"/>
        <pc:sldMkLst>
          <pc:docMk/>
          <pc:sldMk cId="3188484721" sldId="280"/>
        </pc:sldMkLst>
        <pc:spChg chg="del">
          <ac:chgData name="Y I" userId="1ad7123e4ed09ae3" providerId="LiveId" clId="{6DEF62D7-AFC5-4C44-A21D-F291BF42E1B7}" dt="2025-12-19T05:26:36.185" v="14422" actId="478"/>
          <ac:spMkLst>
            <pc:docMk/>
            <pc:sldMk cId="3188484721" sldId="280"/>
            <ac:spMk id="3" creationId="{1EB938E6-576A-3C8D-254F-470460AD57CA}"/>
          </ac:spMkLst>
        </pc:spChg>
        <pc:spChg chg="add mod">
          <ac:chgData name="Y I" userId="1ad7123e4ed09ae3" providerId="LiveId" clId="{6DEF62D7-AFC5-4C44-A21D-F291BF42E1B7}" dt="2025-12-19T05:26:36.974" v="14423"/>
          <ac:spMkLst>
            <pc:docMk/>
            <pc:sldMk cId="3188484721" sldId="280"/>
            <ac:spMk id="4" creationId="{E98A867C-0EA7-BAB5-8A23-8B0493E08A52}"/>
          </ac:spMkLst>
        </pc:spChg>
        <pc:spChg chg="add mod">
          <ac:chgData name="Y I" userId="1ad7123e4ed09ae3" providerId="LiveId" clId="{6DEF62D7-AFC5-4C44-A21D-F291BF42E1B7}" dt="2025-12-19T05:26:36.974" v="14423"/>
          <ac:spMkLst>
            <pc:docMk/>
            <pc:sldMk cId="3188484721" sldId="280"/>
            <ac:spMk id="5" creationId="{CAE116C1-860A-DE8C-539C-943FBB8CC856}"/>
          </ac:spMkLst>
        </pc:spChg>
        <pc:spChg chg="add mod">
          <ac:chgData name="Y I" userId="1ad7123e4ed09ae3" providerId="LiveId" clId="{6DEF62D7-AFC5-4C44-A21D-F291BF42E1B7}" dt="2025-12-19T05:26:36.974" v="14423"/>
          <ac:spMkLst>
            <pc:docMk/>
            <pc:sldMk cId="3188484721" sldId="280"/>
            <ac:spMk id="6" creationId="{B72C57EB-D949-D9EB-680E-011A5B2361B8}"/>
          </ac:spMkLst>
        </pc:spChg>
        <pc:spChg chg="add mod">
          <ac:chgData name="Y I" userId="1ad7123e4ed09ae3" providerId="LiveId" clId="{6DEF62D7-AFC5-4C44-A21D-F291BF42E1B7}" dt="2025-12-19T05:26:36.974" v="14423"/>
          <ac:spMkLst>
            <pc:docMk/>
            <pc:sldMk cId="3188484721" sldId="280"/>
            <ac:spMk id="7" creationId="{DE6BD70A-F7A0-3825-1E59-0DAF5983E30C}"/>
          </ac:spMkLst>
        </pc:spChg>
        <pc:spChg chg="add mod">
          <ac:chgData name="Y I" userId="1ad7123e4ed09ae3" providerId="LiveId" clId="{6DEF62D7-AFC5-4C44-A21D-F291BF42E1B7}" dt="2025-12-19T05:27:06.992" v="14426" actId="1076"/>
          <ac:spMkLst>
            <pc:docMk/>
            <pc:sldMk cId="3188484721" sldId="280"/>
            <ac:spMk id="8" creationId="{0CBEE92E-8117-BD0E-8470-9B7C30504A24}"/>
          </ac:spMkLst>
        </pc:spChg>
        <pc:spChg chg="add mod">
          <ac:chgData name="Y I" userId="1ad7123e4ed09ae3" providerId="LiveId" clId="{6DEF62D7-AFC5-4C44-A21D-F291BF42E1B7}" dt="2025-12-19T05:26:36.974" v="14423"/>
          <ac:spMkLst>
            <pc:docMk/>
            <pc:sldMk cId="3188484721" sldId="280"/>
            <ac:spMk id="11" creationId="{3A1568F9-9331-6AA7-7F14-3EE5FC99DEC8}"/>
          </ac:spMkLst>
        </pc:spChg>
        <pc:graphicFrameChg chg="add mod">
          <ac:chgData name="Y I" userId="1ad7123e4ed09ae3" providerId="LiveId" clId="{6DEF62D7-AFC5-4C44-A21D-F291BF42E1B7}" dt="2025-12-19T05:26:36.974" v="14423"/>
          <ac:graphicFrameMkLst>
            <pc:docMk/>
            <pc:sldMk cId="3188484721" sldId="280"/>
            <ac:graphicFrameMk id="9" creationId="{E6E27147-3F4E-CF0B-A96E-B706E8B369FE}"/>
          </ac:graphicFrameMkLst>
        </pc:graphicFrameChg>
        <pc:graphicFrameChg chg="add mod">
          <ac:chgData name="Y I" userId="1ad7123e4ed09ae3" providerId="LiveId" clId="{6DEF62D7-AFC5-4C44-A21D-F291BF42E1B7}" dt="2025-12-19T05:26:36.974" v="14423"/>
          <ac:graphicFrameMkLst>
            <pc:docMk/>
            <pc:sldMk cId="3188484721" sldId="280"/>
            <ac:graphicFrameMk id="10" creationId="{CE1086BC-D9E1-E0B4-0A0B-921C0808A083}"/>
          </ac:graphicFrameMkLst>
        </pc:graphicFrameChg>
        <pc:graphicFrameChg chg="add mod">
          <ac:chgData name="Y I" userId="1ad7123e4ed09ae3" providerId="LiveId" clId="{6DEF62D7-AFC5-4C44-A21D-F291BF42E1B7}" dt="2025-12-19T05:26:36.974" v="14423"/>
          <ac:graphicFrameMkLst>
            <pc:docMk/>
            <pc:sldMk cId="3188484721" sldId="280"/>
            <ac:graphicFrameMk id="12" creationId="{C82F7DEA-9826-D313-FF50-8D1E1B131EBD}"/>
          </ac:graphicFrameMkLst>
        </pc:graphicFrameChg>
      </pc:sldChg>
      <pc:sldChg chg="new">
        <pc:chgData name="Y I" userId="1ad7123e4ed09ae3" providerId="LiveId" clId="{6DEF62D7-AFC5-4C44-A21D-F291BF42E1B7}" dt="2025-12-19T05:41:23.416" v="14866" actId="680"/>
        <pc:sldMkLst>
          <pc:docMk/>
          <pc:sldMk cId="3977738546" sldId="281"/>
        </pc:sldMkLst>
      </pc:sldChg>
      <pc:sldChg chg="modSp add del mod">
        <pc:chgData name="Y I" userId="1ad7123e4ed09ae3" providerId="LiveId" clId="{6DEF62D7-AFC5-4C44-A21D-F291BF42E1B7}" dt="2025-12-19T08:13:44.923" v="15713" actId="2696"/>
        <pc:sldMkLst>
          <pc:docMk/>
          <pc:sldMk cId="26464770" sldId="282"/>
        </pc:sldMkLst>
        <pc:spChg chg="mod">
          <ac:chgData name="Y I" userId="1ad7123e4ed09ae3" providerId="LiveId" clId="{6DEF62D7-AFC5-4C44-A21D-F291BF42E1B7}" dt="2025-12-19T08:10:35.129" v="15680" actId="20577"/>
          <ac:spMkLst>
            <pc:docMk/>
            <pc:sldMk cId="26464770" sldId="282"/>
            <ac:spMk id="2" creationId="{7274D182-4A82-A9E1-FFD2-16F38AF78F14}"/>
          </ac:spMkLst>
        </pc:spChg>
        <pc:spChg chg="mod">
          <ac:chgData name="Y I" userId="1ad7123e4ed09ae3" providerId="LiveId" clId="{6DEF62D7-AFC5-4C44-A21D-F291BF42E1B7}" dt="2025-12-19T08:11:23.981" v="15701" actId="1076"/>
          <ac:spMkLst>
            <pc:docMk/>
            <pc:sldMk cId="26464770" sldId="282"/>
            <ac:spMk id="4" creationId="{F7C4A5AF-137D-441B-A404-3BE1A56AAA18}"/>
          </ac:spMkLst>
        </pc:spChg>
        <pc:spChg chg="mod">
          <ac:chgData name="Y I" userId="1ad7123e4ed09ae3" providerId="LiveId" clId="{6DEF62D7-AFC5-4C44-A21D-F291BF42E1B7}" dt="2025-12-19T08:11:23.981" v="15701" actId="1076"/>
          <ac:spMkLst>
            <pc:docMk/>
            <pc:sldMk cId="26464770" sldId="282"/>
            <ac:spMk id="5" creationId="{CCF11589-2D5F-50F3-7E23-7E053348235F}"/>
          </ac:spMkLst>
        </pc:spChg>
        <pc:spChg chg="mod">
          <ac:chgData name="Y I" userId="1ad7123e4ed09ae3" providerId="LiveId" clId="{6DEF62D7-AFC5-4C44-A21D-F291BF42E1B7}" dt="2025-12-19T08:09:40.674" v="15651"/>
          <ac:spMkLst>
            <pc:docMk/>
            <pc:sldMk cId="26464770" sldId="282"/>
            <ac:spMk id="7" creationId="{BAD5D1E7-6F86-DF6C-C055-FC60734B4976}"/>
          </ac:spMkLst>
        </pc:spChg>
        <pc:spChg chg="mod">
          <ac:chgData name="Y I" userId="1ad7123e4ed09ae3" providerId="LiveId" clId="{6DEF62D7-AFC5-4C44-A21D-F291BF42E1B7}" dt="2025-12-19T08:11:16.391" v="15700" actId="1076"/>
          <ac:spMkLst>
            <pc:docMk/>
            <pc:sldMk cId="26464770" sldId="282"/>
            <ac:spMk id="8" creationId="{5C608805-9AC8-DCCB-AF7A-0C2B2FF2B846}"/>
          </ac:spMkLst>
        </pc:spChg>
        <pc:spChg chg="mod">
          <ac:chgData name="Y I" userId="1ad7123e4ed09ae3" providerId="LiveId" clId="{6DEF62D7-AFC5-4C44-A21D-F291BF42E1B7}" dt="2025-12-19T08:11:16.391" v="15700" actId="1076"/>
          <ac:spMkLst>
            <pc:docMk/>
            <pc:sldMk cId="26464770" sldId="282"/>
            <ac:spMk id="11" creationId="{7BAA4931-D9F3-7320-6417-B8E9C0C178BE}"/>
          </ac:spMkLst>
        </pc:spChg>
        <pc:spChg chg="mod">
          <ac:chgData name="Y I" userId="1ad7123e4ed09ae3" providerId="LiveId" clId="{6DEF62D7-AFC5-4C44-A21D-F291BF42E1B7}" dt="2025-12-19T08:11:16.391" v="15700" actId="1076"/>
          <ac:spMkLst>
            <pc:docMk/>
            <pc:sldMk cId="26464770" sldId="282"/>
            <ac:spMk id="13" creationId="{751436F1-3EE8-EBB2-3B53-10657670E573}"/>
          </ac:spMkLst>
        </pc:spChg>
        <pc:spChg chg="mod">
          <ac:chgData name="Y I" userId="1ad7123e4ed09ae3" providerId="LiveId" clId="{6DEF62D7-AFC5-4C44-A21D-F291BF42E1B7}" dt="2025-12-19T08:11:16.391" v="15700" actId="1076"/>
          <ac:spMkLst>
            <pc:docMk/>
            <pc:sldMk cId="26464770" sldId="282"/>
            <ac:spMk id="20" creationId="{639B7519-1CDC-E0CA-E814-6B5C9DBCA48F}"/>
          </ac:spMkLst>
        </pc:spChg>
        <pc:spChg chg="mod">
          <ac:chgData name="Y I" userId="1ad7123e4ed09ae3" providerId="LiveId" clId="{6DEF62D7-AFC5-4C44-A21D-F291BF42E1B7}" dt="2025-12-19T08:11:16.391" v="15700" actId="1076"/>
          <ac:spMkLst>
            <pc:docMk/>
            <pc:sldMk cId="26464770" sldId="282"/>
            <ac:spMk id="22" creationId="{EFB364EE-A877-78A0-113C-8F4DE7CCD4FC}"/>
          </ac:spMkLst>
        </pc:spChg>
        <pc:spChg chg="mod">
          <ac:chgData name="Y I" userId="1ad7123e4ed09ae3" providerId="LiveId" clId="{6DEF62D7-AFC5-4C44-A21D-F291BF42E1B7}" dt="2025-12-19T08:11:16.391" v="15700" actId="1076"/>
          <ac:spMkLst>
            <pc:docMk/>
            <pc:sldMk cId="26464770" sldId="282"/>
            <ac:spMk id="23" creationId="{E18D96BF-D621-D9C1-8863-2C0D11414757}"/>
          </ac:spMkLst>
        </pc:spChg>
        <pc:spChg chg="mod">
          <ac:chgData name="Y I" userId="1ad7123e4ed09ae3" providerId="LiveId" clId="{6DEF62D7-AFC5-4C44-A21D-F291BF42E1B7}" dt="2025-12-19T08:11:16.391" v="15700" actId="1076"/>
          <ac:spMkLst>
            <pc:docMk/>
            <pc:sldMk cId="26464770" sldId="282"/>
            <ac:spMk id="25" creationId="{1EB79491-918F-CBE3-F068-8AE292DFE70A}"/>
          </ac:spMkLst>
        </pc:spChg>
        <pc:spChg chg="mod">
          <ac:chgData name="Y I" userId="1ad7123e4ed09ae3" providerId="LiveId" clId="{6DEF62D7-AFC5-4C44-A21D-F291BF42E1B7}" dt="2025-12-19T08:11:16.391" v="15700" actId="1076"/>
          <ac:spMkLst>
            <pc:docMk/>
            <pc:sldMk cId="26464770" sldId="282"/>
            <ac:spMk id="26" creationId="{C6471794-DF2C-8319-4302-677595658BB5}"/>
          </ac:spMkLst>
        </pc:spChg>
        <pc:spChg chg="mod">
          <ac:chgData name="Y I" userId="1ad7123e4ed09ae3" providerId="LiveId" clId="{6DEF62D7-AFC5-4C44-A21D-F291BF42E1B7}" dt="2025-12-19T08:11:16.391" v="15700" actId="1076"/>
          <ac:spMkLst>
            <pc:docMk/>
            <pc:sldMk cId="26464770" sldId="282"/>
            <ac:spMk id="28" creationId="{D9D601DA-32A5-1459-2F75-76255533B13C}"/>
          </ac:spMkLst>
        </pc:spChg>
        <pc:spChg chg="mod">
          <ac:chgData name="Y I" userId="1ad7123e4ed09ae3" providerId="LiveId" clId="{6DEF62D7-AFC5-4C44-A21D-F291BF42E1B7}" dt="2025-12-19T08:12:54.892" v="15710" actId="1076"/>
          <ac:spMkLst>
            <pc:docMk/>
            <pc:sldMk cId="26464770" sldId="282"/>
            <ac:spMk id="31" creationId="{831D0A3F-01B7-764E-694E-C80F62C438CF}"/>
          </ac:spMkLst>
        </pc:spChg>
        <pc:spChg chg="mod">
          <ac:chgData name="Y I" userId="1ad7123e4ed09ae3" providerId="LiveId" clId="{6DEF62D7-AFC5-4C44-A21D-F291BF42E1B7}" dt="2025-12-19T08:12:51.027" v="15709" actId="1076"/>
          <ac:spMkLst>
            <pc:docMk/>
            <pc:sldMk cId="26464770" sldId="282"/>
            <ac:spMk id="43" creationId="{E9F7377E-BB90-036C-E1DE-8478BD441352}"/>
          </ac:spMkLst>
        </pc:spChg>
        <pc:graphicFrameChg chg="mod">
          <ac:chgData name="Y I" userId="1ad7123e4ed09ae3" providerId="LiveId" clId="{6DEF62D7-AFC5-4C44-A21D-F291BF42E1B7}" dt="2025-12-19T08:11:23.981" v="15701" actId="1076"/>
          <ac:graphicFrameMkLst>
            <pc:docMk/>
            <pc:sldMk cId="26464770" sldId="282"/>
            <ac:graphicFrameMk id="10" creationId="{0C1F8869-B31D-8B89-0392-4C858D924A90}"/>
          </ac:graphicFrameMkLst>
        </pc:graphicFrameChg>
        <pc:graphicFrameChg chg="modGraphic">
          <ac:chgData name="Y I" userId="1ad7123e4ed09ae3" providerId="LiveId" clId="{6DEF62D7-AFC5-4C44-A21D-F291BF42E1B7}" dt="2025-12-19T08:10:19.193" v="15661" actId="6549"/>
          <ac:graphicFrameMkLst>
            <pc:docMk/>
            <pc:sldMk cId="26464770" sldId="282"/>
            <ac:graphicFrameMk id="12" creationId="{E296C276-91A7-BCC4-F2B0-18B015CEA46E}"/>
          </ac:graphicFrameMkLst>
        </pc:graphicFrameChg>
        <pc:graphicFrameChg chg="mod">
          <ac:chgData name="Y I" userId="1ad7123e4ed09ae3" providerId="LiveId" clId="{6DEF62D7-AFC5-4C44-A21D-F291BF42E1B7}" dt="2025-12-19T08:11:16.391" v="15700" actId="1076"/>
          <ac:graphicFrameMkLst>
            <pc:docMk/>
            <pc:sldMk cId="26464770" sldId="282"/>
            <ac:graphicFrameMk id="21" creationId="{ACCF9B1E-D9FF-A534-8484-F1F3F54363DE}"/>
          </ac:graphicFrameMkLst>
        </pc:graphicFrameChg>
      </pc:sldChg>
      <pc:sldChg chg="modSp add mod">
        <pc:chgData name="Y I" userId="1ad7123e4ed09ae3" providerId="LiveId" clId="{6DEF62D7-AFC5-4C44-A21D-F291BF42E1B7}" dt="2025-12-19T09:12:57.584" v="16325" actId="20577"/>
        <pc:sldMkLst>
          <pc:docMk/>
          <pc:sldMk cId="3051762035" sldId="282"/>
        </pc:sldMkLst>
        <pc:spChg chg="mod">
          <ac:chgData name="Y I" userId="1ad7123e4ed09ae3" providerId="LiveId" clId="{6DEF62D7-AFC5-4C44-A21D-F291BF42E1B7}" dt="2025-12-19T08:13:55.111" v="15726" actId="20577"/>
          <ac:spMkLst>
            <pc:docMk/>
            <pc:sldMk cId="3051762035" sldId="282"/>
            <ac:spMk id="2" creationId="{F7247C8F-8064-32FF-AF39-8A40D8D37E3F}"/>
          </ac:spMkLst>
        </pc:spChg>
        <pc:spChg chg="mod">
          <ac:chgData name="Y I" userId="1ad7123e4ed09ae3" providerId="LiveId" clId="{6DEF62D7-AFC5-4C44-A21D-F291BF42E1B7}" dt="2025-12-19T09:12:57.584" v="16325" actId="20577"/>
          <ac:spMkLst>
            <pc:docMk/>
            <pc:sldMk cId="3051762035" sldId="282"/>
            <ac:spMk id="7" creationId="{830DDCB9-7ECE-54BB-E7BD-2604179492F6}"/>
          </ac:spMkLst>
        </pc:spChg>
        <pc:graphicFrameChg chg="modGraphic">
          <ac:chgData name="Y I" userId="1ad7123e4ed09ae3" providerId="LiveId" clId="{6DEF62D7-AFC5-4C44-A21D-F291BF42E1B7}" dt="2025-12-19T08:20:35.407" v="15803" actId="20577"/>
          <ac:graphicFrameMkLst>
            <pc:docMk/>
            <pc:sldMk cId="3051762035" sldId="282"/>
            <ac:graphicFrameMk id="12" creationId="{0448B2C8-076B-0B8F-89BD-9EBDF2DDC2D1}"/>
          </ac:graphicFrameMkLst>
        </pc:graphicFrameChg>
      </pc:sldChg>
      <pc:sldChg chg="addSp delSp modSp add mod">
        <pc:chgData name="Y I" userId="1ad7123e4ed09ae3" providerId="LiveId" clId="{6DEF62D7-AFC5-4C44-A21D-F291BF42E1B7}" dt="2025-12-19T10:44:55.994" v="16508" actId="20577"/>
        <pc:sldMkLst>
          <pc:docMk/>
          <pc:sldMk cId="425764615" sldId="283"/>
        </pc:sldMkLst>
        <pc:spChg chg="mod">
          <ac:chgData name="Y I" userId="1ad7123e4ed09ae3" providerId="LiveId" clId="{6DEF62D7-AFC5-4C44-A21D-F291BF42E1B7}" dt="2025-12-19T08:34:40.042" v="15882" actId="20577"/>
          <ac:spMkLst>
            <pc:docMk/>
            <pc:sldMk cId="425764615" sldId="283"/>
            <ac:spMk id="2" creationId="{D0F885DC-C0BD-E2D3-587F-13EAC14930AB}"/>
          </ac:spMkLst>
        </pc:spChg>
        <pc:spChg chg="mod">
          <ac:chgData name="Y I" userId="1ad7123e4ed09ae3" providerId="LiveId" clId="{6DEF62D7-AFC5-4C44-A21D-F291BF42E1B7}" dt="2025-12-19T08:35:00.455" v="15932" actId="20577"/>
          <ac:spMkLst>
            <pc:docMk/>
            <pc:sldMk cId="425764615" sldId="283"/>
            <ac:spMk id="3" creationId="{5C390BF2-B1DD-E96B-7B65-7B3B739E3F6B}"/>
          </ac:spMkLst>
        </pc:spChg>
        <pc:spChg chg="del">
          <ac:chgData name="Y I" userId="1ad7123e4ed09ae3" providerId="LiveId" clId="{6DEF62D7-AFC5-4C44-A21D-F291BF42E1B7}" dt="2025-12-19T08:27:30.725" v="15805" actId="478"/>
          <ac:spMkLst>
            <pc:docMk/>
            <pc:sldMk cId="425764615" sldId="283"/>
            <ac:spMk id="6" creationId="{9FC871BB-F727-02A0-9019-075DDD8292BE}"/>
          </ac:spMkLst>
        </pc:spChg>
        <pc:spChg chg="del">
          <ac:chgData name="Y I" userId="1ad7123e4ed09ae3" providerId="LiveId" clId="{6DEF62D7-AFC5-4C44-A21D-F291BF42E1B7}" dt="2025-12-19T08:27:30.725" v="15805" actId="478"/>
          <ac:spMkLst>
            <pc:docMk/>
            <pc:sldMk cId="425764615" sldId="283"/>
            <ac:spMk id="7" creationId="{8DB165F8-2E7F-971D-44C1-692BCE0CF84F}"/>
          </ac:spMkLst>
        </pc:spChg>
        <pc:spChg chg="del">
          <ac:chgData name="Y I" userId="1ad7123e4ed09ae3" providerId="LiveId" clId="{6DEF62D7-AFC5-4C44-A21D-F291BF42E1B7}" dt="2025-12-19T08:27:30.725" v="15805" actId="478"/>
          <ac:spMkLst>
            <pc:docMk/>
            <pc:sldMk cId="425764615" sldId="283"/>
            <ac:spMk id="8" creationId="{4ACBB275-9792-9AF5-2859-8FCA926B3B49}"/>
          </ac:spMkLst>
        </pc:spChg>
        <pc:spChg chg="del">
          <ac:chgData name="Y I" userId="1ad7123e4ed09ae3" providerId="LiveId" clId="{6DEF62D7-AFC5-4C44-A21D-F291BF42E1B7}" dt="2025-12-19T08:27:30.725" v="15805" actId="478"/>
          <ac:spMkLst>
            <pc:docMk/>
            <pc:sldMk cId="425764615" sldId="283"/>
            <ac:spMk id="9" creationId="{9F5570C5-BADC-8548-C3B2-A03DB0C4BDC6}"/>
          </ac:spMkLst>
        </pc:spChg>
        <pc:spChg chg="add mod">
          <ac:chgData name="Y I" userId="1ad7123e4ed09ae3" providerId="LiveId" clId="{6DEF62D7-AFC5-4C44-A21D-F291BF42E1B7}" dt="2025-12-19T08:32:19.480" v="15819" actId="1076"/>
          <ac:spMkLst>
            <pc:docMk/>
            <pc:sldMk cId="425764615" sldId="283"/>
            <ac:spMk id="13" creationId="{69A35F56-A26E-3813-44D6-FCBBCA36833A}"/>
          </ac:spMkLst>
        </pc:spChg>
        <pc:spChg chg="add mod">
          <ac:chgData name="Y I" userId="1ad7123e4ed09ae3" providerId="LiveId" clId="{6DEF62D7-AFC5-4C44-A21D-F291BF42E1B7}" dt="2025-12-19T10:44:55.994" v="16508" actId="20577"/>
          <ac:spMkLst>
            <pc:docMk/>
            <pc:sldMk cId="425764615" sldId="283"/>
            <ac:spMk id="16" creationId="{6F00EFDC-F4B2-5A0B-1B3C-32421C06CFFB}"/>
          </ac:spMkLst>
        </pc:spChg>
        <pc:graphicFrameChg chg="del">
          <ac:chgData name="Y I" userId="1ad7123e4ed09ae3" providerId="LiveId" clId="{6DEF62D7-AFC5-4C44-A21D-F291BF42E1B7}" dt="2025-12-19T08:27:30.725" v="15805" actId="478"/>
          <ac:graphicFrameMkLst>
            <pc:docMk/>
            <pc:sldMk cId="425764615" sldId="283"/>
            <ac:graphicFrameMk id="4" creationId="{1FB534BA-65BC-A2A7-B0D6-E2FA913C6565}"/>
          </ac:graphicFrameMkLst>
        </pc:graphicFrameChg>
        <pc:graphicFrameChg chg="del">
          <ac:chgData name="Y I" userId="1ad7123e4ed09ae3" providerId="LiveId" clId="{6DEF62D7-AFC5-4C44-A21D-F291BF42E1B7}" dt="2025-12-19T08:27:30.725" v="15805" actId="478"/>
          <ac:graphicFrameMkLst>
            <pc:docMk/>
            <pc:sldMk cId="425764615" sldId="283"/>
            <ac:graphicFrameMk id="5" creationId="{CB5D31A7-B5F6-C56E-FE56-1B5128678A14}"/>
          </ac:graphicFrameMkLst>
        </pc:graphicFrameChg>
        <pc:graphicFrameChg chg="del mod modGraphic">
          <ac:chgData name="Y I" userId="1ad7123e4ed09ae3" providerId="LiveId" clId="{6DEF62D7-AFC5-4C44-A21D-F291BF42E1B7}" dt="2025-12-19T08:32:04.344" v="15816" actId="478"/>
          <ac:graphicFrameMkLst>
            <pc:docMk/>
            <pc:sldMk cId="425764615" sldId="283"/>
            <ac:graphicFrameMk id="10" creationId="{0EF81D6C-42C9-53FB-3709-C2B8C2520491}"/>
          </ac:graphicFrameMkLst>
        </pc:graphicFrameChg>
        <pc:graphicFrameChg chg="add mod">
          <ac:chgData name="Y I" userId="1ad7123e4ed09ae3" providerId="LiveId" clId="{6DEF62D7-AFC5-4C44-A21D-F291BF42E1B7}" dt="2025-12-19T08:31:45.073" v="15813"/>
          <ac:graphicFrameMkLst>
            <pc:docMk/>
            <pc:sldMk cId="425764615" sldId="283"/>
            <ac:graphicFrameMk id="11" creationId="{51B3C58F-656E-259D-3F03-521D7F710D14}"/>
          </ac:graphicFrameMkLst>
        </pc:graphicFrameChg>
        <pc:graphicFrameChg chg="add mod modGraphic">
          <ac:chgData name="Y I" userId="1ad7123e4ed09ae3" providerId="LiveId" clId="{6DEF62D7-AFC5-4C44-A21D-F291BF42E1B7}" dt="2025-12-19T08:33:24.566" v="15838" actId="6549"/>
          <ac:graphicFrameMkLst>
            <pc:docMk/>
            <pc:sldMk cId="425764615" sldId="283"/>
            <ac:graphicFrameMk id="12" creationId="{D2E4BD8C-15E1-1F0C-F215-40EDCB6990B0}"/>
          </ac:graphicFrameMkLst>
        </pc:graphicFrameChg>
        <pc:graphicFrameChg chg="add mod modGraphic">
          <ac:chgData name="Y I" userId="1ad7123e4ed09ae3" providerId="LiveId" clId="{6DEF62D7-AFC5-4C44-A21D-F291BF42E1B7}" dt="2025-12-19T08:33:31.506" v="15840" actId="20577"/>
          <ac:graphicFrameMkLst>
            <pc:docMk/>
            <pc:sldMk cId="425764615" sldId="283"/>
            <ac:graphicFrameMk id="14" creationId="{4244D1A0-898E-CE33-BE99-3B6BC063F789}"/>
          </ac:graphicFrameMkLst>
        </pc:graphicFrameChg>
        <pc:cxnChg chg="add del mod">
          <ac:chgData name="Y I" userId="1ad7123e4ed09ae3" providerId="LiveId" clId="{6DEF62D7-AFC5-4C44-A21D-F291BF42E1B7}" dt="2025-12-19T08:32:22.157" v="15820" actId="478"/>
          <ac:cxnSpMkLst>
            <pc:docMk/>
            <pc:sldMk cId="425764615" sldId="283"/>
            <ac:cxnSpMk id="15" creationId="{2B6545CB-C28D-BEA2-5FF9-230A85119539}"/>
          </ac:cxnSpMkLst>
        </pc:cxnChg>
      </pc:sldChg>
      <pc:sldChg chg="addSp delSp modSp add mod">
        <pc:chgData name="Y I" userId="1ad7123e4ed09ae3" providerId="LiveId" clId="{6DEF62D7-AFC5-4C44-A21D-F291BF42E1B7}" dt="2025-12-19T11:28:58.554" v="17313" actId="20577"/>
        <pc:sldMkLst>
          <pc:docMk/>
          <pc:sldMk cId="1012639530" sldId="284"/>
        </pc:sldMkLst>
        <pc:spChg chg="mod">
          <ac:chgData name="Y I" userId="1ad7123e4ed09ae3" providerId="LiveId" clId="{6DEF62D7-AFC5-4C44-A21D-F291BF42E1B7}" dt="2025-12-19T11:28:58.554" v="17313" actId="20577"/>
          <ac:spMkLst>
            <pc:docMk/>
            <pc:sldMk cId="1012639530" sldId="284"/>
            <ac:spMk id="2" creationId="{CEB3B281-AC59-EE23-1499-18B11D43132F}"/>
          </ac:spMkLst>
        </pc:spChg>
        <pc:spChg chg="mod">
          <ac:chgData name="Y I" userId="1ad7123e4ed09ae3" providerId="LiveId" clId="{6DEF62D7-AFC5-4C44-A21D-F291BF42E1B7}" dt="2025-12-19T09:08:54.839" v="16106" actId="1076"/>
          <ac:spMkLst>
            <pc:docMk/>
            <pc:sldMk cId="1012639530" sldId="284"/>
            <ac:spMk id="6" creationId="{59CFB751-DF37-B2C6-C374-544A8E42CC20}"/>
          </ac:spMkLst>
        </pc:spChg>
        <pc:spChg chg="mod">
          <ac:chgData name="Y I" userId="1ad7123e4ed09ae3" providerId="LiveId" clId="{6DEF62D7-AFC5-4C44-A21D-F291BF42E1B7}" dt="2025-12-19T09:08:54.839" v="16106" actId="1076"/>
          <ac:spMkLst>
            <pc:docMk/>
            <pc:sldMk cId="1012639530" sldId="284"/>
            <ac:spMk id="7" creationId="{984D6197-B178-4860-BA99-8598615766B5}"/>
          </ac:spMkLst>
        </pc:spChg>
        <pc:spChg chg="mod">
          <ac:chgData name="Y I" userId="1ad7123e4ed09ae3" providerId="LiveId" clId="{6DEF62D7-AFC5-4C44-A21D-F291BF42E1B7}" dt="2025-12-19T09:09:41.236" v="16112" actId="1076"/>
          <ac:spMkLst>
            <pc:docMk/>
            <pc:sldMk cId="1012639530" sldId="284"/>
            <ac:spMk id="8" creationId="{D86C4F02-9D0F-3A89-278E-A103CAA272BA}"/>
          </ac:spMkLst>
        </pc:spChg>
        <pc:spChg chg="mod">
          <ac:chgData name="Y I" userId="1ad7123e4ed09ae3" providerId="LiveId" clId="{6DEF62D7-AFC5-4C44-A21D-F291BF42E1B7}" dt="2025-12-19T09:09:41.236" v="16112" actId="1076"/>
          <ac:spMkLst>
            <pc:docMk/>
            <pc:sldMk cId="1012639530" sldId="284"/>
            <ac:spMk id="11" creationId="{177F25DF-DE13-71E7-77B8-B1832DF32FA4}"/>
          </ac:spMkLst>
        </pc:spChg>
        <pc:spChg chg="mod">
          <ac:chgData name="Y I" userId="1ad7123e4ed09ae3" providerId="LiveId" clId="{6DEF62D7-AFC5-4C44-A21D-F291BF42E1B7}" dt="2025-12-19T09:10:33.153" v="16173" actId="1076"/>
          <ac:spMkLst>
            <pc:docMk/>
            <pc:sldMk cId="1012639530" sldId="284"/>
            <ac:spMk id="13" creationId="{7A5128D1-D6CE-99C8-6C11-8765481687F5}"/>
          </ac:spMkLst>
        </pc:spChg>
        <pc:spChg chg="del">
          <ac:chgData name="Y I" userId="1ad7123e4ed09ae3" providerId="LiveId" clId="{6DEF62D7-AFC5-4C44-A21D-F291BF42E1B7}" dt="2025-12-19T09:09:21.030" v="16109" actId="478"/>
          <ac:spMkLst>
            <pc:docMk/>
            <pc:sldMk cId="1012639530" sldId="284"/>
            <ac:spMk id="20" creationId="{1313A50E-E02B-7688-B0C9-798416849197}"/>
          </ac:spMkLst>
        </pc:spChg>
        <pc:spChg chg="del">
          <ac:chgData name="Y I" userId="1ad7123e4ed09ae3" providerId="LiveId" clId="{6DEF62D7-AFC5-4C44-A21D-F291BF42E1B7}" dt="2025-12-19T09:09:21.030" v="16109" actId="478"/>
          <ac:spMkLst>
            <pc:docMk/>
            <pc:sldMk cId="1012639530" sldId="284"/>
            <ac:spMk id="22" creationId="{F6D831CD-6092-8269-EAD9-3BDAC314B3BF}"/>
          </ac:spMkLst>
        </pc:spChg>
        <pc:spChg chg="del">
          <ac:chgData name="Y I" userId="1ad7123e4ed09ae3" providerId="LiveId" clId="{6DEF62D7-AFC5-4C44-A21D-F291BF42E1B7}" dt="2025-12-19T09:09:21.030" v="16109" actId="478"/>
          <ac:spMkLst>
            <pc:docMk/>
            <pc:sldMk cId="1012639530" sldId="284"/>
            <ac:spMk id="23" creationId="{2137EE7D-8F42-8EE1-D181-E3F8EF25FF8D}"/>
          </ac:spMkLst>
        </pc:spChg>
        <pc:spChg chg="del">
          <ac:chgData name="Y I" userId="1ad7123e4ed09ae3" providerId="LiveId" clId="{6DEF62D7-AFC5-4C44-A21D-F291BF42E1B7}" dt="2025-12-19T09:09:21.030" v="16109" actId="478"/>
          <ac:spMkLst>
            <pc:docMk/>
            <pc:sldMk cId="1012639530" sldId="284"/>
            <ac:spMk id="25" creationId="{546C69CF-3AC0-D675-4B97-9B1CAF378DB9}"/>
          </ac:spMkLst>
        </pc:spChg>
        <pc:spChg chg="del">
          <ac:chgData name="Y I" userId="1ad7123e4ed09ae3" providerId="LiveId" clId="{6DEF62D7-AFC5-4C44-A21D-F291BF42E1B7}" dt="2025-12-19T09:09:21.030" v="16109" actId="478"/>
          <ac:spMkLst>
            <pc:docMk/>
            <pc:sldMk cId="1012639530" sldId="284"/>
            <ac:spMk id="26" creationId="{504BD6A9-2976-4E35-4D99-096F1F26B32B}"/>
          </ac:spMkLst>
        </pc:spChg>
        <pc:spChg chg="del">
          <ac:chgData name="Y I" userId="1ad7123e4ed09ae3" providerId="LiveId" clId="{6DEF62D7-AFC5-4C44-A21D-F291BF42E1B7}" dt="2025-12-19T09:09:21.030" v="16109" actId="478"/>
          <ac:spMkLst>
            <pc:docMk/>
            <pc:sldMk cId="1012639530" sldId="284"/>
            <ac:spMk id="28" creationId="{A137DD1A-B5EF-024B-60CC-60F5C3774CDE}"/>
          </ac:spMkLst>
        </pc:spChg>
        <pc:spChg chg="mod">
          <ac:chgData name="Y I" userId="1ad7123e4ed09ae3" providerId="LiveId" clId="{6DEF62D7-AFC5-4C44-A21D-F291BF42E1B7}" dt="2025-12-19T09:11:54.763" v="16307" actId="1076"/>
          <ac:spMkLst>
            <pc:docMk/>
            <pc:sldMk cId="1012639530" sldId="284"/>
            <ac:spMk id="31" creationId="{8C054B4A-6C3C-0150-FA30-FF6F807245A5}"/>
          </ac:spMkLst>
        </pc:spChg>
        <pc:spChg chg="add del">
          <ac:chgData name="Y I" userId="1ad7123e4ed09ae3" providerId="LiveId" clId="{6DEF62D7-AFC5-4C44-A21D-F291BF42E1B7}" dt="2025-12-19T09:08:45.600" v="16105" actId="478"/>
          <ac:spMkLst>
            <pc:docMk/>
            <pc:sldMk cId="1012639530" sldId="284"/>
            <ac:spMk id="32" creationId="{E0BE95A5-FB3C-A3EB-2037-D9EF54345A43}"/>
          </ac:spMkLst>
        </pc:spChg>
        <pc:spChg chg="add del">
          <ac:chgData name="Y I" userId="1ad7123e4ed09ae3" providerId="LiveId" clId="{6DEF62D7-AFC5-4C44-A21D-F291BF42E1B7}" dt="2025-12-19T09:08:45.600" v="16105" actId="478"/>
          <ac:spMkLst>
            <pc:docMk/>
            <pc:sldMk cId="1012639530" sldId="284"/>
            <ac:spMk id="33" creationId="{159930D0-1C6C-5185-DA8E-E5ED02EDC772}"/>
          </ac:spMkLst>
        </pc:spChg>
        <pc:spChg chg="add del">
          <ac:chgData name="Y I" userId="1ad7123e4ed09ae3" providerId="LiveId" clId="{6DEF62D7-AFC5-4C44-A21D-F291BF42E1B7}" dt="2025-12-19T09:08:45.600" v="16105" actId="478"/>
          <ac:spMkLst>
            <pc:docMk/>
            <pc:sldMk cId="1012639530" sldId="284"/>
            <ac:spMk id="35" creationId="{D4F6D825-A3C4-8A65-E646-D2B90A83C0D9}"/>
          </ac:spMkLst>
        </pc:spChg>
        <pc:spChg chg="add del">
          <ac:chgData name="Y I" userId="1ad7123e4ed09ae3" providerId="LiveId" clId="{6DEF62D7-AFC5-4C44-A21D-F291BF42E1B7}" dt="2025-12-19T09:08:45.600" v="16105" actId="478"/>
          <ac:spMkLst>
            <pc:docMk/>
            <pc:sldMk cId="1012639530" sldId="284"/>
            <ac:spMk id="36" creationId="{70B0E00D-6CA3-CB45-61C3-C601B12D36A1}"/>
          </ac:spMkLst>
        </pc:spChg>
        <pc:spChg chg="add del">
          <ac:chgData name="Y I" userId="1ad7123e4ed09ae3" providerId="LiveId" clId="{6DEF62D7-AFC5-4C44-A21D-F291BF42E1B7}" dt="2025-12-19T09:08:45.600" v="16105" actId="478"/>
          <ac:spMkLst>
            <pc:docMk/>
            <pc:sldMk cId="1012639530" sldId="284"/>
            <ac:spMk id="38" creationId="{B188EF68-FF77-1F15-E7F2-B44C1B97E064}"/>
          </ac:spMkLst>
        </pc:spChg>
        <pc:spChg chg="add del">
          <ac:chgData name="Y I" userId="1ad7123e4ed09ae3" providerId="LiveId" clId="{6DEF62D7-AFC5-4C44-A21D-F291BF42E1B7}" dt="2025-12-19T09:08:45.600" v="16105" actId="478"/>
          <ac:spMkLst>
            <pc:docMk/>
            <pc:sldMk cId="1012639530" sldId="284"/>
            <ac:spMk id="39" creationId="{003DA5A6-312B-5C4E-6560-700E4F65C445}"/>
          </ac:spMkLst>
        </pc:spChg>
        <pc:spChg chg="del">
          <ac:chgData name="Y I" userId="1ad7123e4ed09ae3" providerId="LiveId" clId="{6DEF62D7-AFC5-4C44-A21D-F291BF42E1B7}" dt="2025-12-19T09:08:58.598" v="16107" actId="478"/>
          <ac:spMkLst>
            <pc:docMk/>
            <pc:sldMk cId="1012639530" sldId="284"/>
            <ac:spMk id="42" creationId="{31070693-E27A-DA4D-4C32-1035E09BEC18}"/>
          </ac:spMkLst>
        </pc:spChg>
        <pc:spChg chg="mod">
          <ac:chgData name="Y I" userId="1ad7123e4ed09ae3" providerId="LiveId" clId="{6DEF62D7-AFC5-4C44-A21D-F291BF42E1B7}" dt="2025-12-19T09:12:19.453" v="16308" actId="1076"/>
          <ac:spMkLst>
            <pc:docMk/>
            <pc:sldMk cId="1012639530" sldId="284"/>
            <ac:spMk id="44" creationId="{8295ECB3-3A05-376C-9E15-E025789DE466}"/>
          </ac:spMkLst>
        </pc:spChg>
        <pc:graphicFrameChg chg="mod">
          <ac:chgData name="Y I" userId="1ad7123e4ed09ae3" providerId="LiveId" clId="{6DEF62D7-AFC5-4C44-A21D-F291BF42E1B7}" dt="2025-12-19T09:09:41.236" v="16112" actId="1076"/>
          <ac:graphicFrameMkLst>
            <pc:docMk/>
            <pc:sldMk cId="1012639530" sldId="284"/>
            <ac:graphicFrameMk id="9" creationId="{263AF186-5BE3-672A-19DC-7195FBCE5486}"/>
          </ac:graphicFrameMkLst>
        </pc:graphicFrameChg>
        <pc:graphicFrameChg chg="mod">
          <ac:chgData name="Y I" userId="1ad7123e4ed09ae3" providerId="LiveId" clId="{6DEF62D7-AFC5-4C44-A21D-F291BF42E1B7}" dt="2025-12-19T09:08:54.839" v="16106" actId="1076"/>
          <ac:graphicFrameMkLst>
            <pc:docMk/>
            <pc:sldMk cId="1012639530" sldId="284"/>
            <ac:graphicFrameMk id="12" creationId="{536E46EC-3FEB-55EE-3DF0-1705569AA3D7}"/>
          </ac:graphicFrameMkLst>
        </pc:graphicFrameChg>
        <pc:graphicFrameChg chg="del">
          <ac:chgData name="Y I" userId="1ad7123e4ed09ae3" providerId="LiveId" clId="{6DEF62D7-AFC5-4C44-A21D-F291BF42E1B7}" dt="2025-12-19T09:09:21.030" v="16109" actId="478"/>
          <ac:graphicFrameMkLst>
            <pc:docMk/>
            <pc:sldMk cId="1012639530" sldId="284"/>
            <ac:graphicFrameMk id="21" creationId="{988E8F01-8A3E-E7BF-41A5-73876E5F052A}"/>
          </ac:graphicFrameMkLst>
        </pc:graphicFrameChg>
        <pc:graphicFrameChg chg="del">
          <ac:chgData name="Y I" userId="1ad7123e4ed09ae3" providerId="LiveId" clId="{6DEF62D7-AFC5-4C44-A21D-F291BF42E1B7}" dt="2025-12-19T09:09:21.030" v="16109" actId="478"/>
          <ac:graphicFrameMkLst>
            <pc:docMk/>
            <pc:sldMk cId="1012639530" sldId="284"/>
            <ac:graphicFrameMk id="24" creationId="{0F254CD5-7CBC-1E39-611D-D17EC79D73BC}"/>
          </ac:graphicFrameMkLst>
        </pc:graphicFrameChg>
        <pc:graphicFrameChg chg="del">
          <ac:chgData name="Y I" userId="1ad7123e4ed09ae3" providerId="LiveId" clId="{6DEF62D7-AFC5-4C44-A21D-F291BF42E1B7}" dt="2025-12-19T09:09:21.030" v="16109" actId="478"/>
          <ac:graphicFrameMkLst>
            <pc:docMk/>
            <pc:sldMk cId="1012639530" sldId="284"/>
            <ac:graphicFrameMk id="27" creationId="{640B06DE-2449-3718-43F9-EC742560591F}"/>
          </ac:graphicFrameMkLst>
        </pc:graphicFrameChg>
        <pc:graphicFrameChg chg="add del">
          <ac:chgData name="Y I" userId="1ad7123e4ed09ae3" providerId="LiveId" clId="{6DEF62D7-AFC5-4C44-A21D-F291BF42E1B7}" dt="2025-12-19T09:08:45.600" v="16105" actId="478"/>
          <ac:graphicFrameMkLst>
            <pc:docMk/>
            <pc:sldMk cId="1012639530" sldId="284"/>
            <ac:graphicFrameMk id="34" creationId="{E10A6721-656B-5324-31BF-DFD48DE96927}"/>
          </ac:graphicFrameMkLst>
        </pc:graphicFrameChg>
        <pc:graphicFrameChg chg="add del">
          <ac:chgData name="Y I" userId="1ad7123e4ed09ae3" providerId="LiveId" clId="{6DEF62D7-AFC5-4C44-A21D-F291BF42E1B7}" dt="2025-12-19T09:08:45.600" v="16105" actId="478"/>
          <ac:graphicFrameMkLst>
            <pc:docMk/>
            <pc:sldMk cId="1012639530" sldId="284"/>
            <ac:graphicFrameMk id="37" creationId="{3AEB9D3C-2187-8593-7141-2C1356B11FA3}"/>
          </ac:graphicFrameMkLst>
        </pc:graphicFrameChg>
        <pc:graphicFrameChg chg="add del">
          <ac:chgData name="Y I" userId="1ad7123e4ed09ae3" providerId="LiveId" clId="{6DEF62D7-AFC5-4C44-A21D-F291BF42E1B7}" dt="2025-12-19T09:08:45.600" v="16105" actId="478"/>
          <ac:graphicFrameMkLst>
            <pc:docMk/>
            <pc:sldMk cId="1012639530" sldId="284"/>
            <ac:graphicFrameMk id="40" creationId="{9EF06E65-0C26-89DB-7AF9-0F7874EB5280}"/>
          </ac:graphicFrameMkLst>
        </pc:graphicFrameChg>
        <pc:cxnChg chg="del">
          <ac:chgData name="Y I" userId="1ad7123e4ed09ae3" providerId="LiveId" clId="{6DEF62D7-AFC5-4C44-A21D-F291BF42E1B7}" dt="2025-12-19T09:09:21.030" v="16109" actId="478"/>
          <ac:cxnSpMkLst>
            <pc:docMk/>
            <pc:sldMk cId="1012639530" sldId="284"/>
            <ac:cxnSpMk id="29" creationId="{19B1AAEB-E155-6141-5677-BDAE571F6D64}"/>
          </ac:cxnSpMkLst>
        </pc:cxnChg>
        <pc:cxnChg chg="add del">
          <ac:chgData name="Y I" userId="1ad7123e4ed09ae3" providerId="LiveId" clId="{6DEF62D7-AFC5-4C44-A21D-F291BF42E1B7}" dt="2025-12-19T09:08:45.600" v="16105" actId="478"/>
          <ac:cxnSpMkLst>
            <pc:docMk/>
            <pc:sldMk cId="1012639530" sldId="284"/>
            <ac:cxnSpMk id="41" creationId="{13D1AD8B-B02C-8EE3-F5E5-26CD0DC907BE}"/>
          </ac:cxnSpMkLst>
        </pc:cxnChg>
      </pc:sldChg>
      <pc:sldChg chg="modSp add mod">
        <pc:chgData name="Y I" userId="1ad7123e4ed09ae3" providerId="LiveId" clId="{6DEF62D7-AFC5-4C44-A21D-F291BF42E1B7}" dt="2025-12-19T11:30:13.113" v="17365" actId="20577"/>
        <pc:sldMkLst>
          <pc:docMk/>
          <pc:sldMk cId="1828810354" sldId="285"/>
        </pc:sldMkLst>
        <pc:spChg chg="mod">
          <ac:chgData name="Y I" userId="1ad7123e4ed09ae3" providerId="LiveId" clId="{6DEF62D7-AFC5-4C44-A21D-F291BF42E1B7}" dt="2025-12-19T11:29:10.750" v="17348" actId="20577"/>
          <ac:spMkLst>
            <pc:docMk/>
            <pc:sldMk cId="1828810354" sldId="285"/>
            <ac:spMk id="2" creationId="{C080E07C-AC12-145E-FA49-21C4357E2E6A}"/>
          </ac:spMkLst>
        </pc:spChg>
        <pc:spChg chg="mod">
          <ac:chgData name="Y I" userId="1ad7123e4ed09ae3" providerId="LiveId" clId="{6DEF62D7-AFC5-4C44-A21D-F291BF42E1B7}" dt="2025-12-19T11:30:13.113" v="17365" actId="20577"/>
          <ac:spMkLst>
            <pc:docMk/>
            <pc:sldMk cId="1828810354" sldId="285"/>
            <ac:spMk id="7" creationId="{642590FF-79F3-1BA1-09C1-C71C00DDEF74}"/>
          </ac:spMkLst>
        </pc:spChg>
        <pc:graphicFrameChg chg="mod">
          <ac:chgData name="Y I" userId="1ad7123e4ed09ae3" providerId="LiveId" clId="{6DEF62D7-AFC5-4C44-A21D-F291BF42E1B7}" dt="2025-12-19T11:30:05.530" v="17353"/>
          <ac:graphicFrameMkLst>
            <pc:docMk/>
            <pc:sldMk cId="1828810354" sldId="285"/>
            <ac:graphicFrameMk id="12" creationId="{C8725B59-7102-E5C8-8145-AEDC07847B7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CE72D8-7E7E-4675-AD2D-43CEF8D81BD6}" type="datetimeFigureOut">
              <a:rPr kumimoji="1" lang="ja-JP" altLang="en-US" smtClean="0"/>
              <a:t>2025/12/18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FEC048-5193-4C9D-9EBB-240A9D653947}" type="slidenum">
              <a:rPr kumimoji="1" lang="ja-JP" altLang="en-US" smtClean="0"/>
              <a:t>‹#›</a:t>
            </a:fld>
            <a:endParaRPr kumimoji="1" lang="ja-JP" altLang="en-US"/>
          </a:p>
        </p:txBody>
      </p:sp>
    </p:spTree>
    <p:extLst>
      <p:ext uri="{BB962C8B-B14F-4D97-AF65-F5344CB8AC3E}">
        <p14:creationId xmlns:p14="http://schemas.microsoft.com/office/powerpoint/2010/main" val="326316814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AFEC048-5193-4C9D-9EBB-240A9D653947}" type="slidenum">
              <a:rPr kumimoji="1" lang="ja-JP" altLang="en-US" smtClean="0"/>
              <a:t>6</a:t>
            </a:fld>
            <a:endParaRPr kumimoji="1" lang="ja-JP" altLang="en-US"/>
          </a:p>
        </p:txBody>
      </p:sp>
    </p:spTree>
    <p:extLst>
      <p:ext uri="{BB962C8B-B14F-4D97-AF65-F5344CB8AC3E}">
        <p14:creationId xmlns:p14="http://schemas.microsoft.com/office/powerpoint/2010/main" val="1306144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AFEC048-5193-4C9D-9EBB-240A9D653947}" type="slidenum">
              <a:rPr kumimoji="1" lang="ja-JP" altLang="en-US" smtClean="0"/>
              <a:t>7</a:t>
            </a:fld>
            <a:endParaRPr kumimoji="1" lang="ja-JP" altLang="en-US"/>
          </a:p>
        </p:txBody>
      </p:sp>
    </p:spTree>
    <p:extLst>
      <p:ext uri="{BB962C8B-B14F-4D97-AF65-F5344CB8AC3E}">
        <p14:creationId xmlns:p14="http://schemas.microsoft.com/office/powerpoint/2010/main" val="2947505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AFEC048-5193-4C9D-9EBB-240A9D653947}" type="slidenum">
              <a:rPr kumimoji="1" lang="ja-JP" altLang="en-US" smtClean="0"/>
              <a:t>10</a:t>
            </a:fld>
            <a:endParaRPr kumimoji="1" lang="ja-JP" altLang="en-US"/>
          </a:p>
        </p:txBody>
      </p:sp>
    </p:spTree>
    <p:extLst>
      <p:ext uri="{BB962C8B-B14F-4D97-AF65-F5344CB8AC3E}">
        <p14:creationId xmlns:p14="http://schemas.microsoft.com/office/powerpoint/2010/main" val="1732719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AA0A3-B54F-8830-4F0E-7E0AAD42D4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F050489-DF7E-C36F-9F9A-8F60533FFAB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6EFC8BB-43CE-0C51-835D-C5943DA960C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D34E3B7-C0CF-F2AF-6583-27113E36B4B8}"/>
              </a:ext>
            </a:extLst>
          </p:cNvPr>
          <p:cNvSpPr>
            <a:spLocks noGrp="1"/>
          </p:cNvSpPr>
          <p:nvPr>
            <p:ph type="sldNum" sz="quarter" idx="5"/>
          </p:nvPr>
        </p:nvSpPr>
        <p:spPr/>
        <p:txBody>
          <a:bodyPr/>
          <a:lstStyle/>
          <a:p>
            <a:fld id="{EAFEC048-5193-4C9D-9EBB-240A9D653947}" type="slidenum">
              <a:rPr kumimoji="1" lang="ja-JP" altLang="en-US" smtClean="0"/>
              <a:t>12</a:t>
            </a:fld>
            <a:endParaRPr kumimoji="1" lang="ja-JP" altLang="en-US"/>
          </a:p>
        </p:txBody>
      </p:sp>
    </p:spTree>
    <p:extLst>
      <p:ext uri="{BB962C8B-B14F-4D97-AF65-F5344CB8AC3E}">
        <p14:creationId xmlns:p14="http://schemas.microsoft.com/office/powerpoint/2010/main" val="361782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9458F-0EEF-5196-C917-2B762FDF85F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ECFEB6E-590A-5293-9E30-C959ACDC58E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9363206-C894-FD23-3216-11266895301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9B42BC5-3380-272D-B92D-ED5E0FEDC3C8}"/>
              </a:ext>
            </a:extLst>
          </p:cNvPr>
          <p:cNvSpPr>
            <a:spLocks noGrp="1"/>
          </p:cNvSpPr>
          <p:nvPr>
            <p:ph type="sldNum" sz="quarter" idx="5"/>
          </p:nvPr>
        </p:nvSpPr>
        <p:spPr/>
        <p:txBody>
          <a:bodyPr/>
          <a:lstStyle/>
          <a:p>
            <a:fld id="{EAFEC048-5193-4C9D-9EBB-240A9D653947}" type="slidenum">
              <a:rPr kumimoji="1" lang="ja-JP" altLang="en-US" smtClean="0"/>
              <a:t>13</a:t>
            </a:fld>
            <a:endParaRPr kumimoji="1" lang="ja-JP" altLang="en-US"/>
          </a:p>
        </p:txBody>
      </p:sp>
    </p:spTree>
    <p:extLst>
      <p:ext uri="{BB962C8B-B14F-4D97-AF65-F5344CB8AC3E}">
        <p14:creationId xmlns:p14="http://schemas.microsoft.com/office/powerpoint/2010/main" val="2903182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AFEC048-5193-4C9D-9EBB-240A9D653947}" type="slidenum">
              <a:rPr kumimoji="1" lang="ja-JP" altLang="en-US" smtClean="0"/>
              <a:t>15</a:t>
            </a:fld>
            <a:endParaRPr kumimoji="1" lang="ja-JP" altLang="en-US"/>
          </a:p>
        </p:txBody>
      </p:sp>
    </p:spTree>
    <p:extLst>
      <p:ext uri="{BB962C8B-B14F-4D97-AF65-F5344CB8AC3E}">
        <p14:creationId xmlns:p14="http://schemas.microsoft.com/office/powerpoint/2010/main" val="15710814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5439A-CCB5-10C9-FE14-00BA0E0D11C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9A890DE-E6BF-DEBC-539C-1814598F9E9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02E4B37-3C11-DEA6-7511-BEE06FB4C73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28839C-2FA8-1453-6822-5A3BCE15E704}"/>
              </a:ext>
            </a:extLst>
          </p:cNvPr>
          <p:cNvSpPr>
            <a:spLocks noGrp="1"/>
          </p:cNvSpPr>
          <p:nvPr>
            <p:ph type="sldNum" sz="quarter" idx="5"/>
          </p:nvPr>
        </p:nvSpPr>
        <p:spPr/>
        <p:txBody>
          <a:bodyPr/>
          <a:lstStyle/>
          <a:p>
            <a:fld id="{EAFEC048-5193-4C9D-9EBB-240A9D653947}" type="slidenum">
              <a:rPr kumimoji="1" lang="ja-JP" altLang="en-US" smtClean="0"/>
              <a:t>16</a:t>
            </a:fld>
            <a:endParaRPr kumimoji="1" lang="ja-JP" altLang="en-US"/>
          </a:p>
        </p:txBody>
      </p:sp>
    </p:spTree>
    <p:extLst>
      <p:ext uri="{BB962C8B-B14F-4D97-AF65-F5344CB8AC3E}">
        <p14:creationId xmlns:p14="http://schemas.microsoft.com/office/powerpoint/2010/main" val="2776239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AFEC048-5193-4C9D-9EBB-240A9D653947}" type="slidenum">
              <a:rPr kumimoji="1" lang="ja-JP" altLang="en-US" smtClean="0"/>
              <a:t>19</a:t>
            </a:fld>
            <a:endParaRPr kumimoji="1" lang="ja-JP" altLang="en-US"/>
          </a:p>
        </p:txBody>
      </p:sp>
    </p:spTree>
    <p:extLst>
      <p:ext uri="{BB962C8B-B14F-4D97-AF65-F5344CB8AC3E}">
        <p14:creationId xmlns:p14="http://schemas.microsoft.com/office/powerpoint/2010/main" val="2433639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AFEC048-5193-4C9D-9EBB-240A9D653947}" type="slidenum">
              <a:rPr kumimoji="1" lang="ja-JP" altLang="en-US" smtClean="0"/>
              <a:t>20</a:t>
            </a:fld>
            <a:endParaRPr kumimoji="1" lang="ja-JP" altLang="en-US"/>
          </a:p>
        </p:txBody>
      </p:sp>
    </p:spTree>
    <p:extLst>
      <p:ext uri="{BB962C8B-B14F-4D97-AF65-F5344CB8AC3E}">
        <p14:creationId xmlns:p14="http://schemas.microsoft.com/office/powerpoint/2010/main" val="192599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AB02B6-9FF7-BE08-C1FA-C77616B0845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E3252F5-DDC1-F86D-9213-B2A6C67059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DF0FB49-2A93-0664-D77E-3D4476370673}"/>
              </a:ext>
            </a:extLst>
          </p:cNvPr>
          <p:cNvSpPr>
            <a:spLocks noGrp="1"/>
          </p:cNvSpPr>
          <p:nvPr>
            <p:ph type="dt" sz="half" idx="10"/>
          </p:nvPr>
        </p:nvSpPr>
        <p:spPr/>
        <p:txBody>
          <a:bodyPr/>
          <a:lstStyle/>
          <a:p>
            <a:fld id="{A146C357-A271-4CE4-8E45-273000065A91}"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831EB15E-7197-1909-6239-5663E6D9AA9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71E8FB9-D297-6B69-0745-C0F569148583}"/>
              </a:ext>
            </a:extLst>
          </p:cNvPr>
          <p:cNvSpPr>
            <a:spLocks noGrp="1"/>
          </p:cNvSpPr>
          <p:nvPr>
            <p:ph type="sldNum" sz="quarter" idx="12"/>
          </p:nvPr>
        </p:nvSpPr>
        <p:spPr/>
        <p:txBody>
          <a:bodyPr/>
          <a:lstStyle/>
          <a:p>
            <a:fld id="{2B1D5C9F-30BB-425A-930C-4B6970841518}" type="slidenum">
              <a:rPr kumimoji="1" lang="ja-JP" altLang="en-US" smtClean="0"/>
              <a:t>‹#›</a:t>
            </a:fld>
            <a:endParaRPr kumimoji="1" lang="ja-JP" altLang="en-US"/>
          </a:p>
        </p:txBody>
      </p:sp>
    </p:spTree>
    <p:extLst>
      <p:ext uri="{BB962C8B-B14F-4D97-AF65-F5344CB8AC3E}">
        <p14:creationId xmlns:p14="http://schemas.microsoft.com/office/powerpoint/2010/main" val="538405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56630C-C1CD-A338-A57A-61A8B54B9424}"/>
              </a:ext>
            </a:extLst>
          </p:cNvPr>
          <p:cNvSpPr>
            <a:spLocks noGrp="1"/>
          </p:cNvSpPr>
          <p:nvPr>
            <p:ph type="title"/>
          </p:nvPr>
        </p:nvSpPr>
        <p:spPr>
          <a:xfrm>
            <a:off x="331773" y="365125"/>
            <a:ext cx="11531151" cy="524999"/>
          </a:xfrm>
        </p:spPr>
        <p:txBody>
          <a:bodyPr/>
          <a:lstStyle>
            <a:lvl1pPr>
              <a:defRPr sz="2000"/>
            </a:lvl1p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8B0CACE0-DA6B-3F03-1B72-01306852B013}"/>
              </a:ext>
            </a:extLst>
          </p:cNvPr>
          <p:cNvSpPr>
            <a:spLocks noGrp="1"/>
          </p:cNvSpPr>
          <p:nvPr>
            <p:ph idx="1"/>
          </p:nvPr>
        </p:nvSpPr>
        <p:spPr>
          <a:xfrm>
            <a:off x="331773" y="1035781"/>
            <a:ext cx="11531151" cy="5141182"/>
          </a:xfrm>
        </p:spPr>
        <p:txBody>
          <a:bodyPr/>
          <a:lstStyle>
            <a:lvl1pPr>
              <a:buFont typeface="Wingdings" panose="05000000000000000000" pitchFamily="2" charset="2"/>
              <a:buChar char="n"/>
              <a:defRPr sz="1400"/>
            </a:lvl1pPr>
            <a:lvl2pPr>
              <a:buFont typeface="Wingdings" panose="05000000000000000000" pitchFamily="2" charset="2"/>
              <a:buChar char="Ø"/>
              <a:defRPr sz="1400"/>
            </a:lvl2pPr>
            <a:lvl3pPr>
              <a:defRPr sz="1400"/>
            </a:lvl3pPr>
            <a:lvl4pPr>
              <a:defRPr sz="1400"/>
            </a:lvl4pPr>
            <a:lvl5pPr>
              <a:defRPr sz="1400"/>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1FCDF5EE-EEA6-E97A-8AD7-4F4503A1BA6A}"/>
              </a:ext>
            </a:extLst>
          </p:cNvPr>
          <p:cNvSpPr>
            <a:spLocks noGrp="1"/>
          </p:cNvSpPr>
          <p:nvPr>
            <p:ph type="dt" sz="half" idx="10"/>
          </p:nvPr>
        </p:nvSpPr>
        <p:spPr/>
        <p:txBody>
          <a:bodyPr/>
          <a:lstStyle/>
          <a:p>
            <a:fld id="{A146C357-A271-4CE4-8E45-273000065A91}"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B220E5BB-F580-9BA9-B36E-3E42EAE775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CC5416E-08B9-B6B3-0471-CB56EB6F7B0D}"/>
              </a:ext>
            </a:extLst>
          </p:cNvPr>
          <p:cNvSpPr>
            <a:spLocks noGrp="1"/>
          </p:cNvSpPr>
          <p:nvPr>
            <p:ph type="sldNum" sz="quarter" idx="12"/>
          </p:nvPr>
        </p:nvSpPr>
        <p:spPr/>
        <p:txBody>
          <a:bodyPr/>
          <a:lstStyle/>
          <a:p>
            <a:fld id="{2B1D5C9F-30BB-425A-930C-4B6970841518}" type="slidenum">
              <a:rPr kumimoji="1" lang="ja-JP" altLang="en-US" smtClean="0"/>
              <a:t>‹#›</a:t>
            </a:fld>
            <a:endParaRPr kumimoji="1" lang="ja-JP" altLang="en-US"/>
          </a:p>
        </p:txBody>
      </p:sp>
    </p:spTree>
    <p:extLst>
      <p:ext uri="{BB962C8B-B14F-4D97-AF65-F5344CB8AC3E}">
        <p14:creationId xmlns:p14="http://schemas.microsoft.com/office/powerpoint/2010/main" val="8287029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2C6A30-C00B-C1EC-1E05-5918A41E1A4A}"/>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576B354-16B9-92BA-B932-5290E2758C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00B40AF-E5D6-06D2-AC93-D3480671D83B}"/>
              </a:ext>
            </a:extLst>
          </p:cNvPr>
          <p:cNvSpPr>
            <a:spLocks noGrp="1"/>
          </p:cNvSpPr>
          <p:nvPr>
            <p:ph type="dt" sz="half" idx="10"/>
          </p:nvPr>
        </p:nvSpPr>
        <p:spPr/>
        <p:txBody>
          <a:bodyPr/>
          <a:lstStyle/>
          <a:p>
            <a:fld id="{A146C357-A271-4CE4-8E45-273000065A91}"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472F572E-1B0B-4AEA-0822-2C32440BEA5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83894C8-4E1B-B2EA-1294-5D175CB21024}"/>
              </a:ext>
            </a:extLst>
          </p:cNvPr>
          <p:cNvSpPr>
            <a:spLocks noGrp="1"/>
          </p:cNvSpPr>
          <p:nvPr>
            <p:ph type="sldNum" sz="quarter" idx="12"/>
          </p:nvPr>
        </p:nvSpPr>
        <p:spPr/>
        <p:txBody>
          <a:bodyPr/>
          <a:lstStyle/>
          <a:p>
            <a:fld id="{2B1D5C9F-30BB-425A-930C-4B6970841518}" type="slidenum">
              <a:rPr kumimoji="1" lang="ja-JP" altLang="en-US" smtClean="0"/>
              <a:t>‹#›</a:t>
            </a:fld>
            <a:endParaRPr kumimoji="1" lang="ja-JP" altLang="en-US"/>
          </a:p>
        </p:txBody>
      </p:sp>
    </p:spTree>
    <p:extLst>
      <p:ext uri="{BB962C8B-B14F-4D97-AF65-F5344CB8AC3E}">
        <p14:creationId xmlns:p14="http://schemas.microsoft.com/office/powerpoint/2010/main" val="178179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F7F872-E5C5-FB6B-3838-94DD1F7881B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1DD7DB5-2DF6-D143-46E0-10AC8B15546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B5C6D74-F867-F006-4E84-ED518D3236B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E2036B1-C116-EE9B-19C4-947D80F090B9}"/>
              </a:ext>
            </a:extLst>
          </p:cNvPr>
          <p:cNvSpPr>
            <a:spLocks noGrp="1"/>
          </p:cNvSpPr>
          <p:nvPr>
            <p:ph type="dt" sz="half" idx="10"/>
          </p:nvPr>
        </p:nvSpPr>
        <p:spPr/>
        <p:txBody>
          <a:bodyPr/>
          <a:lstStyle/>
          <a:p>
            <a:fld id="{A146C357-A271-4CE4-8E45-273000065A91}" type="datetimeFigureOut">
              <a:rPr kumimoji="1" lang="ja-JP" altLang="en-US" smtClean="0"/>
              <a:t>2025/12/18</a:t>
            </a:fld>
            <a:endParaRPr kumimoji="1" lang="ja-JP" altLang="en-US"/>
          </a:p>
        </p:txBody>
      </p:sp>
      <p:sp>
        <p:nvSpPr>
          <p:cNvPr id="6" name="フッター プレースホルダー 5">
            <a:extLst>
              <a:ext uri="{FF2B5EF4-FFF2-40B4-BE49-F238E27FC236}">
                <a16:creationId xmlns:a16="http://schemas.microsoft.com/office/drawing/2014/main" id="{C5A9A8FF-1A03-4AF4-2811-D25389B093A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27DF14F-7DDF-8B53-25BF-D86666E6B58E}"/>
              </a:ext>
            </a:extLst>
          </p:cNvPr>
          <p:cNvSpPr>
            <a:spLocks noGrp="1"/>
          </p:cNvSpPr>
          <p:nvPr>
            <p:ph type="sldNum" sz="quarter" idx="12"/>
          </p:nvPr>
        </p:nvSpPr>
        <p:spPr/>
        <p:txBody>
          <a:bodyPr/>
          <a:lstStyle/>
          <a:p>
            <a:fld id="{2B1D5C9F-30BB-425A-930C-4B6970841518}" type="slidenum">
              <a:rPr kumimoji="1" lang="ja-JP" altLang="en-US" smtClean="0"/>
              <a:t>‹#›</a:t>
            </a:fld>
            <a:endParaRPr kumimoji="1" lang="ja-JP" altLang="en-US"/>
          </a:p>
        </p:txBody>
      </p:sp>
    </p:spTree>
    <p:extLst>
      <p:ext uri="{BB962C8B-B14F-4D97-AF65-F5344CB8AC3E}">
        <p14:creationId xmlns:p14="http://schemas.microsoft.com/office/powerpoint/2010/main" val="1009022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5407B8-0469-0CE4-81DA-DFA877C4FCD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81D8160-2849-C0C4-2E17-AD25A5D6FE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D1D4442-8664-7A3E-5075-7DB00D9ED72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1EFB1B1-A2C8-F966-8E0C-C08B652DC1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24D374F-7BAB-B81B-DAD0-0AEE803E905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8D809D9-D5B7-BA9D-C9C5-B80EA984EC0E}"/>
              </a:ext>
            </a:extLst>
          </p:cNvPr>
          <p:cNvSpPr>
            <a:spLocks noGrp="1"/>
          </p:cNvSpPr>
          <p:nvPr>
            <p:ph type="dt" sz="half" idx="10"/>
          </p:nvPr>
        </p:nvSpPr>
        <p:spPr/>
        <p:txBody>
          <a:bodyPr/>
          <a:lstStyle/>
          <a:p>
            <a:fld id="{A146C357-A271-4CE4-8E45-273000065A91}" type="datetimeFigureOut">
              <a:rPr kumimoji="1" lang="ja-JP" altLang="en-US" smtClean="0"/>
              <a:t>2025/12/18</a:t>
            </a:fld>
            <a:endParaRPr kumimoji="1" lang="ja-JP" altLang="en-US"/>
          </a:p>
        </p:txBody>
      </p:sp>
      <p:sp>
        <p:nvSpPr>
          <p:cNvPr id="8" name="フッター プレースホルダー 7">
            <a:extLst>
              <a:ext uri="{FF2B5EF4-FFF2-40B4-BE49-F238E27FC236}">
                <a16:creationId xmlns:a16="http://schemas.microsoft.com/office/drawing/2014/main" id="{E8EF21FE-FF22-BA4F-F4BF-A3F342E3171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65EA446-EE1A-F67B-A4DC-650251176391}"/>
              </a:ext>
            </a:extLst>
          </p:cNvPr>
          <p:cNvSpPr>
            <a:spLocks noGrp="1"/>
          </p:cNvSpPr>
          <p:nvPr>
            <p:ph type="sldNum" sz="quarter" idx="12"/>
          </p:nvPr>
        </p:nvSpPr>
        <p:spPr/>
        <p:txBody>
          <a:bodyPr/>
          <a:lstStyle/>
          <a:p>
            <a:fld id="{2B1D5C9F-30BB-425A-930C-4B6970841518}" type="slidenum">
              <a:rPr kumimoji="1" lang="ja-JP" altLang="en-US" smtClean="0"/>
              <a:t>‹#›</a:t>
            </a:fld>
            <a:endParaRPr kumimoji="1" lang="ja-JP" altLang="en-US"/>
          </a:p>
        </p:txBody>
      </p:sp>
    </p:spTree>
    <p:extLst>
      <p:ext uri="{BB962C8B-B14F-4D97-AF65-F5344CB8AC3E}">
        <p14:creationId xmlns:p14="http://schemas.microsoft.com/office/powerpoint/2010/main" val="138247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5E1DBD-271A-4942-8471-7F3CC1C776F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AE14E93-1955-A3B1-2ED2-109D7A676E04}"/>
              </a:ext>
            </a:extLst>
          </p:cNvPr>
          <p:cNvSpPr>
            <a:spLocks noGrp="1"/>
          </p:cNvSpPr>
          <p:nvPr>
            <p:ph type="dt" sz="half" idx="10"/>
          </p:nvPr>
        </p:nvSpPr>
        <p:spPr/>
        <p:txBody>
          <a:bodyPr/>
          <a:lstStyle/>
          <a:p>
            <a:fld id="{A146C357-A271-4CE4-8E45-273000065A91}" type="datetimeFigureOut">
              <a:rPr kumimoji="1" lang="ja-JP" altLang="en-US" smtClean="0"/>
              <a:t>2025/12/18</a:t>
            </a:fld>
            <a:endParaRPr kumimoji="1" lang="ja-JP" altLang="en-US"/>
          </a:p>
        </p:txBody>
      </p:sp>
      <p:sp>
        <p:nvSpPr>
          <p:cNvPr id="4" name="フッター プレースホルダー 3">
            <a:extLst>
              <a:ext uri="{FF2B5EF4-FFF2-40B4-BE49-F238E27FC236}">
                <a16:creationId xmlns:a16="http://schemas.microsoft.com/office/drawing/2014/main" id="{111D3185-E493-A316-E477-1A29ADFBAFD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236CEED-56B4-AD67-5380-025B77F401DE}"/>
              </a:ext>
            </a:extLst>
          </p:cNvPr>
          <p:cNvSpPr>
            <a:spLocks noGrp="1"/>
          </p:cNvSpPr>
          <p:nvPr>
            <p:ph type="sldNum" sz="quarter" idx="12"/>
          </p:nvPr>
        </p:nvSpPr>
        <p:spPr/>
        <p:txBody>
          <a:bodyPr/>
          <a:lstStyle/>
          <a:p>
            <a:fld id="{2B1D5C9F-30BB-425A-930C-4B6970841518}" type="slidenum">
              <a:rPr kumimoji="1" lang="ja-JP" altLang="en-US" smtClean="0"/>
              <a:t>‹#›</a:t>
            </a:fld>
            <a:endParaRPr kumimoji="1" lang="ja-JP" altLang="en-US"/>
          </a:p>
        </p:txBody>
      </p:sp>
    </p:spTree>
    <p:extLst>
      <p:ext uri="{BB962C8B-B14F-4D97-AF65-F5344CB8AC3E}">
        <p14:creationId xmlns:p14="http://schemas.microsoft.com/office/powerpoint/2010/main" val="3539379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63AB287-418B-613E-31D5-CF3B66B46FA0}"/>
              </a:ext>
            </a:extLst>
          </p:cNvPr>
          <p:cNvSpPr>
            <a:spLocks noGrp="1"/>
          </p:cNvSpPr>
          <p:nvPr>
            <p:ph type="dt" sz="half" idx="10"/>
          </p:nvPr>
        </p:nvSpPr>
        <p:spPr/>
        <p:txBody>
          <a:bodyPr/>
          <a:lstStyle/>
          <a:p>
            <a:fld id="{A146C357-A271-4CE4-8E45-273000065A91}" type="datetimeFigureOut">
              <a:rPr kumimoji="1" lang="ja-JP" altLang="en-US" smtClean="0"/>
              <a:t>2025/12/18</a:t>
            </a:fld>
            <a:endParaRPr kumimoji="1" lang="ja-JP" altLang="en-US"/>
          </a:p>
        </p:txBody>
      </p:sp>
      <p:sp>
        <p:nvSpPr>
          <p:cNvPr id="3" name="フッター プレースホルダー 2">
            <a:extLst>
              <a:ext uri="{FF2B5EF4-FFF2-40B4-BE49-F238E27FC236}">
                <a16:creationId xmlns:a16="http://schemas.microsoft.com/office/drawing/2014/main" id="{37A8DDCA-6938-7C73-A14E-0911D8A8DB2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CD5D291-CFCE-E52A-2E8D-60B8319FBD7E}"/>
              </a:ext>
            </a:extLst>
          </p:cNvPr>
          <p:cNvSpPr>
            <a:spLocks noGrp="1"/>
          </p:cNvSpPr>
          <p:nvPr>
            <p:ph type="sldNum" sz="quarter" idx="12"/>
          </p:nvPr>
        </p:nvSpPr>
        <p:spPr/>
        <p:txBody>
          <a:bodyPr/>
          <a:lstStyle/>
          <a:p>
            <a:fld id="{2B1D5C9F-30BB-425A-930C-4B6970841518}" type="slidenum">
              <a:rPr kumimoji="1" lang="ja-JP" altLang="en-US" smtClean="0"/>
              <a:t>‹#›</a:t>
            </a:fld>
            <a:endParaRPr kumimoji="1" lang="ja-JP" altLang="en-US"/>
          </a:p>
        </p:txBody>
      </p:sp>
    </p:spTree>
    <p:extLst>
      <p:ext uri="{BB962C8B-B14F-4D97-AF65-F5344CB8AC3E}">
        <p14:creationId xmlns:p14="http://schemas.microsoft.com/office/powerpoint/2010/main" val="2869591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B9050A-4E9A-2F82-9ED0-91B3FFA3461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762186F-F623-8B8B-C387-804F4E1207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290C0DF-0697-5E58-25B7-DF3E0B0B40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617E8F6-5DB5-519C-02E7-71084BCF9411}"/>
              </a:ext>
            </a:extLst>
          </p:cNvPr>
          <p:cNvSpPr>
            <a:spLocks noGrp="1"/>
          </p:cNvSpPr>
          <p:nvPr>
            <p:ph type="dt" sz="half" idx="10"/>
          </p:nvPr>
        </p:nvSpPr>
        <p:spPr/>
        <p:txBody>
          <a:bodyPr/>
          <a:lstStyle/>
          <a:p>
            <a:fld id="{A146C357-A271-4CE4-8E45-273000065A91}" type="datetimeFigureOut">
              <a:rPr kumimoji="1" lang="ja-JP" altLang="en-US" smtClean="0"/>
              <a:t>2025/12/18</a:t>
            </a:fld>
            <a:endParaRPr kumimoji="1" lang="ja-JP" altLang="en-US"/>
          </a:p>
        </p:txBody>
      </p:sp>
      <p:sp>
        <p:nvSpPr>
          <p:cNvPr id="6" name="フッター プレースホルダー 5">
            <a:extLst>
              <a:ext uri="{FF2B5EF4-FFF2-40B4-BE49-F238E27FC236}">
                <a16:creationId xmlns:a16="http://schemas.microsoft.com/office/drawing/2014/main" id="{33297A8A-5C1D-3891-C797-D800D3F8773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CC2EFC1-78E2-6261-A859-6829C6A338F1}"/>
              </a:ext>
            </a:extLst>
          </p:cNvPr>
          <p:cNvSpPr>
            <a:spLocks noGrp="1"/>
          </p:cNvSpPr>
          <p:nvPr>
            <p:ph type="sldNum" sz="quarter" idx="12"/>
          </p:nvPr>
        </p:nvSpPr>
        <p:spPr/>
        <p:txBody>
          <a:bodyPr/>
          <a:lstStyle/>
          <a:p>
            <a:fld id="{2B1D5C9F-30BB-425A-930C-4B6970841518}" type="slidenum">
              <a:rPr kumimoji="1" lang="ja-JP" altLang="en-US" smtClean="0"/>
              <a:t>‹#›</a:t>
            </a:fld>
            <a:endParaRPr kumimoji="1" lang="ja-JP" altLang="en-US"/>
          </a:p>
        </p:txBody>
      </p:sp>
    </p:spTree>
    <p:extLst>
      <p:ext uri="{BB962C8B-B14F-4D97-AF65-F5344CB8AC3E}">
        <p14:creationId xmlns:p14="http://schemas.microsoft.com/office/powerpoint/2010/main" val="2697066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4EBDF2-6136-5AEA-0B49-34D1F85340C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5E40208B-2C8E-DBE0-A001-831CFFE35A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9A4A2DF-08EE-B39B-58EA-02835F7F8F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88A9D47-E26E-6BDE-5DC8-518FD085A1BA}"/>
              </a:ext>
            </a:extLst>
          </p:cNvPr>
          <p:cNvSpPr>
            <a:spLocks noGrp="1"/>
          </p:cNvSpPr>
          <p:nvPr>
            <p:ph type="dt" sz="half" idx="10"/>
          </p:nvPr>
        </p:nvSpPr>
        <p:spPr/>
        <p:txBody>
          <a:bodyPr/>
          <a:lstStyle/>
          <a:p>
            <a:fld id="{A146C357-A271-4CE4-8E45-273000065A91}" type="datetimeFigureOut">
              <a:rPr kumimoji="1" lang="ja-JP" altLang="en-US" smtClean="0"/>
              <a:t>2025/12/18</a:t>
            </a:fld>
            <a:endParaRPr kumimoji="1" lang="ja-JP" altLang="en-US"/>
          </a:p>
        </p:txBody>
      </p:sp>
      <p:sp>
        <p:nvSpPr>
          <p:cNvPr id="6" name="フッター プレースホルダー 5">
            <a:extLst>
              <a:ext uri="{FF2B5EF4-FFF2-40B4-BE49-F238E27FC236}">
                <a16:creationId xmlns:a16="http://schemas.microsoft.com/office/drawing/2014/main" id="{18ADCCD4-20E1-1F17-A4F0-005185EE1DF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37FAFCA-8E7F-18E0-6229-A7278B4E15B8}"/>
              </a:ext>
            </a:extLst>
          </p:cNvPr>
          <p:cNvSpPr>
            <a:spLocks noGrp="1"/>
          </p:cNvSpPr>
          <p:nvPr>
            <p:ph type="sldNum" sz="quarter" idx="12"/>
          </p:nvPr>
        </p:nvSpPr>
        <p:spPr/>
        <p:txBody>
          <a:bodyPr/>
          <a:lstStyle/>
          <a:p>
            <a:fld id="{2B1D5C9F-30BB-425A-930C-4B6970841518}" type="slidenum">
              <a:rPr kumimoji="1" lang="ja-JP" altLang="en-US" smtClean="0"/>
              <a:t>‹#›</a:t>
            </a:fld>
            <a:endParaRPr kumimoji="1" lang="ja-JP" altLang="en-US"/>
          </a:p>
        </p:txBody>
      </p:sp>
    </p:spTree>
    <p:extLst>
      <p:ext uri="{BB962C8B-B14F-4D97-AF65-F5344CB8AC3E}">
        <p14:creationId xmlns:p14="http://schemas.microsoft.com/office/powerpoint/2010/main" val="3518859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C23630-F99B-FA45-DD2F-5B0FEF81C6B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417BF8F-6E61-D85C-2E6E-4A1457C2FDE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66CD852-8E35-3EF0-1DF4-0B80161DC1AE}"/>
              </a:ext>
            </a:extLst>
          </p:cNvPr>
          <p:cNvSpPr>
            <a:spLocks noGrp="1"/>
          </p:cNvSpPr>
          <p:nvPr>
            <p:ph type="dt" sz="half" idx="10"/>
          </p:nvPr>
        </p:nvSpPr>
        <p:spPr/>
        <p:txBody>
          <a:bodyPr/>
          <a:lstStyle/>
          <a:p>
            <a:fld id="{A146C357-A271-4CE4-8E45-273000065A91}"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7CD8450D-B580-8DFA-BB28-FF22D46DEF6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D855111-2CCB-0940-AF90-D15A4391E1FB}"/>
              </a:ext>
            </a:extLst>
          </p:cNvPr>
          <p:cNvSpPr>
            <a:spLocks noGrp="1"/>
          </p:cNvSpPr>
          <p:nvPr>
            <p:ph type="sldNum" sz="quarter" idx="12"/>
          </p:nvPr>
        </p:nvSpPr>
        <p:spPr/>
        <p:txBody>
          <a:bodyPr/>
          <a:lstStyle/>
          <a:p>
            <a:fld id="{2B1D5C9F-30BB-425A-930C-4B6970841518}" type="slidenum">
              <a:rPr kumimoji="1" lang="ja-JP" altLang="en-US" smtClean="0"/>
              <a:t>‹#›</a:t>
            </a:fld>
            <a:endParaRPr kumimoji="1" lang="ja-JP" altLang="en-US"/>
          </a:p>
        </p:txBody>
      </p:sp>
    </p:spTree>
    <p:extLst>
      <p:ext uri="{BB962C8B-B14F-4D97-AF65-F5344CB8AC3E}">
        <p14:creationId xmlns:p14="http://schemas.microsoft.com/office/powerpoint/2010/main" val="1592772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68EB963-29E1-15BF-E201-D915D3AAA74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A6288E3-EC96-8D1A-B440-B8312382C7F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65E56D2-2342-B1FA-7BA6-0F5E9BEBC519}"/>
              </a:ext>
            </a:extLst>
          </p:cNvPr>
          <p:cNvSpPr>
            <a:spLocks noGrp="1"/>
          </p:cNvSpPr>
          <p:nvPr>
            <p:ph type="dt" sz="half" idx="10"/>
          </p:nvPr>
        </p:nvSpPr>
        <p:spPr/>
        <p:txBody>
          <a:bodyPr/>
          <a:lstStyle/>
          <a:p>
            <a:fld id="{A146C357-A271-4CE4-8E45-273000065A91}"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611937A1-B517-FEF4-580A-EB85EE907D1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03D7656-393D-1E69-4F18-347440378509}"/>
              </a:ext>
            </a:extLst>
          </p:cNvPr>
          <p:cNvSpPr>
            <a:spLocks noGrp="1"/>
          </p:cNvSpPr>
          <p:nvPr>
            <p:ph type="sldNum" sz="quarter" idx="12"/>
          </p:nvPr>
        </p:nvSpPr>
        <p:spPr/>
        <p:txBody>
          <a:bodyPr/>
          <a:lstStyle/>
          <a:p>
            <a:fld id="{2B1D5C9F-30BB-425A-930C-4B6970841518}" type="slidenum">
              <a:rPr kumimoji="1" lang="ja-JP" altLang="en-US" smtClean="0"/>
              <a:t>‹#›</a:t>
            </a:fld>
            <a:endParaRPr kumimoji="1" lang="ja-JP" altLang="en-US"/>
          </a:p>
        </p:txBody>
      </p:sp>
    </p:spTree>
    <p:extLst>
      <p:ext uri="{BB962C8B-B14F-4D97-AF65-F5344CB8AC3E}">
        <p14:creationId xmlns:p14="http://schemas.microsoft.com/office/powerpoint/2010/main" val="98913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DC05984-991D-9345-27D2-A9A67FA956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0858D18-7286-EC40-86F4-B8360AFEBB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902041-6943-521C-FDA1-44897988D3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46C357-A271-4CE4-8E45-273000065A91}"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06538461-4F28-6F0C-9CF1-2737DBAB46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0362C1C-C1DF-813E-ECBE-9579F65C64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1D5C9F-30BB-425A-930C-4B6970841518}" type="slidenum">
              <a:rPr kumimoji="1" lang="ja-JP" altLang="en-US" smtClean="0"/>
              <a:t>‹#›</a:t>
            </a:fld>
            <a:endParaRPr kumimoji="1" lang="ja-JP" altLang="en-US"/>
          </a:p>
        </p:txBody>
      </p:sp>
    </p:spTree>
    <p:extLst>
      <p:ext uri="{BB962C8B-B14F-4D97-AF65-F5344CB8AC3E}">
        <p14:creationId xmlns:p14="http://schemas.microsoft.com/office/powerpoint/2010/main" val="9697323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FD4FDC-7844-F4FB-F3B3-D0C6C9F23A85}"/>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527D13DA-1831-1A44-5003-5B6112096AA9}"/>
              </a:ext>
            </a:extLst>
          </p:cNvPr>
          <p:cNvSpPr>
            <a:spLocks noGrp="1"/>
          </p:cNvSpPr>
          <p:nvPr>
            <p:ph idx="1"/>
          </p:nvPr>
        </p:nvSpPr>
        <p:spPr/>
        <p:txBody>
          <a:bodyPr/>
          <a:lstStyle/>
          <a:p>
            <a:r>
              <a:rPr kumimoji="1" lang="ja-JP" altLang="en-US" dirty="0"/>
              <a:t>はじめに</a:t>
            </a:r>
            <a:endParaRPr kumimoji="1" lang="en-US" altLang="ja-JP" dirty="0"/>
          </a:p>
          <a:p>
            <a:r>
              <a:rPr lang="ja-JP" altLang="en-US" dirty="0"/>
              <a:t>使用データ</a:t>
            </a:r>
            <a:endParaRPr lang="en-US" altLang="ja-JP" dirty="0"/>
          </a:p>
          <a:p>
            <a:pPr lvl="1"/>
            <a:r>
              <a:rPr lang="ja-JP" altLang="en-US" dirty="0"/>
              <a:t>原資産価格計算に関する使用データ</a:t>
            </a:r>
            <a:endParaRPr lang="en-US" altLang="ja-JP" dirty="0"/>
          </a:p>
          <a:p>
            <a:pPr lvl="1"/>
            <a:r>
              <a:rPr lang="ja-JP" altLang="en-US" dirty="0"/>
              <a:t>行使価格計算に関する使用データ</a:t>
            </a:r>
            <a:endParaRPr lang="en-US" altLang="ja-JP" dirty="0"/>
          </a:p>
          <a:p>
            <a:r>
              <a:rPr lang="ja-JP" altLang="en-US" dirty="0"/>
              <a:t>将来価格計算</a:t>
            </a:r>
            <a:endParaRPr lang="en-US" altLang="ja-JP" dirty="0"/>
          </a:p>
          <a:p>
            <a:pPr lvl="1"/>
            <a:r>
              <a:rPr lang="ja-JP" altLang="en-US" dirty="0"/>
              <a:t>原資産価格の将来価格計算</a:t>
            </a:r>
            <a:endParaRPr lang="en-US" altLang="ja-JP" dirty="0"/>
          </a:p>
          <a:p>
            <a:pPr lvl="1"/>
            <a:r>
              <a:rPr lang="ja-JP" altLang="en-US" dirty="0"/>
              <a:t>行使価格の将来価格計算</a:t>
            </a:r>
            <a:endParaRPr lang="en-US" altLang="ja-JP" dirty="0"/>
          </a:p>
          <a:p>
            <a:r>
              <a:rPr lang="ja-JP" altLang="en-US" dirty="0"/>
              <a:t>シミュレーション</a:t>
            </a:r>
            <a:endParaRPr lang="en-US" altLang="ja-JP" dirty="0"/>
          </a:p>
          <a:p>
            <a:pPr lvl="1"/>
            <a:r>
              <a:rPr lang="ja-JP" altLang="en-US" dirty="0"/>
              <a:t>シミュレーションに関する基本設定</a:t>
            </a:r>
            <a:endParaRPr lang="en-US" altLang="ja-JP" dirty="0"/>
          </a:p>
          <a:p>
            <a:r>
              <a:rPr lang="ja-JP" altLang="en-US" dirty="0"/>
              <a:t>オプション価値評価</a:t>
            </a:r>
            <a:endParaRPr lang="en-US" altLang="ja-JP" dirty="0"/>
          </a:p>
          <a:p>
            <a:pPr lvl="1"/>
            <a:r>
              <a:rPr lang="ja-JP" altLang="en-US" dirty="0"/>
              <a:t>コマ別のオプション価値計算</a:t>
            </a:r>
            <a:endParaRPr lang="en-US" altLang="ja-JP" dirty="0"/>
          </a:p>
          <a:p>
            <a:pPr lvl="1"/>
            <a:r>
              <a:rPr lang="ja-JP" altLang="en-US" dirty="0"/>
              <a:t>上限値を考慮したオプション価値計算</a:t>
            </a:r>
            <a:endParaRPr lang="en-US" altLang="ja-JP" dirty="0"/>
          </a:p>
          <a:p>
            <a:endParaRPr lang="en-US" altLang="ja-JP" dirty="0"/>
          </a:p>
          <a:p>
            <a:endParaRPr lang="en-US" altLang="ja-JP" dirty="0"/>
          </a:p>
        </p:txBody>
      </p:sp>
    </p:spTree>
    <p:extLst>
      <p:ext uri="{BB962C8B-B14F-4D97-AF65-F5344CB8AC3E}">
        <p14:creationId xmlns:p14="http://schemas.microsoft.com/office/powerpoint/2010/main" val="850482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9306DE-4028-348F-D006-8F82AA773EC7}"/>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F5FB51B3-B98A-21DD-B7AE-751DE7046BAF}"/>
              </a:ext>
            </a:extLst>
          </p:cNvPr>
          <p:cNvSpPr>
            <a:spLocks noGrp="1"/>
          </p:cNvSpPr>
          <p:nvPr>
            <p:ph idx="1"/>
          </p:nvPr>
        </p:nvSpPr>
        <p:spPr/>
        <p:txBody>
          <a:bodyPr/>
          <a:lstStyle/>
          <a:p>
            <a:r>
              <a:rPr lang="ja-JP" altLang="en-US" dirty="0"/>
              <a:t>日次対数スポット価格のシミュレーション</a:t>
            </a:r>
            <a:endParaRPr kumimoji="1" lang="en-US" altLang="ja-JP" dirty="0"/>
          </a:p>
          <a:p>
            <a:pPr lvl="1"/>
            <a:r>
              <a:rPr lang="ja-JP" altLang="en-US" dirty="0"/>
              <a:t>原資産価格である</a:t>
            </a:r>
            <a:r>
              <a:rPr lang="en-US" altLang="ja-JP" dirty="0"/>
              <a:t>JEPX</a:t>
            </a:r>
            <a:r>
              <a:rPr lang="ja-JP" altLang="en-US" dirty="0"/>
              <a:t>スポット価格を前述のモデルを基に推定したパラメータを用いて</a:t>
            </a:r>
            <a:endParaRPr lang="en-US" altLang="ja-JP" dirty="0"/>
          </a:p>
          <a:p>
            <a:pPr lvl="1"/>
            <a:endParaRPr kumimoji="1" lang="en-US" altLang="ja-JP" dirty="0"/>
          </a:p>
          <a:p>
            <a:pPr lvl="1"/>
            <a:endParaRPr kumimoji="1" lang="ja-JP" altLang="en-US" dirty="0"/>
          </a:p>
        </p:txBody>
      </p:sp>
    </p:spTree>
    <p:extLst>
      <p:ext uri="{BB962C8B-B14F-4D97-AF65-F5344CB8AC3E}">
        <p14:creationId xmlns:p14="http://schemas.microsoft.com/office/powerpoint/2010/main" val="413092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5A2E12-DB8B-2A20-7245-AE41429756A5}"/>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6EC55496-08E7-974B-467A-E9B9E5F91AA9}"/>
              </a:ext>
            </a:extLst>
          </p:cNvPr>
          <p:cNvSpPr>
            <a:spLocks noGrp="1"/>
          </p:cNvSpPr>
          <p:nvPr>
            <p:ph idx="1"/>
          </p:nvPr>
        </p:nvSpPr>
        <p:spPr>
          <a:xfrm>
            <a:off x="331773" y="1035781"/>
            <a:ext cx="11531151" cy="5649104"/>
          </a:xfrm>
        </p:spPr>
        <p:txBody>
          <a:bodyPr>
            <a:normAutofit/>
          </a:bodyPr>
          <a:lstStyle/>
          <a:p>
            <a:r>
              <a:rPr kumimoji="1" lang="ja-JP" altLang="en-US" dirty="0"/>
              <a:t>処理の流れ</a:t>
            </a:r>
            <a:endParaRPr kumimoji="1" lang="en-US" altLang="ja-JP" dirty="0"/>
          </a:p>
          <a:p>
            <a:pPr marL="800100" lvl="1" indent="-342900">
              <a:buFont typeface="+mj-lt"/>
              <a:buAutoNum type="arabicPeriod"/>
            </a:pPr>
            <a:r>
              <a:rPr lang="ja-JP" altLang="en-US" dirty="0"/>
              <a:t>各指標データの読み込み</a:t>
            </a:r>
            <a:endParaRPr lang="en-US" altLang="ja-JP" dirty="0"/>
          </a:p>
          <a:p>
            <a:pPr marL="1314450" lvl="2" indent="-400050">
              <a:buFont typeface="+mj-lt"/>
              <a:buAutoNum type="romanLcPeriod"/>
            </a:pPr>
            <a:r>
              <a:rPr lang="en-US" altLang="ja-JP" dirty="0"/>
              <a:t>JEPX</a:t>
            </a:r>
            <a:r>
              <a:rPr lang="ja-JP" altLang="en-US" dirty="0"/>
              <a:t>価格データは</a:t>
            </a:r>
            <a:r>
              <a:rPr lang="en-US" altLang="ja-JP" dirty="0"/>
              <a:t>”spot_summary_YYYY.csv”</a:t>
            </a:r>
            <a:r>
              <a:rPr lang="ja-JP" altLang="en-US" dirty="0"/>
              <a:t>から読み込み</a:t>
            </a:r>
            <a:endParaRPr lang="en-US" altLang="ja-JP" dirty="0"/>
          </a:p>
          <a:p>
            <a:pPr marL="1314450" lvl="2" indent="-400050">
              <a:buFont typeface="+mj-lt"/>
              <a:buAutoNum type="romanLcPeriod"/>
            </a:pPr>
            <a:r>
              <a:rPr lang="ja-JP" altLang="en-US" dirty="0"/>
              <a:t>各燃料に関する将来価格データは</a:t>
            </a:r>
            <a:r>
              <a:rPr lang="en-US" altLang="ja-JP" dirty="0"/>
              <a:t>”</a:t>
            </a:r>
            <a:r>
              <a:rPr lang="ja-JP" altLang="en-US" dirty="0"/>
              <a:t>●●</a:t>
            </a:r>
            <a:r>
              <a:rPr lang="en-US" altLang="ja-JP" dirty="0"/>
              <a:t>”</a:t>
            </a:r>
            <a:r>
              <a:rPr lang="ja-JP" altLang="en-US" dirty="0"/>
              <a:t>、及び</a:t>
            </a:r>
            <a:r>
              <a:rPr lang="en-US" altLang="ja-JP" dirty="0"/>
              <a:t>”</a:t>
            </a:r>
            <a:r>
              <a:rPr lang="ja-JP" altLang="en-US" dirty="0"/>
              <a:t>●●</a:t>
            </a:r>
            <a:r>
              <a:rPr lang="en-US" altLang="ja-JP" dirty="0"/>
              <a:t>”</a:t>
            </a:r>
            <a:r>
              <a:rPr lang="ja-JP" altLang="en-US" dirty="0"/>
              <a:t>から読み込み</a:t>
            </a:r>
            <a:endParaRPr lang="en-US" altLang="ja-JP" dirty="0"/>
          </a:p>
          <a:p>
            <a:pPr marL="1314450" lvl="2" indent="-400050">
              <a:buFont typeface="+mj-lt"/>
              <a:buAutoNum type="romanLcPeriod"/>
            </a:pPr>
            <a:endParaRPr lang="en-US" altLang="ja-JP" dirty="0"/>
          </a:p>
          <a:p>
            <a:pPr marL="857250" lvl="1" indent="-400050">
              <a:buFont typeface="+mj-lt"/>
              <a:buAutoNum type="arabicPeriod"/>
            </a:pPr>
            <a:r>
              <a:rPr lang="ja-JP" altLang="en-US" dirty="0"/>
              <a:t>価格データの整形（</a:t>
            </a:r>
            <a:r>
              <a:rPr lang="en-US" altLang="ja-JP" dirty="0"/>
              <a:t>JEPX</a:t>
            </a:r>
            <a:r>
              <a:rPr lang="ja-JP" altLang="en-US" dirty="0"/>
              <a:t>価格＜オプションの原資産価格＞）</a:t>
            </a:r>
            <a:endParaRPr lang="en-US" altLang="ja-JP" dirty="0"/>
          </a:p>
          <a:p>
            <a:pPr marL="1314450" lvl="2" indent="-400050">
              <a:buFont typeface="+mj-lt"/>
              <a:buAutoNum type="romanLcPeriod"/>
            </a:pPr>
            <a:r>
              <a:rPr lang="ja-JP" altLang="en-US" dirty="0"/>
              <a:t>コマ別の</a:t>
            </a:r>
            <a:r>
              <a:rPr lang="en-US" altLang="ja-JP" dirty="0"/>
              <a:t>JEPX</a:t>
            </a:r>
            <a:r>
              <a:rPr lang="ja-JP" altLang="en-US" dirty="0"/>
              <a:t>価格データを日次平均化し、日次時系列データ化（日次平均</a:t>
            </a:r>
            <a:r>
              <a:rPr lang="en-US" altLang="ja-JP" dirty="0"/>
              <a:t>JEPX</a:t>
            </a:r>
            <a:r>
              <a:rPr lang="ja-JP" altLang="en-US" dirty="0"/>
              <a:t>スポット価格）</a:t>
            </a:r>
            <a:endParaRPr lang="en-US" altLang="ja-JP" dirty="0"/>
          </a:p>
          <a:p>
            <a:pPr marL="1314450" lvl="2" indent="-400050">
              <a:buFont typeface="+mj-lt"/>
              <a:buAutoNum type="romanLcPeriod"/>
            </a:pPr>
            <a:r>
              <a:rPr lang="ja-JP" altLang="en-US" dirty="0"/>
              <a:t>日次平均化した</a:t>
            </a:r>
            <a:r>
              <a:rPr lang="en-US" altLang="ja-JP" dirty="0"/>
              <a:t>JEPX</a:t>
            </a:r>
            <a:r>
              <a:rPr lang="ja-JP" altLang="en-US" dirty="0"/>
              <a:t>価格データを対数化（対数日次平均</a:t>
            </a:r>
            <a:r>
              <a:rPr lang="en-US" altLang="ja-JP" dirty="0"/>
              <a:t>JEPX</a:t>
            </a:r>
            <a:r>
              <a:rPr lang="ja-JP" altLang="en-US" dirty="0"/>
              <a:t>スポット価格）</a:t>
            </a:r>
            <a:endParaRPr lang="en-US" altLang="ja-JP" dirty="0"/>
          </a:p>
          <a:p>
            <a:pPr marL="1314450" lvl="2" indent="-400050">
              <a:buFont typeface="+mj-lt"/>
              <a:buAutoNum type="romanLcPeriod"/>
            </a:pPr>
            <a:r>
              <a:rPr lang="ja-JP" altLang="en-US" dirty="0"/>
              <a:t>日ごとに日次平均</a:t>
            </a:r>
            <a:r>
              <a:rPr lang="en-US" altLang="ja-JP" dirty="0"/>
              <a:t>JEPX</a:t>
            </a:r>
            <a:r>
              <a:rPr lang="ja-JP" altLang="en-US" dirty="0"/>
              <a:t>価格に対するコマ別価格の倍率（コマ別価格</a:t>
            </a:r>
            <a:r>
              <a:rPr lang="en-US" altLang="ja-JP" dirty="0"/>
              <a:t>÷</a:t>
            </a:r>
            <a:r>
              <a:rPr lang="ja-JP" altLang="en-US" dirty="0"/>
              <a:t>日次平均</a:t>
            </a:r>
            <a:r>
              <a:rPr lang="en-US" altLang="ja-JP" dirty="0"/>
              <a:t>JEPX</a:t>
            </a:r>
            <a:r>
              <a:rPr lang="ja-JP" altLang="en-US" dirty="0"/>
              <a:t>スポット価格）を算出</a:t>
            </a:r>
            <a:endParaRPr lang="en-US" altLang="ja-JP" dirty="0"/>
          </a:p>
          <a:p>
            <a:pPr marL="857250" lvl="1" indent="-400050">
              <a:buFont typeface="+mj-lt"/>
              <a:buAutoNum type="arabicPeriod"/>
            </a:pPr>
            <a:endParaRPr lang="en-US" altLang="ja-JP" dirty="0"/>
          </a:p>
          <a:p>
            <a:pPr marL="857250" lvl="1" indent="-400050">
              <a:buFont typeface="+mj-lt"/>
              <a:buAutoNum type="arabicPeriod"/>
            </a:pPr>
            <a:r>
              <a:rPr lang="ja-JP" altLang="en-US" dirty="0"/>
              <a:t>モデルパラメータの推定（</a:t>
            </a:r>
            <a:r>
              <a:rPr lang="en-US" altLang="ja-JP" dirty="0"/>
              <a:t>JEPX</a:t>
            </a:r>
            <a:r>
              <a:rPr lang="ja-JP" altLang="en-US" dirty="0"/>
              <a:t>価格＜オプションの原資産価格＞）</a:t>
            </a:r>
            <a:endParaRPr lang="en-US" altLang="ja-JP" dirty="0"/>
          </a:p>
          <a:p>
            <a:pPr marL="1314450" lvl="2" indent="-400050">
              <a:buFont typeface="+mj-lt"/>
              <a:buAutoNum type="romanLcPeriod"/>
            </a:pPr>
            <a:r>
              <a:rPr lang="ja-JP" altLang="en-US" dirty="0"/>
              <a:t>入力されたパラメータ推定期間に合わせてデータを抽出</a:t>
            </a:r>
            <a:endParaRPr lang="en-US" altLang="ja-JP" dirty="0"/>
          </a:p>
          <a:p>
            <a:pPr marL="1314450" lvl="2" indent="-400050">
              <a:buFont typeface="+mj-lt"/>
              <a:buAutoNum type="romanLcPeriod"/>
            </a:pPr>
            <a:r>
              <a:rPr lang="ja-JP" altLang="en-US" dirty="0"/>
              <a:t>対数日次平均</a:t>
            </a:r>
            <a:r>
              <a:rPr lang="en-US" altLang="ja-JP" dirty="0"/>
              <a:t>JEPX</a:t>
            </a:r>
            <a:r>
              <a:rPr lang="ja-JP" altLang="en-US" dirty="0"/>
              <a:t>スポット価格が</a:t>
            </a:r>
            <a:r>
              <a:rPr lang="en-US" altLang="ja-JP" dirty="0"/>
              <a:t>AR(1)</a:t>
            </a:r>
            <a:r>
              <a:rPr lang="ja-JP" altLang="en-US" dirty="0"/>
              <a:t>過程に従うとしてモデル化しパラメータを推定</a:t>
            </a:r>
            <a:endParaRPr lang="en-US" altLang="ja-JP" dirty="0"/>
          </a:p>
          <a:p>
            <a:pPr marL="1771650" lvl="3" indent="-400050">
              <a:buFont typeface="+mj-lt"/>
              <a:buAutoNum type="alphaLcPeriod"/>
            </a:pPr>
            <a:r>
              <a:rPr lang="ja-JP" altLang="en-US" dirty="0"/>
              <a:t>対数日次平均スポット価格系列に対する季節性水準を推定</a:t>
            </a:r>
            <a:endParaRPr lang="en-US" altLang="ja-JP" dirty="0"/>
          </a:p>
          <a:p>
            <a:pPr marL="1771650" lvl="3" indent="-400050">
              <a:buFont typeface="+mj-lt"/>
              <a:buAutoNum type="alphaLcPeriod"/>
            </a:pPr>
            <a:r>
              <a:rPr lang="ja-JP" altLang="en-US" dirty="0"/>
              <a:t>対数日次平均スポット価格系列から季節性水準を除いた値が</a:t>
            </a:r>
            <a:r>
              <a:rPr lang="en-US" altLang="ja-JP" dirty="0"/>
              <a:t>AR(1)</a:t>
            </a:r>
            <a:r>
              <a:rPr lang="ja-JP" altLang="en-US" dirty="0"/>
              <a:t>過程に従うとしてパラメータを推定</a:t>
            </a:r>
            <a:endParaRPr lang="en-US" altLang="ja-JP" dirty="0"/>
          </a:p>
          <a:p>
            <a:pPr marL="857250" lvl="1" indent="-400050">
              <a:buFont typeface="+mj-lt"/>
              <a:buAutoNum type="arabicPeriod"/>
            </a:pPr>
            <a:endParaRPr lang="en-US" altLang="ja-JP" dirty="0"/>
          </a:p>
          <a:p>
            <a:pPr marL="857250" lvl="1" indent="-400050">
              <a:buFont typeface="+mj-lt"/>
              <a:buAutoNum type="arabicPeriod" startAt="4"/>
            </a:pPr>
            <a:r>
              <a:rPr lang="ja-JP" altLang="en-US" dirty="0"/>
              <a:t>将来価格算出（</a:t>
            </a:r>
            <a:r>
              <a:rPr lang="en-US" altLang="ja-JP" dirty="0"/>
              <a:t>JEPX</a:t>
            </a:r>
            <a:r>
              <a:rPr lang="ja-JP" altLang="en-US" dirty="0"/>
              <a:t>スポット価格＜原資産価格＞）</a:t>
            </a:r>
            <a:endParaRPr lang="en-US" altLang="ja-JP" dirty="0"/>
          </a:p>
          <a:p>
            <a:pPr marL="1314450" lvl="2" indent="-400050">
              <a:buFont typeface="+mj-lt"/>
              <a:buAutoNum type="romanLcPeriod"/>
            </a:pPr>
            <a:r>
              <a:rPr lang="ja-JP" altLang="en-US" dirty="0"/>
              <a:t>推定したパラメータとパス本数</a:t>
            </a:r>
            <a:r>
              <a:rPr lang="en-US" altLang="ja-JP" dirty="0"/>
              <a:t>×</a:t>
            </a:r>
            <a:r>
              <a:rPr lang="ja-JP" altLang="en-US" dirty="0"/>
              <a:t>シミュレーション期間分発生させた乱数を用いて、対数日次平均スポット価格のパスを計算</a:t>
            </a:r>
            <a:endParaRPr lang="en-US" altLang="ja-JP" dirty="0"/>
          </a:p>
          <a:p>
            <a:pPr marL="1314450" lvl="2" indent="-400050">
              <a:buFont typeface="+mj-lt"/>
              <a:buAutoNum type="romanLcPeriod"/>
            </a:pPr>
            <a:r>
              <a:rPr lang="ja-JP" altLang="en-US" dirty="0"/>
              <a:t>シミュレーションパスごとに下記の数値変換を実施</a:t>
            </a:r>
            <a:endParaRPr lang="en-US" altLang="ja-JP" dirty="0"/>
          </a:p>
          <a:p>
            <a:pPr marL="1771650" lvl="3" indent="-400050">
              <a:buFont typeface="+mj-lt"/>
              <a:buAutoNum type="alphaLcPeriod"/>
            </a:pPr>
            <a:r>
              <a:rPr lang="ja-JP" altLang="en-US" dirty="0"/>
              <a:t>対数日次平均スポット価格のパスを日次平均スポット価格のパスへ変換</a:t>
            </a:r>
            <a:endParaRPr lang="en-US" altLang="ja-JP" dirty="0"/>
          </a:p>
          <a:p>
            <a:pPr marL="1771650" lvl="3" indent="-400050">
              <a:buFont typeface="+mj-lt"/>
              <a:buAutoNum type="alphaLcPeriod"/>
            </a:pPr>
            <a:r>
              <a:rPr lang="ja-JP" altLang="en-US" dirty="0"/>
              <a:t>日次平均スポット価格のパスにおける各将来日付ごとにコマ別価格への変換倍率を乗算しコマ別スポット価格へ変換</a:t>
            </a:r>
            <a:br>
              <a:rPr lang="en-US" altLang="ja-JP" dirty="0"/>
            </a:br>
            <a:r>
              <a:rPr lang="ja-JP" altLang="en-US" dirty="0"/>
              <a:t>（学習データにおける同月の日付の中からランダムサンプリングした日付の倍率</a:t>
            </a:r>
            <a:r>
              <a:rPr lang="en-US" altLang="ja-JP" dirty="0"/>
              <a:t>2-iii</a:t>
            </a:r>
            <a:r>
              <a:rPr lang="ja-JP" altLang="en-US" dirty="0"/>
              <a:t>を利用）</a:t>
            </a:r>
            <a:endParaRPr lang="en-US" altLang="ja-JP" dirty="0"/>
          </a:p>
        </p:txBody>
      </p:sp>
      <p:sp>
        <p:nvSpPr>
          <p:cNvPr id="4" name="正方形/長方形 3">
            <a:extLst>
              <a:ext uri="{FF2B5EF4-FFF2-40B4-BE49-F238E27FC236}">
                <a16:creationId xmlns:a16="http://schemas.microsoft.com/office/drawing/2014/main" id="{CEEDE8E3-98EF-7845-8AAB-FB6E4517A18B}"/>
              </a:ext>
            </a:extLst>
          </p:cNvPr>
          <p:cNvSpPr/>
          <p:nvPr/>
        </p:nvSpPr>
        <p:spPr>
          <a:xfrm>
            <a:off x="7954392" y="1035781"/>
            <a:ext cx="3373514" cy="10830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実装上の処理順序は要確認</a:t>
            </a:r>
            <a:endParaRPr kumimoji="1" lang="en-US" altLang="ja-JP" dirty="0"/>
          </a:p>
          <a:p>
            <a:pPr algn="ctr"/>
            <a:r>
              <a:rPr lang="en-US" altLang="ja-JP" dirty="0"/>
              <a:t>2-3, </a:t>
            </a:r>
            <a:endParaRPr kumimoji="1" lang="ja-JP" altLang="en-US" dirty="0"/>
          </a:p>
        </p:txBody>
      </p:sp>
    </p:spTree>
    <p:extLst>
      <p:ext uri="{BB962C8B-B14F-4D97-AF65-F5344CB8AC3E}">
        <p14:creationId xmlns:p14="http://schemas.microsoft.com/office/powerpoint/2010/main" val="2006421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21991-FB86-3FB3-D122-AD951F9A3FF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FC7CA9-B3A2-4671-0154-A7D2CF242DA5}"/>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45276D6E-E79F-91D4-6988-63FC336CFC51}"/>
              </a:ext>
            </a:extLst>
          </p:cNvPr>
          <p:cNvSpPr>
            <a:spLocks noGrp="1"/>
          </p:cNvSpPr>
          <p:nvPr>
            <p:ph idx="1"/>
          </p:nvPr>
        </p:nvSpPr>
        <p:spPr>
          <a:xfrm>
            <a:off x="331773" y="1035781"/>
            <a:ext cx="11531151" cy="5666860"/>
          </a:xfrm>
        </p:spPr>
        <p:txBody>
          <a:bodyPr>
            <a:normAutofit/>
          </a:bodyPr>
          <a:lstStyle/>
          <a:p>
            <a:r>
              <a:rPr kumimoji="1" lang="ja-JP" altLang="en-US" dirty="0"/>
              <a:t>処理の流れ（</a:t>
            </a:r>
            <a:r>
              <a:rPr kumimoji="1" lang="en-US" altLang="ja-JP" dirty="0" err="1"/>
              <a:t>Cont</a:t>
            </a:r>
            <a:r>
              <a:rPr kumimoji="1" lang="en-US" altLang="ja-JP" dirty="0"/>
              <a:t>’</a:t>
            </a:r>
            <a:r>
              <a:rPr kumimoji="1" lang="ja-JP" altLang="en-US" dirty="0"/>
              <a:t>ｄ）</a:t>
            </a:r>
            <a:endParaRPr kumimoji="1" lang="en-US" altLang="ja-JP" dirty="0"/>
          </a:p>
          <a:p>
            <a:pPr marL="857250" lvl="1" indent="-400050">
              <a:buFont typeface="+mj-lt"/>
              <a:buAutoNum type="arabicPeriod" startAt="5"/>
            </a:pPr>
            <a:r>
              <a:rPr lang="ja-JP" altLang="en-US" dirty="0"/>
              <a:t>将来価格算出（調達価格＜行使価格＞）</a:t>
            </a:r>
            <a:endParaRPr lang="en-US" altLang="ja-JP" dirty="0"/>
          </a:p>
          <a:p>
            <a:pPr marL="1314450" lvl="2" indent="-400050">
              <a:buFont typeface="+mj-lt"/>
              <a:buAutoNum type="romanLcPeriod"/>
            </a:pPr>
            <a:r>
              <a:rPr lang="ja-JP" altLang="en-US" dirty="0"/>
              <a:t>各発電所の計算フォーミュラを読み込み</a:t>
            </a:r>
            <a:endParaRPr lang="en-US" altLang="ja-JP" dirty="0"/>
          </a:p>
          <a:p>
            <a:pPr marL="1314450" lvl="2" indent="-400050">
              <a:buFont typeface="+mj-lt"/>
              <a:buAutoNum type="romanLcPeriod"/>
            </a:pPr>
            <a:r>
              <a:rPr lang="ja-JP" altLang="en-US" dirty="0"/>
              <a:t>各フォーミュラに対して、インプットデータとして読み込んだ将来の燃料価格データを代入し価格を算出</a:t>
            </a:r>
            <a:endParaRPr lang="en-US" altLang="ja-JP" dirty="0"/>
          </a:p>
          <a:p>
            <a:pPr marL="1314450" lvl="2" indent="-400050">
              <a:buFont typeface="+mj-lt"/>
              <a:buAutoNum type="romanLcPeriod"/>
            </a:pPr>
            <a:endParaRPr lang="en-US" altLang="ja-JP" dirty="0"/>
          </a:p>
          <a:p>
            <a:pPr marL="857250" lvl="1" indent="-400050">
              <a:buFont typeface="+mj-lt"/>
              <a:buAutoNum type="arabicPeriod" startAt="5"/>
            </a:pPr>
            <a:r>
              <a:rPr lang="ja-JP" altLang="en-US" dirty="0"/>
              <a:t>オプション価格計算</a:t>
            </a:r>
            <a:endParaRPr lang="en-US" altLang="ja-JP" dirty="0"/>
          </a:p>
          <a:p>
            <a:pPr marL="1314450" lvl="2" indent="-400050">
              <a:buFont typeface="+mj-lt"/>
              <a:buAutoNum type="romanLcPeriod"/>
            </a:pPr>
            <a:r>
              <a:rPr lang="ja-JP" altLang="en-US" dirty="0"/>
              <a:t>増額オプション（容量上限あり）</a:t>
            </a:r>
            <a:endParaRPr lang="en-US" altLang="ja-JP" dirty="0"/>
          </a:p>
          <a:p>
            <a:pPr marL="1714500" lvl="3" indent="-342900">
              <a:buFont typeface="+mj-ea"/>
              <a:buAutoNum type="circleNumDbPlain"/>
            </a:pPr>
            <a:r>
              <a:rPr lang="ja-JP" altLang="en-US" dirty="0"/>
              <a:t>シミュレートした将来日付の各コマ別価格と将来日付の</a:t>
            </a:r>
            <a:r>
              <a:rPr lang="ja-JP" altLang="en-US" dirty="0">
                <a:solidFill>
                  <a:srgbClr val="FF0000"/>
                </a:solidFill>
              </a:rPr>
              <a:t>算出した調達価格</a:t>
            </a:r>
            <a:r>
              <a:rPr lang="ja-JP" altLang="en-US" dirty="0"/>
              <a:t>の差が正であればペイオフとして保持</a:t>
            </a:r>
            <a:endParaRPr lang="en-US" altLang="ja-JP" dirty="0"/>
          </a:p>
          <a:p>
            <a:pPr marL="1714500" lvl="3" indent="-342900">
              <a:buFont typeface="+mj-ea"/>
              <a:buAutoNum type="circleNumDbPlain"/>
            </a:pPr>
            <a:r>
              <a:rPr lang="ja-JP" altLang="en-US" dirty="0"/>
              <a:t>保持した各コマ別の価値に対して、各将来日付ごとにオプション価値の高い方からコマ別のオプション価格を並び替え</a:t>
            </a:r>
            <a:endParaRPr lang="en-US" altLang="ja-JP" dirty="0"/>
          </a:p>
          <a:p>
            <a:pPr marL="1714500" lvl="3" indent="-342900">
              <a:buFont typeface="+mj-ea"/>
              <a:buAutoNum type="circleNumDbPlain"/>
            </a:pPr>
            <a:r>
              <a:rPr lang="ja-JP" altLang="en-US" dirty="0"/>
              <a:t>１日の中でオプション価値の高いコマから順に同日の合計容量の日次上限まで権利行使（日次上限）</a:t>
            </a:r>
            <a:endParaRPr lang="en-US" altLang="ja-JP" dirty="0"/>
          </a:p>
          <a:p>
            <a:pPr marL="1714500" lvl="3" indent="-342900">
              <a:buFont typeface="+mj-ea"/>
              <a:buAutoNum type="circleNumDbPlain"/>
            </a:pPr>
            <a:r>
              <a:rPr lang="ja-JP" altLang="en-US" dirty="0"/>
              <a:t>シミュレーション期間に対して、日付順に上記➂を実施し同月の合計容量の月次上限まで権利行使（月次上限）</a:t>
            </a:r>
            <a:endParaRPr lang="en-US" altLang="ja-JP" dirty="0"/>
          </a:p>
          <a:p>
            <a:pPr marL="1714500" lvl="3" indent="-342900">
              <a:buFont typeface="+mj-ea"/>
              <a:buAutoNum type="circleNumDbPlain"/>
            </a:pPr>
            <a:r>
              <a:rPr lang="ja-JP" altLang="en-US" dirty="0"/>
              <a:t>シミュレーション期間に対して、日付順に上記➂、➃を実施し同年の合計容量の年次上限まで権利行使（年次上限）</a:t>
            </a:r>
            <a:endParaRPr lang="en-US" altLang="ja-JP" dirty="0"/>
          </a:p>
          <a:p>
            <a:pPr marL="1257300" lvl="2" indent="-342900">
              <a:buFont typeface="+mj-ea"/>
              <a:buAutoNum type="romanLcPeriod"/>
            </a:pPr>
            <a:endParaRPr lang="en-US" altLang="ja-JP" dirty="0"/>
          </a:p>
          <a:p>
            <a:pPr marL="1257300" lvl="2" indent="-342900">
              <a:buFont typeface="+mj-ea"/>
              <a:buAutoNum type="romanLcPeriod"/>
            </a:pPr>
            <a:r>
              <a:rPr lang="ja-JP" altLang="en-US" dirty="0"/>
              <a:t>減額オプション（購入上限あり）</a:t>
            </a:r>
            <a:endParaRPr lang="en-US" altLang="ja-JP" dirty="0"/>
          </a:p>
          <a:p>
            <a:pPr marL="1714500" lvl="3" indent="-342900">
              <a:buFont typeface="+mj-ea"/>
              <a:buAutoNum type="circleNumDbPlain"/>
            </a:pPr>
            <a:r>
              <a:rPr lang="ja-JP" altLang="en-US" dirty="0"/>
              <a:t>将来日付の</a:t>
            </a:r>
            <a:r>
              <a:rPr lang="ja-JP" altLang="en-US" dirty="0">
                <a:solidFill>
                  <a:srgbClr val="FF0000"/>
                </a:solidFill>
              </a:rPr>
              <a:t>算出した調達</a:t>
            </a:r>
            <a:r>
              <a:rPr lang="ja-JP" altLang="en-US" dirty="0"/>
              <a:t>とシミュレートした将来日付の各コマ別価格の差が正であればペイオフとして保持</a:t>
            </a:r>
            <a:endParaRPr lang="en-US" altLang="ja-JP" dirty="0"/>
          </a:p>
          <a:p>
            <a:pPr marL="1714500" lvl="3" indent="-342900">
              <a:buFont typeface="+mj-ea"/>
              <a:buAutoNum type="circleNumDbPlain"/>
            </a:pPr>
            <a:r>
              <a:rPr lang="ja-JP" altLang="en-US" dirty="0"/>
              <a:t>保持した各コマ別の価値に対して、各将来日付ごとにオプション価値の高い方からコマ別のオプション価格を並び替え</a:t>
            </a:r>
            <a:endParaRPr lang="en-US" altLang="ja-JP" dirty="0"/>
          </a:p>
          <a:p>
            <a:pPr marL="1714500" lvl="3" indent="-342900">
              <a:buFont typeface="+mj-ea"/>
              <a:buAutoNum type="circleNumDbPlain"/>
            </a:pPr>
            <a:r>
              <a:rPr lang="ja-JP" altLang="en-US" dirty="0"/>
              <a:t>１日の中でオプション価値の高いコマから順に同日の合計容量の日次上限まで権利行使（日次上限）</a:t>
            </a:r>
            <a:endParaRPr lang="en-US" altLang="ja-JP" dirty="0"/>
          </a:p>
          <a:p>
            <a:pPr marL="1714500" lvl="3" indent="-342900">
              <a:buFont typeface="+mj-ea"/>
              <a:buAutoNum type="circleNumDbPlain"/>
            </a:pPr>
            <a:r>
              <a:rPr lang="ja-JP" altLang="en-US" dirty="0"/>
              <a:t>シミュレーション期間に対して、日付順に上記➂を実施し同月の合計容量の月次上限まで権利行使（月次上限）</a:t>
            </a:r>
            <a:endParaRPr lang="en-US" altLang="ja-JP" dirty="0"/>
          </a:p>
          <a:p>
            <a:pPr marL="1714500" lvl="3" indent="-342900">
              <a:buFont typeface="+mj-ea"/>
              <a:buAutoNum type="circleNumDbPlain"/>
            </a:pPr>
            <a:r>
              <a:rPr lang="ja-JP" altLang="en-US" dirty="0"/>
              <a:t>シミュレーション期間に対して、日付順に上記➂、➃を実施し同年の合計容量の年次上限まで権利行使（年次上限）</a:t>
            </a:r>
            <a:endParaRPr lang="en-US" altLang="ja-JP" dirty="0"/>
          </a:p>
        </p:txBody>
      </p:sp>
      <p:sp>
        <p:nvSpPr>
          <p:cNvPr id="4" name="正方形/長方形 3">
            <a:extLst>
              <a:ext uri="{FF2B5EF4-FFF2-40B4-BE49-F238E27FC236}">
                <a16:creationId xmlns:a16="http://schemas.microsoft.com/office/drawing/2014/main" id="{CA722C75-7D76-3318-CED7-A6353606D2BA}"/>
              </a:ext>
            </a:extLst>
          </p:cNvPr>
          <p:cNvSpPr/>
          <p:nvPr/>
        </p:nvSpPr>
        <p:spPr>
          <a:xfrm>
            <a:off x="8256234" y="3064834"/>
            <a:ext cx="3373514" cy="10830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実装上の処理順序は要確認</a:t>
            </a:r>
            <a:endParaRPr kumimoji="1" lang="en-US" altLang="ja-JP" dirty="0"/>
          </a:p>
          <a:p>
            <a:pPr algn="ctr"/>
            <a:r>
              <a:rPr lang="en-US" altLang="ja-JP" dirty="0"/>
              <a:t>2-3, </a:t>
            </a:r>
            <a:endParaRPr kumimoji="1" lang="ja-JP" altLang="en-US" dirty="0"/>
          </a:p>
        </p:txBody>
      </p:sp>
    </p:spTree>
    <p:extLst>
      <p:ext uri="{BB962C8B-B14F-4D97-AF65-F5344CB8AC3E}">
        <p14:creationId xmlns:p14="http://schemas.microsoft.com/office/powerpoint/2010/main" val="2696406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C1A14491-233B-2AD4-C6A8-4E71FFDA1947}"/>
              </a:ext>
            </a:extLst>
          </p:cNvPr>
          <p:cNvSpPr>
            <a:spLocks noGrp="1"/>
          </p:cNvSpPr>
          <p:nvPr>
            <p:ph idx="1"/>
          </p:nvPr>
        </p:nvSpPr>
        <p:spPr/>
        <p:txBody>
          <a:bodyPr/>
          <a:lstStyle/>
          <a:p>
            <a:r>
              <a:rPr lang="en-US" altLang="ja-JP" dirty="0"/>
              <a:t>JEPX</a:t>
            </a:r>
            <a:r>
              <a:rPr lang="ja-JP" altLang="en-US" dirty="0"/>
              <a:t>価格データ</a:t>
            </a:r>
            <a:endParaRPr lang="en-US" altLang="ja-JP" dirty="0"/>
          </a:p>
          <a:p>
            <a:endParaRPr lang="en-US" altLang="ja-JP" dirty="0"/>
          </a:p>
          <a:p>
            <a:r>
              <a:rPr lang="en-US" altLang="ja-JP" dirty="0"/>
              <a:t>”spot_summary_YYYY.csv”</a:t>
            </a:r>
            <a:r>
              <a:rPr lang="ja-JP" altLang="en-US" dirty="0"/>
              <a:t>から読み込み</a:t>
            </a:r>
            <a:endParaRPr lang="en-US" altLang="ja-JP" dirty="0"/>
          </a:p>
          <a:p>
            <a:endParaRPr kumimoji="1" lang="ja-JP" altLang="en-US" dirty="0"/>
          </a:p>
        </p:txBody>
      </p:sp>
      <p:sp>
        <p:nvSpPr>
          <p:cNvPr id="5" name="タイトル 4">
            <a:extLst>
              <a:ext uri="{FF2B5EF4-FFF2-40B4-BE49-F238E27FC236}">
                <a16:creationId xmlns:a16="http://schemas.microsoft.com/office/drawing/2014/main" id="{9EB0AC1F-3E73-82EC-C246-A98745FCDA05}"/>
              </a:ext>
            </a:extLst>
          </p:cNvPr>
          <p:cNvSpPr>
            <a:spLocks noGrp="1"/>
          </p:cNvSpPr>
          <p:nvPr>
            <p:ph type="title"/>
          </p:nvPr>
        </p:nvSpPr>
        <p:spPr/>
        <p:txBody>
          <a:bodyPr>
            <a:normAutofit/>
          </a:bodyPr>
          <a:lstStyle/>
          <a:p>
            <a:r>
              <a:rPr lang="ja-JP" altLang="en-US" dirty="0"/>
              <a:t>各指標データの読み込み</a:t>
            </a:r>
          </a:p>
        </p:txBody>
      </p:sp>
    </p:spTree>
    <p:extLst>
      <p:ext uri="{BB962C8B-B14F-4D97-AF65-F5344CB8AC3E}">
        <p14:creationId xmlns:p14="http://schemas.microsoft.com/office/powerpoint/2010/main" val="75606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B6D6A0-A07C-C479-1D91-FA0CC859B7FB}"/>
              </a:ext>
            </a:extLst>
          </p:cNvPr>
          <p:cNvSpPr>
            <a:spLocks noGrp="1"/>
          </p:cNvSpPr>
          <p:nvPr>
            <p:ph type="title"/>
          </p:nvPr>
        </p:nvSpPr>
        <p:spPr/>
        <p:txBody>
          <a:bodyPr>
            <a:normAutofit/>
          </a:bodyPr>
          <a:lstStyle/>
          <a:p>
            <a:r>
              <a:rPr lang="ja-JP" altLang="en-US" dirty="0"/>
              <a:t>時系列モデルによる価格表現とパラメータ推定</a:t>
            </a:r>
            <a:endParaRPr kumimoji="1" lang="ja-JP" altLang="en-US"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F8D7B1DE-7B14-E898-4720-C2FDA57B9CB3}"/>
                  </a:ext>
                </a:extLst>
              </p:cNvPr>
              <p:cNvSpPr>
                <a:spLocks noGrp="1"/>
              </p:cNvSpPr>
              <p:nvPr>
                <p:ph idx="1"/>
              </p:nvPr>
            </p:nvSpPr>
            <p:spPr>
              <a:xfrm>
                <a:off x="331773" y="1035781"/>
                <a:ext cx="11531151" cy="5693493"/>
              </a:xfrm>
            </p:spPr>
            <p:txBody>
              <a:bodyPr>
                <a:normAutofit lnSpcReduction="10000"/>
              </a:bodyPr>
              <a:lstStyle/>
              <a:p>
                <a:pPr>
                  <a:lnSpc>
                    <a:spcPct val="150000"/>
                  </a:lnSpc>
                </a:pPr>
                <a:r>
                  <a:rPr lang="ja-JP" altLang="en-US" dirty="0"/>
                  <a:t>時系列モデルによる価格表現</a:t>
                </a:r>
                <a:endParaRPr lang="en-US" altLang="ja-JP" dirty="0"/>
              </a:p>
              <a:p>
                <a:pPr lvl="1">
                  <a:lnSpc>
                    <a:spcPct val="150000"/>
                  </a:lnSpc>
                </a:pPr>
                <a:r>
                  <a:rPr lang="ja-JP" altLang="en-US" dirty="0"/>
                  <a:t>原資産価格である将来の</a:t>
                </a:r>
                <a:r>
                  <a:rPr lang="en-US" altLang="ja-JP" dirty="0"/>
                  <a:t>JEPX</a:t>
                </a:r>
                <a:r>
                  <a:rPr lang="ja-JP" altLang="en-US" dirty="0"/>
                  <a:t>スポット価格を予測するために、観測されたコマ別の</a:t>
                </a:r>
                <a:r>
                  <a:rPr lang="en-US" altLang="ja-JP" dirty="0"/>
                  <a:t>JEPX</a:t>
                </a:r>
                <a:r>
                  <a:rPr lang="ja-JP" altLang="en-US" dirty="0"/>
                  <a:t>スポット価格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𝑃</m:t>
                        </m:r>
                      </m:e>
                      <m:sub>
                        <m:r>
                          <a:rPr lang="en-US" altLang="ja-JP" b="0" i="1" smtClean="0">
                            <a:latin typeface="Cambria Math" panose="02040503050406030204" pitchFamily="18" charset="0"/>
                          </a:rPr>
                          <m:t>𝑡</m:t>
                        </m:r>
                        <m:r>
                          <a:rPr lang="en-US" altLang="ja-JP" b="0" i="1" smtClean="0">
                            <a:latin typeface="Cambria Math" panose="02040503050406030204" pitchFamily="18" charset="0"/>
                          </a:rPr>
                          <m:t>, </m:t>
                        </m:r>
                        <m:r>
                          <a:rPr lang="en-US" altLang="ja-JP" b="0" i="1" smtClean="0">
                            <a:latin typeface="Cambria Math" panose="02040503050406030204" pitchFamily="18" charset="0"/>
                          </a:rPr>
                          <m:t>𝑖</m:t>
                        </m:r>
                      </m:sub>
                    </m:sSub>
                    <m:r>
                      <a:rPr lang="en-US" altLang="ja-JP" b="0" i="1" smtClean="0">
                        <a:latin typeface="Cambria Math" panose="02040503050406030204" pitchFamily="18" charset="0"/>
                      </a:rPr>
                      <m:t> (</m:t>
                    </m:r>
                    <m:r>
                      <a:rPr lang="en-US" altLang="ja-JP" b="0" i="1" smtClean="0">
                        <a:latin typeface="Cambria Math" panose="02040503050406030204" pitchFamily="18" charset="0"/>
                      </a:rPr>
                      <m:t>𝑖</m:t>
                    </m:r>
                    <m:r>
                      <a:rPr lang="en-US" altLang="ja-JP" b="0" i="1" smtClean="0">
                        <a:latin typeface="Cambria Math" panose="02040503050406030204" pitchFamily="18" charset="0"/>
                      </a:rPr>
                      <m:t>=1, …, 48)  </m:t>
                    </m:r>
                  </m:oMath>
                </a14:m>
                <a:r>
                  <a:rPr lang="ja-JP" altLang="en-US" dirty="0"/>
                  <a:t>から生成した日次平均対数スポット価格 </a:t>
                </a:r>
                <a14:m>
                  <m:oMath xmlns:m="http://schemas.openxmlformats.org/officeDocument/2006/math">
                    <m:r>
                      <a:rPr lang="en-US" altLang="ja-JP" b="0" i="1" smtClean="0">
                        <a:latin typeface="Cambria Math" panose="02040503050406030204" pitchFamily="18" charset="0"/>
                      </a:rPr>
                      <m:t>𝑙𝑛</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𝑃</m:t>
                        </m:r>
                      </m:e>
                      <m:sub>
                        <m:r>
                          <a:rPr lang="en-US" altLang="ja-JP" b="0" i="1" smtClean="0">
                            <a:latin typeface="Cambria Math" panose="02040503050406030204" pitchFamily="18" charset="0"/>
                          </a:rPr>
                          <m:t>𝑡</m:t>
                        </m:r>
                      </m:sub>
                    </m:sSub>
                    <m:r>
                      <a:rPr lang="en-US" altLang="ja-JP" b="0" i="1" smtClean="0">
                        <a:latin typeface="Cambria Math" panose="02040503050406030204" pitchFamily="18" charset="0"/>
                      </a:rPr>
                      <m:t> </m:t>
                    </m:r>
                  </m:oMath>
                </a14:m>
                <a:r>
                  <a:rPr lang="ja-JP" altLang="en-US" dirty="0"/>
                  <a:t>を時系列モデルにより表現</a:t>
                </a:r>
                <a:endParaRPr lang="en-US" altLang="ja-JP" dirty="0"/>
              </a:p>
              <a:p>
                <a:pPr lvl="1">
                  <a:lnSpc>
                    <a:spcPct val="150000"/>
                  </a:lnSpc>
                </a:pPr>
                <a:r>
                  <a:rPr lang="ja-JP" altLang="en-US" dirty="0"/>
                  <a:t>まず、日次平均対数スポット価格 </a:t>
                </a:r>
                <a14:m>
                  <m:oMath xmlns:m="http://schemas.openxmlformats.org/officeDocument/2006/math">
                    <m:r>
                      <a:rPr lang="en-US" altLang="ja-JP" i="1">
                        <a:latin typeface="Cambria Math" panose="02040503050406030204" pitchFamily="18" charset="0"/>
                      </a:rPr>
                      <m:t>𝑙𝑛</m:t>
                    </m:r>
                    <m:sSub>
                      <m:sSubPr>
                        <m:ctrlPr>
                          <a:rPr lang="en-US" altLang="ja-JP" i="1">
                            <a:latin typeface="Cambria Math" panose="02040503050406030204" pitchFamily="18" charset="0"/>
                          </a:rPr>
                        </m:ctrlPr>
                      </m:sSubPr>
                      <m:e>
                        <m:r>
                          <a:rPr lang="en-US" altLang="ja-JP" i="1">
                            <a:latin typeface="Cambria Math" panose="02040503050406030204" pitchFamily="18" charset="0"/>
                          </a:rPr>
                          <m:t>𝑃</m:t>
                        </m:r>
                      </m:e>
                      <m:sub>
                        <m:r>
                          <a:rPr lang="en-US" altLang="ja-JP" i="1">
                            <a:latin typeface="Cambria Math" panose="02040503050406030204" pitchFamily="18" charset="0"/>
                          </a:rPr>
                          <m:t>𝑡</m:t>
                        </m:r>
                      </m:sub>
                    </m:sSub>
                  </m:oMath>
                </a14:m>
                <a:r>
                  <a:rPr lang="ja-JP" altLang="en-US" dirty="0"/>
                  <a:t> を以下の通り表現</a:t>
                </a:r>
                <a:endParaRPr lang="en-US" altLang="ja-JP" i="1" dirty="0">
                  <a:latin typeface="Cambria Math" panose="02040503050406030204" pitchFamily="18" charset="0"/>
                </a:endParaRPr>
              </a:p>
              <a:p>
                <a:pPr marL="457200" lvl="1" indent="0">
                  <a:lnSpc>
                    <a:spcPct val="150000"/>
                  </a:lnSpc>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𝑙𝑛</m:t>
                      </m:r>
                      <m:sSub>
                        <m:sSubPr>
                          <m:ctrlPr>
                            <a:rPr lang="en-US" altLang="ja-JP" i="1">
                              <a:latin typeface="Cambria Math" panose="02040503050406030204" pitchFamily="18" charset="0"/>
                            </a:rPr>
                          </m:ctrlPr>
                        </m:sSubPr>
                        <m:e>
                          <m:r>
                            <a:rPr lang="en-US" altLang="ja-JP" i="1">
                              <a:latin typeface="Cambria Math" panose="02040503050406030204" pitchFamily="18" charset="0"/>
                            </a:rPr>
                            <m:t>𝑃</m:t>
                          </m:r>
                        </m:e>
                        <m:sub>
                          <m:r>
                            <a:rPr lang="en-US" altLang="ja-JP" i="1">
                              <a:latin typeface="Cambria Math" panose="02040503050406030204" pitchFamily="18" charset="0"/>
                            </a:rPr>
                            <m:t>𝑡</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𝑓</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e>
                          </m:d>
                          <m:r>
                            <a:rPr lang="en-US" altLang="ja-JP" b="0" i="1" smtClean="0">
                              <a:latin typeface="Cambria Math" panose="02040503050406030204" pitchFamily="18" charset="0"/>
                            </a:rPr>
                            <m:t>+</m:t>
                          </m:r>
                          <m:r>
                            <a:rPr lang="en-US" altLang="ja-JP" i="1">
                              <a:latin typeface="Cambria Math" panose="02040503050406030204" pitchFamily="18" charset="0"/>
                            </a:rPr>
                            <m:t>𝑋</m:t>
                          </m:r>
                        </m:e>
                        <m:sub>
                          <m:r>
                            <a:rPr lang="en-US" altLang="ja-JP" i="1">
                              <a:latin typeface="Cambria Math" panose="02040503050406030204" pitchFamily="18" charset="0"/>
                            </a:rPr>
                            <m:t>𝑡</m:t>
                          </m:r>
                        </m:sub>
                      </m:sSub>
                    </m:oMath>
                  </m:oMathPara>
                </a14:m>
                <a:endParaRPr kumimoji="1" lang="en-US" altLang="ja-JP" dirty="0"/>
              </a:p>
              <a:p>
                <a:pPr lvl="1">
                  <a:lnSpc>
                    <a:spcPct val="150000"/>
                  </a:lnSpc>
                </a:pPr>
                <a:r>
                  <a:rPr kumimoji="1" lang="ja-JP" altLang="en-US" dirty="0"/>
                  <a:t>ここで、</a:t>
                </a:r>
                <a:r>
                  <a:rPr lang="en-US" altLang="ja-JP" dirty="0"/>
                  <a:t> </a:t>
                </a:r>
                <a14:m>
                  <m:oMath xmlns:m="http://schemas.openxmlformats.org/officeDocument/2006/math">
                    <m:r>
                      <a:rPr lang="en-US" altLang="ja-JP" b="0" i="1" smtClean="0">
                        <a:latin typeface="Cambria Math" panose="02040503050406030204" pitchFamily="18" charset="0"/>
                      </a:rPr>
                      <m:t>𝑓</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e>
                    </m:d>
                  </m:oMath>
                </a14:m>
                <a:r>
                  <a:rPr kumimoji="1" lang="en-US" altLang="ja-JP" dirty="0"/>
                  <a:t> </a:t>
                </a:r>
                <a:r>
                  <a:rPr kumimoji="1" lang="ja-JP" altLang="en-US" dirty="0"/>
                  <a:t>は季節性を表すパラメータとし</a:t>
                </a:r>
                <a:r>
                  <a:rPr lang="ja-JP" altLang="en-US" dirty="0"/>
                  <a:t>、解釈性を考慮して月ごとに変化するという仮定のもと以下の通り表現</a:t>
                </a:r>
                <a:endParaRPr lang="en-US" altLang="ja-JP" dirty="0"/>
              </a:p>
              <a:p>
                <a:pPr marL="2058988" indent="0">
                  <a:lnSpc>
                    <a:spcPct val="150000"/>
                  </a:lnSpc>
                  <a:buNone/>
                </a:pPr>
                <a14:m>
                  <m:oMath xmlns:m="http://schemas.openxmlformats.org/officeDocument/2006/math">
                    <m:r>
                      <a:rPr lang="en-US" altLang="ja-JP" i="1">
                        <a:latin typeface="Cambria Math" panose="02040503050406030204" pitchFamily="18" charset="0"/>
                      </a:rPr>
                      <m:t>𝑓</m:t>
                    </m:r>
                    <m:d>
                      <m:dPr>
                        <m:ctrlPr>
                          <a:rPr lang="en-US" altLang="ja-JP" i="1">
                            <a:latin typeface="Cambria Math" panose="02040503050406030204" pitchFamily="18" charset="0"/>
                          </a:rPr>
                        </m:ctrlPr>
                      </m:dPr>
                      <m:e>
                        <m:r>
                          <a:rPr lang="en-US" altLang="ja-JP" i="1">
                            <a:latin typeface="Cambria Math" panose="02040503050406030204" pitchFamily="18" charset="0"/>
                          </a:rPr>
                          <m:t>𝑡</m:t>
                        </m:r>
                      </m:e>
                    </m:d>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𝛼</m:t>
                        </m:r>
                      </m:e>
                      <m:sub>
                        <m:r>
                          <a:rPr lang="en-US" altLang="ja-JP" i="1">
                            <a:latin typeface="Cambria Math" panose="02040503050406030204" pitchFamily="18" charset="0"/>
                          </a:rPr>
                          <m:t>1</m:t>
                        </m:r>
                      </m:sub>
                    </m:sSub>
                    <m:sSub>
                      <m:sSubPr>
                        <m:ctrlPr>
                          <a:rPr lang="en-US" altLang="ja-JP" i="1">
                            <a:latin typeface="Cambria Math" panose="02040503050406030204" pitchFamily="18" charset="0"/>
                          </a:rPr>
                        </m:ctrlPr>
                      </m:sSubPr>
                      <m:e>
                        <m:r>
                          <a:rPr lang="en-US" altLang="ja-JP" b="1" i="1">
                            <a:latin typeface="Cambria Math" panose="02040503050406030204" pitchFamily="18" charset="0"/>
                          </a:rPr>
                          <m:t>𝟏</m:t>
                        </m:r>
                      </m:e>
                      <m:sub>
                        <m:r>
                          <a:rPr lang="en-US" altLang="ja-JP" i="1">
                            <a:latin typeface="Cambria Math" panose="02040503050406030204" pitchFamily="18" charset="0"/>
                          </a:rPr>
                          <m:t>1</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𝛼</m:t>
                        </m:r>
                      </m:e>
                      <m:sub>
                        <m:r>
                          <a:rPr lang="en-US" altLang="ja-JP" i="1">
                            <a:latin typeface="Cambria Math" panose="02040503050406030204" pitchFamily="18" charset="0"/>
                          </a:rPr>
                          <m:t>2</m:t>
                        </m:r>
                      </m:sub>
                    </m:sSub>
                    <m:sSub>
                      <m:sSubPr>
                        <m:ctrlPr>
                          <a:rPr lang="en-US" altLang="ja-JP" i="1">
                            <a:latin typeface="Cambria Math" panose="02040503050406030204" pitchFamily="18" charset="0"/>
                          </a:rPr>
                        </m:ctrlPr>
                      </m:sSubPr>
                      <m:e>
                        <m:r>
                          <a:rPr lang="en-US" altLang="ja-JP" b="1" i="1">
                            <a:latin typeface="Cambria Math" panose="02040503050406030204" pitchFamily="18" charset="0"/>
                          </a:rPr>
                          <m:t>𝟏</m:t>
                        </m:r>
                      </m:e>
                      <m:sub>
                        <m:r>
                          <a:rPr lang="en-US" altLang="ja-JP" i="1">
                            <a:latin typeface="Cambria Math" panose="02040503050406030204" pitchFamily="18" charset="0"/>
                          </a:rPr>
                          <m:t>2</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𝛼</m:t>
                        </m:r>
                      </m:e>
                      <m:sub>
                        <m:r>
                          <a:rPr lang="en-US" altLang="ja-JP" i="1">
                            <a:latin typeface="Cambria Math" panose="02040503050406030204" pitchFamily="18" charset="0"/>
                          </a:rPr>
                          <m:t>3</m:t>
                        </m:r>
                      </m:sub>
                    </m:sSub>
                    <m:sSub>
                      <m:sSubPr>
                        <m:ctrlPr>
                          <a:rPr lang="en-US" altLang="ja-JP" i="1">
                            <a:latin typeface="Cambria Math" panose="02040503050406030204" pitchFamily="18" charset="0"/>
                          </a:rPr>
                        </m:ctrlPr>
                      </m:sSubPr>
                      <m:e>
                        <m:r>
                          <a:rPr lang="en-US" altLang="ja-JP" b="1" i="1">
                            <a:latin typeface="Cambria Math" panose="02040503050406030204" pitchFamily="18" charset="0"/>
                          </a:rPr>
                          <m:t>𝟏</m:t>
                        </m:r>
                      </m:e>
                      <m:sub>
                        <m:r>
                          <a:rPr lang="en-US" altLang="ja-JP" i="1">
                            <a:latin typeface="Cambria Math" panose="02040503050406030204" pitchFamily="18" charset="0"/>
                          </a:rPr>
                          <m:t>3</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𝛼</m:t>
                        </m:r>
                      </m:e>
                      <m:sub>
                        <m:r>
                          <a:rPr lang="en-US" altLang="ja-JP" i="1">
                            <a:latin typeface="Cambria Math" panose="02040503050406030204" pitchFamily="18" charset="0"/>
                          </a:rPr>
                          <m:t>12</m:t>
                        </m:r>
                      </m:sub>
                    </m:sSub>
                    <m:sSub>
                      <m:sSubPr>
                        <m:ctrlPr>
                          <a:rPr lang="en-US" altLang="ja-JP" i="1">
                            <a:latin typeface="Cambria Math" panose="02040503050406030204" pitchFamily="18" charset="0"/>
                          </a:rPr>
                        </m:ctrlPr>
                      </m:sSubPr>
                      <m:e>
                        <m:r>
                          <a:rPr lang="en-US" altLang="ja-JP" b="1" i="1">
                            <a:latin typeface="Cambria Math" panose="02040503050406030204" pitchFamily="18" charset="0"/>
                          </a:rPr>
                          <m:t>𝟏</m:t>
                        </m:r>
                      </m:e>
                      <m:sub>
                        <m:r>
                          <a:rPr lang="en-US" altLang="ja-JP" i="1">
                            <a:latin typeface="Cambria Math" panose="02040503050406030204" pitchFamily="18" charset="0"/>
                          </a:rPr>
                          <m:t>12</m:t>
                        </m:r>
                      </m:sub>
                    </m:sSub>
                  </m:oMath>
                </a14:m>
                <a:r>
                  <a:rPr lang="en-US" altLang="ja-JP" dirty="0"/>
                  <a:t> </a:t>
                </a:r>
                <a:r>
                  <a:rPr lang="ja-JP" altLang="en-US" dirty="0"/>
                  <a:t>　</a:t>
                </a:r>
                <a:r>
                  <a:rPr lang="ja-JP" altLang="en-US" i="1" dirty="0"/>
                  <a:t>（</a:t>
                </a:r>
                <a14:m>
                  <m:oMath xmlns:m="http://schemas.openxmlformats.org/officeDocument/2006/math">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𝛼</m:t>
                        </m:r>
                      </m:e>
                      <m:sub>
                        <m:r>
                          <a:rPr lang="en-US" altLang="ja-JP" i="1" dirty="0">
                            <a:latin typeface="Cambria Math" panose="02040503050406030204" pitchFamily="18" charset="0"/>
                          </a:rPr>
                          <m:t>𝑛</m:t>
                        </m:r>
                      </m:sub>
                    </m:sSub>
                  </m:oMath>
                </a14:m>
                <a:r>
                  <a:rPr lang="ja-JP" altLang="en-US" i="1" dirty="0"/>
                  <a:t>：</a:t>
                </a:r>
                <a:r>
                  <a:rPr lang="en-US" altLang="ja-JP" i="1" dirty="0"/>
                  <a:t>n</a:t>
                </a:r>
                <a:r>
                  <a:rPr lang="ja-JP" altLang="en-US" i="1" dirty="0"/>
                  <a:t>月の定数、</a:t>
                </a:r>
                <a:r>
                  <a:rPr lang="en-US" altLang="ja-JP" i="1" dirty="0"/>
                  <a:t> </a:t>
                </a:r>
                <a14:m>
                  <m:oMath xmlns:m="http://schemas.openxmlformats.org/officeDocument/2006/math">
                    <m:sSub>
                      <m:sSubPr>
                        <m:ctrlPr>
                          <a:rPr lang="en-US" altLang="ja-JP" i="1">
                            <a:latin typeface="Cambria Math" panose="02040503050406030204" pitchFamily="18" charset="0"/>
                          </a:rPr>
                        </m:ctrlPr>
                      </m:sSubPr>
                      <m:e>
                        <m:r>
                          <a:rPr lang="en-US" altLang="ja-JP" b="1" i="1">
                            <a:latin typeface="Cambria Math" panose="02040503050406030204" pitchFamily="18" charset="0"/>
                          </a:rPr>
                          <m:t>𝟏</m:t>
                        </m:r>
                      </m:e>
                      <m:sub>
                        <m:r>
                          <a:rPr lang="en-US" altLang="ja-JP" i="1">
                            <a:latin typeface="Cambria Math" panose="02040503050406030204" pitchFamily="18" charset="0"/>
                          </a:rPr>
                          <m:t>𝑛</m:t>
                        </m:r>
                      </m:sub>
                    </m:sSub>
                  </m:oMath>
                </a14:m>
                <a:r>
                  <a:rPr lang="ja-JP" altLang="en-US" i="1" dirty="0"/>
                  <a:t>：</a:t>
                </a:r>
                <a:r>
                  <a:rPr lang="en-US" altLang="ja-JP" i="1" dirty="0"/>
                  <a:t>n</a:t>
                </a:r>
                <a:r>
                  <a:rPr lang="ja-JP" altLang="en-US" i="1" dirty="0"/>
                  <a:t>月は１、それ以外の月は０）</a:t>
                </a:r>
                <a:endParaRPr lang="en-US" altLang="ja-JP" dirty="0"/>
              </a:p>
              <a:p>
                <a:pPr lvl="1">
                  <a:lnSpc>
                    <a:spcPct val="150000"/>
                  </a:lnSpc>
                </a:pPr>
                <a:r>
                  <a:rPr lang="ja-JP" altLang="en-US" dirty="0"/>
                  <a:t>また、</a:t>
                </a:r>
                <a:r>
                  <a:rPr lang="en-US" altLang="ja-JP" dirty="0"/>
                  <a:t>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𝑡</m:t>
                        </m:r>
                      </m:sub>
                    </m:sSub>
                  </m:oMath>
                </a14:m>
                <a:r>
                  <a:rPr lang="en-US" altLang="ja-JP" dirty="0"/>
                  <a:t> </a:t>
                </a:r>
                <a:r>
                  <a:rPr lang="ja-JP" altLang="en-US" dirty="0"/>
                  <a:t>は日次平均対数スポット価格 </a:t>
                </a:r>
                <a14:m>
                  <m:oMath xmlns:m="http://schemas.openxmlformats.org/officeDocument/2006/math">
                    <m:r>
                      <a:rPr lang="en-US" altLang="ja-JP" i="1">
                        <a:latin typeface="Cambria Math" panose="02040503050406030204" pitchFamily="18" charset="0"/>
                      </a:rPr>
                      <m:t>𝑙𝑛</m:t>
                    </m:r>
                    <m:sSub>
                      <m:sSubPr>
                        <m:ctrlPr>
                          <a:rPr lang="en-US" altLang="ja-JP" i="1">
                            <a:latin typeface="Cambria Math" panose="02040503050406030204" pitchFamily="18" charset="0"/>
                          </a:rPr>
                        </m:ctrlPr>
                      </m:sSubPr>
                      <m:e>
                        <m:r>
                          <a:rPr lang="en-US" altLang="ja-JP" i="1">
                            <a:latin typeface="Cambria Math" panose="02040503050406030204" pitchFamily="18" charset="0"/>
                          </a:rPr>
                          <m:t>𝑃</m:t>
                        </m:r>
                      </m:e>
                      <m:sub>
                        <m:r>
                          <a:rPr lang="en-US" altLang="ja-JP" i="1">
                            <a:latin typeface="Cambria Math" panose="02040503050406030204" pitchFamily="18" charset="0"/>
                          </a:rPr>
                          <m:t>𝑡</m:t>
                        </m:r>
                      </m:sub>
                    </m:sSub>
                  </m:oMath>
                </a14:m>
                <a:r>
                  <a:rPr lang="ja-JP" altLang="en-US" dirty="0"/>
                  <a:t> から季節性の水準を除外した値とし</a:t>
                </a:r>
                <a:r>
                  <a:rPr lang="en-US" altLang="ja-JP" dirty="0"/>
                  <a:t>AR(1)</a:t>
                </a:r>
                <a:r>
                  <a:rPr lang="ja-JP" altLang="en-US" dirty="0"/>
                  <a:t>過程で以下の通り表現</a:t>
                </a:r>
                <a:endParaRPr lang="en-US" altLang="ja-JP" dirty="0"/>
              </a:p>
              <a:p>
                <a:pPr marL="457200" lvl="1" indent="0">
                  <a:lnSpc>
                    <a:spcPct val="150000"/>
                  </a:lnSpc>
                  <a:buNone/>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𝑡</m:t>
                          </m:r>
                        </m:sub>
                      </m:s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𝛽</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−1</m:t>
                          </m:r>
                        </m:sub>
                      </m:sSub>
                      <m:r>
                        <m:rPr>
                          <m:nor/>
                        </m:rPr>
                        <a:rPr kumimoji="1" lang="en-US" altLang="ja-JP" b="0" i="0" smtClean="0">
                          <a:latin typeface="Cambria Math" panose="02040503050406030204" pitchFamily="18" charset="0"/>
                        </a:rPr>
                        <m:t> + </m:t>
                      </m:r>
                      <m:sSub>
                        <m:sSubPr>
                          <m:ctrlPr>
                            <a:rPr kumimoji="1" lang="en-US" altLang="ja-JP" b="1" i="1" smtClean="0">
                              <a:solidFill>
                                <a:srgbClr val="FF0000"/>
                              </a:solidFill>
                              <a:latin typeface="Cambria Math" panose="02040503050406030204" pitchFamily="18" charset="0"/>
                            </a:rPr>
                          </m:ctrlPr>
                        </m:sSubPr>
                        <m:e>
                          <m:r>
                            <a:rPr kumimoji="1" lang="en-US" altLang="ja-JP" b="1" i="1" smtClean="0">
                              <a:solidFill>
                                <a:srgbClr val="FF0000"/>
                              </a:solidFill>
                              <a:latin typeface="Cambria Math" panose="02040503050406030204" pitchFamily="18" charset="0"/>
                            </a:rPr>
                            <m:t>𝝐</m:t>
                          </m:r>
                        </m:e>
                        <m:sub>
                          <m:r>
                            <a:rPr kumimoji="1" lang="en-US" altLang="ja-JP" b="1" i="1" smtClean="0">
                              <a:solidFill>
                                <a:srgbClr val="FF0000"/>
                              </a:solidFill>
                              <a:latin typeface="Cambria Math" panose="02040503050406030204" pitchFamily="18" charset="0"/>
                            </a:rPr>
                            <m:t>𝒕</m:t>
                          </m:r>
                        </m:sub>
                      </m:sSub>
                    </m:oMath>
                  </m:oMathPara>
                </a14:m>
                <a:endParaRPr kumimoji="1" lang="en-US" altLang="ja-JP" b="1" i="1" dirty="0">
                  <a:solidFill>
                    <a:srgbClr val="FF0000"/>
                  </a:solidFill>
                  <a:latin typeface="Cambria Math" panose="02040503050406030204" pitchFamily="18" charset="0"/>
                </a:endParaRPr>
              </a:p>
              <a:p>
                <a:pPr marL="457200" lvl="1" indent="0">
                  <a:lnSpc>
                    <a:spcPct val="150000"/>
                  </a:lnSpc>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𝛽</m:t>
                      </m:r>
                      <m:r>
                        <m:rPr>
                          <m:nor/>
                        </m:rPr>
                        <a:rPr lang="ja-JP" altLang="en-US" i="1" dirty="0"/>
                        <m:t>：１時点前の対数日次</m:t>
                      </m:r>
                      <m:r>
                        <a:rPr lang="ja-JP" altLang="en-US" i="1" dirty="0" smtClean="0">
                          <a:latin typeface="Cambria Math" panose="02040503050406030204" pitchFamily="18" charset="0"/>
                        </a:rPr>
                        <m:t>平均</m:t>
                      </m:r>
                      <m:r>
                        <m:rPr>
                          <m:nor/>
                        </m:rPr>
                        <a:rPr lang="ja-JP" altLang="en-US" i="1" dirty="0"/>
                        <m:t>スポット価格に対する係数（自己回帰係数）</m:t>
                      </m:r>
                      <m:r>
                        <m:rPr>
                          <m:nor/>
                        </m:rPr>
                        <a:rPr lang="en-US" altLang="ja-JP" b="0" i="1" dirty="0" smtClean="0"/>
                        <m:t>,</m:t>
                      </m:r>
                      <m:r>
                        <a:rPr lang="en-US" altLang="ja-JP" b="0" i="1" dirty="0" smtClean="0">
                          <a:latin typeface="Cambria Math" panose="02040503050406030204" pitchFamily="18" charset="0"/>
                        </a:rPr>
                        <m:t>   </m:t>
                      </m:r>
                      <m:sSub>
                        <m:sSubPr>
                          <m:ctrlPr>
                            <a:rPr lang="en-US" altLang="ja-JP" i="1" dirty="0">
                              <a:latin typeface="Cambria Math" panose="02040503050406030204" pitchFamily="18" charset="0"/>
                            </a:rPr>
                          </m:ctrlPr>
                        </m:sSubPr>
                        <m:e>
                          <m:r>
                            <m:rPr>
                              <m:sty m:val="p"/>
                            </m:rPr>
                            <a:rPr lang="en-US" altLang="ja-JP" i="1" dirty="0">
                              <a:latin typeface="Cambria Math" panose="02040503050406030204" pitchFamily="18" charset="0"/>
                            </a:rPr>
                            <m:t>ϵ</m:t>
                          </m:r>
                        </m:e>
                        <m:sub>
                          <m:r>
                            <a:rPr lang="en-US" altLang="ja-JP" i="1" dirty="0">
                              <a:latin typeface="Cambria Math" panose="02040503050406030204" pitchFamily="18" charset="0"/>
                            </a:rPr>
                            <m:t>𝑡</m:t>
                          </m:r>
                          <m:r>
                            <a:rPr lang="ja-JP" altLang="en-US" i="1" dirty="0" smtClean="0">
                              <a:latin typeface="Cambria Math" panose="02040503050406030204" pitchFamily="18" charset="0"/>
                            </a:rPr>
                            <m:t>：</m:t>
                          </m:r>
                        </m:sub>
                      </m:sSub>
                      <m:r>
                        <a:rPr lang="ja-JP" altLang="en-US" i="1" dirty="0" smtClean="0">
                          <a:latin typeface="Cambria Math" panose="02040503050406030204" pitchFamily="18" charset="0"/>
                        </a:rPr>
                        <m:t>誤差項</m:t>
                      </m:r>
                      <m:r>
                        <a:rPr lang="ja-JP" altLang="en-US" i="1" dirty="0">
                          <a:latin typeface="Cambria Math" panose="02040503050406030204" pitchFamily="18" charset="0"/>
                        </a:rPr>
                        <m:t>（</m:t>
                      </m:r>
                      <m:sSub>
                        <m:sSubPr>
                          <m:ctrlPr>
                            <a:rPr lang="en-US" altLang="ja-JP" i="1" dirty="0">
                              <a:latin typeface="Cambria Math" panose="02040503050406030204" pitchFamily="18" charset="0"/>
                            </a:rPr>
                          </m:ctrlPr>
                        </m:sSubPr>
                        <m:e>
                          <m:r>
                            <m:rPr>
                              <m:sty m:val="p"/>
                            </m:rPr>
                            <a:rPr lang="en-US" altLang="ja-JP" i="1" dirty="0">
                              <a:latin typeface="Cambria Math" panose="02040503050406030204" pitchFamily="18" charset="0"/>
                            </a:rPr>
                            <m:t>ϵ</m:t>
                          </m:r>
                        </m:e>
                        <m:sub>
                          <m:r>
                            <a:rPr lang="en-US" altLang="ja-JP" i="1" dirty="0">
                              <a:latin typeface="Cambria Math" panose="02040503050406030204" pitchFamily="18" charset="0"/>
                            </a:rPr>
                            <m:t>𝑡</m:t>
                          </m:r>
                        </m:sub>
                      </m:sSub>
                      <m:r>
                        <a:rPr lang="en-US" altLang="ja-JP" i="1" dirty="0">
                          <a:latin typeface="Cambria Math" panose="02040503050406030204" pitchFamily="18" charset="0"/>
                        </a:rPr>
                        <m:t> </m:t>
                      </m:r>
                      <m:r>
                        <a:rPr lang="ja-JP" altLang="en-US" i="1" dirty="0">
                          <a:latin typeface="Cambria Math" panose="02040503050406030204" pitchFamily="18" charset="0"/>
                        </a:rPr>
                        <m:t>～</m:t>
                      </m:r>
                      <m:r>
                        <m:rPr>
                          <m:sty m:val="p"/>
                        </m:rPr>
                        <a:rPr lang="en-US" altLang="ja-JP" i="1" dirty="0">
                          <a:latin typeface="Cambria Math" panose="02040503050406030204" pitchFamily="18" charset="0"/>
                        </a:rPr>
                        <m:t>N</m:t>
                      </m:r>
                      <m:r>
                        <m:rPr>
                          <m:nor/>
                        </m:rPr>
                        <a:rPr lang="en-US" altLang="ja-JP" i="1" dirty="0">
                          <a:latin typeface="Cambria Math" panose="02040503050406030204" pitchFamily="18" charset="0"/>
                        </a:rPr>
                        <m:t>(0,  </m:t>
                      </m:r>
                      <m:r>
                        <m:rPr>
                          <m:sty m:val="p"/>
                        </m:rPr>
                        <a:rPr lang="en-US" altLang="ja-JP" i="1" dirty="0">
                          <a:latin typeface="Cambria Math" panose="02040503050406030204" pitchFamily="18" charset="0"/>
                        </a:rPr>
                        <m:t>σ</m:t>
                      </m:r>
                      <m:r>
                        <m:rPr>
                          <m:nor/>
                        </m:rPr>
                        <a:rPr lang="en-US" altLang="ja-JP" i="1" dirty="0">
                          <a:latin typeface="Cambria Math" panose="02040503050406030204" pitchFamily="18" charset="0"/>
                        </a:rPr>
                        <m:t>)</m:t>
                      </m:r>
                      <m:r>
                        <a:rPr lang="ja-JP" altLang="en-US" i="1" dirty="0" smtClean="0">
                          <a:latin typeface="Cambria Math" panose="02040503050406030204" pitchFamily="18" charset="0"/>
                        </a:rPr>
                        <m:t>）</m:t>
                      </m:r>
                    </m:oMath>
                  </m:oMathPara>
                </a14:m>
                <a:endParaRPr lang="en-US" altLang="ja-JP" dirty="0"/>
              </a:p>
              <a:p>
                <a:pPr>
                  <a:lnSpc>
                    <a:spcPct val="150000"/>
                  </a:lnSpc>
                </a:pPr>
                <a:r>
                  <a:rPr lang="ja-JP" altLang="en-US" dirty="0"/>
                  <a:t>パラメータ推定</a:t>
                </a:r>
                <a:endParaRPr lang="en-US" altLang="ja-JP" dirty="0"/>
              </a:p>
              <a:p>
                <a:pPr lvl="1"/>
                <a:r>
                  <a:rPr lang="ja-JP" altLang="en-US" dirty="0"/>
                  <a:t>前述の通り定めた価格表現に対して、シミュレーションで利用するパラメータを以下の通り段階的に実施</a:t>
                </a:r>
                <a:endParaRPr lang="en-US" altLang="ja-JP" dirty="0"/>
              </a:p>
              <a:p>
                <a:pPr lvl="2"/>
                <a:r>
                  <a:rPr lang="ja-JP" altLang="en-US" dirty="0"/>
                  <a:t>ステップ１：　日次平均対数スポット価格 </a:t>
                </a:r>
                <a14:m>
                  <m:oMath xmlns:m="http://schemas.openxmlformats.org/officeDocument/2006/math">
                    <m:r>
                      <a:rPr lang="en-US" altLang="ja-JP" i="1">
                        <a:latin typeface="Cambria Math" panose="02040503050406030204" pitchFamily="18" charset="0"/>
                      </a:rPr>
                      <m:t>𝑙𝑛</m:t>
                    </m:r>
                    <m:sSub>
                      <m:sSubPr>
                        <m:ctrlPr>
                          <a:rPr lang="en-US" altLang="ja-JP" i="1">
                            <a:latin typeface="Cambria Math" panose="02040503050406030204" pitchFamily="18" charset="0"/>
                          </a:rPr>
                        </m:ctrlPr>
                      </m:sSubPr>
                      <m:e>
                        <m:r>
                          <a:rPr lang="en-US" altLang="ja-JP" i="1">
                            <a:latin typeface="Cambria Math" panose="02040503050406030204" pitchFamily="18" charset="0"/>
                          </a:rPr>
                          <m:t>𝑃</m:t>
                        </m:r>
                      </m:e>
                      <m:sub>
                        <m:r>
                          <a:rPr lang="en-US" altLang="ja-JP" i="1">
                            <a:latin typeface="Cambria Math" panose="02040503050406030204" pitchFamily="18" charset="0"/>
                          </a:rPr>
                          <m:t>𝑡</m:t>
                        </m:r>
                      </m:sub>
                    </m:sSub>
                  </m:oMath>
                </a14:m>
                <a:r>
                  <a:rPr lang="ja-JP" altLang="en-US" dirty="0"/>
                  <a:t> に対する季節性水準の推定</a:t>
                </a:r>
                <a:endParaRPr lang="en-US" altLang="ja-JP" dirty="0"/>
              </a:p>
              <a:p>
                <a:pPr lvl="3">
                  <a:buFont typeface="游ゴシック" panose="020B0400000000000000" pitchFamily="50" charset="-128"/>
                  <a:buChar char="­"/>
                </a:pPr>
                <a:r>
                  <a:rPr lang="ja-JP" altLang="en-US" dirty="0"/>
                  <a:t>季節性パラメータ</a:t>
                </a:r>
                <a14:m>
                  <m:oMath xmlns:m="http://schemas.openxmlformats.org/officeDocument/2006/math">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 </m:t>
                        </m:r>
                        <m:r>
                          <a:rPr lang="en-US" altLang="ja-JP" i="1">
                            <a:latin typeface="Cambria Math" panose="02040503050406030204" pitchFamily="18" charset="0"/>
                          </a:rPr>
                          <m:t>𝛼</m:t>
                        </m:r>
                      </m:e>
                      <m:sub>
                        <m:r>
                          <a:rPr lang="en-US" altLang="ja-JP" i="1">
                            <a:latin typeface="Cambria Math" panose="02040503050406030204" pitchFamily="18" charset="0"/>
                          </a:rPr>
                          <m:t>1</m:t>
                        </m:r>
                      </m:sub>
                    </m:sSub>
                    <m:r>
                      <a:rPr lang="en-US" altLang="ja-JP" i="1">
                        <a:latin typeface="Cambria Math" panose="02040503050406030204" pitchFamily="18" charset="0"/>
                      </a:rPr>
                      <m:t>, …, </m:t>
                    </m:r>
                    <m:sSub>
                      <m:sSubPr>
                        <m:ctrlPr>
                          <a:rPr lang="en-US" altLang="ja-JP" i="1">
                            <a:latin typeface="Cambria Math" panose="02040503050406030204" pitchFamily="18" charset="0"/>
                          </a:rPr>
                        </m:ctrlPr>
                      </m:sSubPr>
                      <m:e>
                        <m:r>
                          <a:rPr lang="en-US" altLang="ja-JP" i="1">
                            <a:latin typeface="Cambria Math" panose="02040503050406030204" pitchFamily="18" charset="0"/>
                          </a:rPr>
                          <m:t>𝛼</m:t>
                        </m:r>
                      </m:e>
                      <m:sub>
                        <m:r>
                          <a:rPr lang="en-US" altLang="ja-JP" i="1">
                            <a:latin typeface="Cambria Math" panose="02040503050406030204" pitchFamily="18" charset="0"/>
                          </a:rPr>
                          <m:t>12</m:t>
                        </m:r>
                      </m:sub>
                    </m:sSub>
                    <m:r>
                      <a:rPr lang="en-US" altLang="ja-JP" i="1">
                        <a:latin typeface="Cambria Math" panose="02040503050406030204" pitchFamily="18" charset="0"/>
                      </a:rPr>
                      <m:t> </m:t>
                    </m:r>
                  </m:oMath>
                </a14:m>
                <a:endParaRPr lang="en-US" altLang="ja-JP" dirty="0"/>
              </a:p>
              <a:p>
                <a:pPr marL="914400" lvl="2" indent="0">
                  <a:buNone/>
                </a:pPr>
                <a:endParaRPr lang="en-US" altLang="ja-JP" dirty="0"/>
              </a:p>
              <a:p>
                <a:pPr lvl="2"/>
                <a:r>
                  <a:rPr lang="ja-JP" altLang="en-US" dirty="0"/>
                  <a:t>ステップ２：　季節性水準を除外した系列データに対する</a:t>
                </a:r>
                <a:r>
                  <a:rPr lang="en-US" altLang="ja-JP" dirty="0"/>
                  <a:t>AR(1)</a:t>
                </a:r>
                <a:r>
                  <a:rPr lang="ja-JP" altLang="en-US" dirty="0"/>
                  <a:t>パラメータの推定</a:t>
                </a:r>
                <a:endParaRPr lang="en-US" altLang="ja-JP" dirty="0"/>
              </a:p>
              <a:p>
                <a:pPr lvl="3">
                  <a:buFont typeface="游ゴシック" panose="020B0400000000000000" pitchFamily="50" charset="-128"/>
                  <a:buChar char="­"/>
                </a:pPr>
                <a:r>
                  <a:rPr lang="ja-JP" altLang="en-US" dirty="0"/>
                  <a:t>自己回帰係数 </a:t>
                </a:r>
                <a14:m>
                  <m:oMath xmlns:m="http://schemas.openxmlformats.org/officeDocument/2006/math">
                    <m:r>
                      <a:rPr lang="en-US" altLang="ja-JP" i="1">
                        <a:latin typeface="Cambria Math" panose="02040503050406030204" pitchFamily="18" charset="0"/>
                      </a:rPr>
                      <m:t>𝛽</m:t>
                    </m:r>
                    <m:r>
                      <a:rPr lang="en-US" altLang="ja-JP" i="1">
                        <a:latin typeface="Cambria Math" panose="02040503050406030204" pitchFamily="18" charset="0"/>
                      </a:rPr>
                      <m:t> </m:t>
                    </m:r>
                  </m:oMath>
                </a14:m>
                <a:endParaRPr lang="en-US" altLang="ja-JP" dirty="0"/>
              </a:p>
              <a:p>
                <a:pPr lvl="3">
                  <a:buFont typeface="游ゴシック" panose="020B0400000000000000" pitchFamily="50" charset="-128"/>
                  <a:buChar char="­"/>
                </a:pPr>
                <a:r>
                  <a:rPr lang="ja-JP" altLang="en-US" dirty="0"/>
                  <a:t>誤差項の標準偏差</a:t>
                </a:r>
                <a14:m>
                  <m:oMath xmlns:m="http://schemas.openxmlformats.org/officeDocument/2006/math">
                    <m:r>
                      <a:rPr lang="en-US" altLang="ja-JP" i="1">
                        <a:latin typeface="Cambria Math" panose="02040503050406030204" pitchFamily="18" charset="0"/>
                      </a:rPr>
                      <m:t>𝜎</m:t>
                    </m:r>
                  </m:oMath>
                </a14:m>
                <a:endParaRPr lang="en-US" altLang="ja-JP" dirty="0"/>
              </a:p>
            </p:txBody>
          </p:sp>
        </mc:Choice>
        <mc:Fallback>
          <p:sp>
            <p:nvSpPr>
              <p:cNvPr id="3" name="コンテンツ プレースホルダー 2">
                <a:extLst>
                  <a:ext uri="{FF2B5EF4-FFF2-40B4-BE49-F238E27FC236}">
                    <a16:creationId xmlns:a16="http://schemas.microsoft.com/office/drawing/2014/main" id="{F8D7B1DE-7B14-E898-4720-C2FDA57B9CB3}"/>
                  </a:ext>
                </a:extLst>
              </p:cNvPr>
              <p:cNvSpPr>
                <a:spLocks noGrp="1" noRot="1" noChangeAspect="1" noMove="1" noResize="1" noEditPoints="1" noAdjustHandles="1" noChangeArrowheads="1" noChangeShapeType="1" noTextEdit="1"/>
              </p:cNvSpPr>
              <p:nvPr>
                <p:ph idx="1"/>
              </p:nvPr>
            </p:nvSpPr>
            <p:spPr>
              <a:xfrm>
                <a:off x="331773" y="1035781"/>
                <a:ext cx="11531151" cy="5693493"/>
              </a:xfrm>
              <a:blipFill>
                <a:blip r:embed="rId3"/>
                <a:stretch>
                  <a:fillRect l="-53" b="-321"/>
                </a:stretch>
              </a:blipFill>
            </p:spPr>
            <p:txBody>
              <a:bodyPr/>
              <a:lstStyle/>
              <a:p>
                <a:r>
                  <a:rPr lang="ja-JP" altLang="en-US">
                    <a:noFill/>
                  </a:rPr>
                  <a:t> </a:t>
                </a:r>
              </a:p>
            </p:txBody>
          </p:sp>
        </mc:Fallback>
      </mc:AlternateContent>
      <p:sp>
        <p:nvSpPr>
          <p:cNvPr id="4" name="正方形/長方形 3">
            <a:extLst>
              <a:ext uri="{FF2B5EF4-FFF2-40B4-BE49-F238E27FC236}">
                <a16:creationId xmlns:a16="http://schemas.microsoft.com/office/drawing/2014/main" id="{D6C69561-F218-BD0F-4E1F-0B20722C6887}"/>
              </a:ext>
            </a:extLst>
          </p:cNvPr>
          <p:cNvSpPr/>
          <p:nvPr/>
        </p:nvSpPr>
        <p:spPr>
          <a:xfrm>
            <a:off x="7510508" y="128726"/>
            <a:ext cx="3320248" cy="12606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実測度である旨</a:t>
            </a:r>
          </a:p>
        </p:txBody>
      </p:sp>
    </p:spTree>
    <p:extLst>
      <p:ext uri="{BB962C8B-B14F-4D97-AF65-F5344CB8AC3E}">
        <p14:creationId xmlns:p14="http://schemas.microsoft.com/office/powerpoint/2010/main" val="2463332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四角形: 角を丸くする 32">
            <a:extLst>
              <a:ext uri="{FF2B5EF4-FFF2-40B4-BE49-F238E27FC236}">
                <a16:creationId xmlns:a16="http://schemas.microsoft.com/office/drawing/2014/main" id="{FB785A74-19F9-2959-5D7C-3727F11BF257}"/>
              </a:ext>
            </a:extLst>
          </p:cNvPr>
          <p:cNvSpPr/>
          <p:nvPr/>
        </p:nvSpPr>
        <p:spPr>
          <a:xfrm>
            <a:off x="1264920" y="4509946"/>
            <a:ext cx="3960000" cy="1980000"/>
          </a:xfrm>
          <a:prstGeom prst="roundRect">
            <a:avLst>
              <a:gd name="adj" fmla="val 0"/>
            </a:avLst>
          </a:prstGeom>
          <a:solidFill>
            <a:schemeClr val="tx2">
              <a:lumMod val="10000"/>
              <a:lumOff val="9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4" name="表 33">
            <a:extLst>
              <a:ext uri="{FF2B5EF4-FFF2-40B4-BE49-F238E27FC236}">
                <a16:creationId xmlns:a16="http://schemas.microsoft.com/office/drawing/2014/main" id="{67ACBF48-7233-40BB-AF81-27801E7AFB58}"/>
              </a:ext>
            </a:extLst>
          </p:cNvPr>
          <p:cNvGraphicFramePr>
            <a:graphicFrameLocks noGrp="1"/>
          </p:cNvGraphicFramePr>
          <p:nvPr>
            <p:extLst>
              <p:ext uri="{D42A27DB-BD31-4B8C-83A1-F6EECF244321}">
                <p14:modId xmlns:p14="http://schemas.microsoft.com/office/powerpoint/2010/main" val="1578708812"/>
              </p:ext>
            </p:extLst>
          </p:nvPr>
        </p:nvGraphicFramePr>
        <p:xfrm>
          <a:off x="2008798" y="5178188"/>
          <a:ext cx="3039430" cy="969600"/>
        </p:xfrm>
        <a:graphic>
          <a:graphicData uri="http://schemas.openxmlformats.org/drawingml/2006/table">
            <a:tbl>
              <a:tblPr firstRow="1" bandRow="1"/>
              <a:tblGrid>
                <a:gridCol w="607886">
                  <a:extLst>
                    <a:ext uri="{9D8B030D-6E8A-4147-A177-3AD203B41FA5}">
                      <a16:colId xmlns:a16="http://schemas.microsoft.com/office/drawing/2014/main" val="1187811139"/>
                    </a:ext>
                  </a:extLst>
                </a:gridCol>
                <a:gridCol w="607886">
                  <a:extLst>
                    <a:ext uri="{9D8B030D-6E8A-4147-A177-3AD203B41FA5}">
                      <a16:colId xmlns:a16="http://schemas.microsoft.com/office/drawing/2014/main" val="3112399208"/>
                    </a:ext>
                  </a:extLst>
                </a:gridCol>
                <a:gridCol w="607886">
                  <a:extLst>
                    <a:ext uri="{9D8B030D-6E8A-4147-A177-3AD203B41FA5}">
                      <a16:colId xmlns:a16="http://schemas.microsoft.com/office/drawing/2014/main" val="3155337200"/>
                    </a:ext>
                  </a:extLst>
                </a:gridCol>
                <a:gridCol w="607886">
                  <a:extLst>
                    <a:ext uri="{9D8B030D-6E8A-4147-A177-3AD203B41FA5}">
                      <a16:colId xmlns:a16="http://schemas.microsoft.com/office/drawing/2014/main" val="248395190"/>
                    </a:ext>
                  </a:extLst>
                </a:gridCol>
                <a:gridCol w="607886">
                  <a:extLst>
                    <a:ext uri="{9D8B030D-6E8A-4147-A177-3AD203B41FA5}">
                      <a16:colId xmlns:a16="http://schemas.microsoft.com/office/drawing/2014/main" val="3724946390"/>
                    </a:ext>
                  </a:extLst>
                </a:gridCol>
              </a:tblGrid>
              <a:tr h="125413">
                <a:tc>
                  <a:txBody>
                    <a:bodyPr/>
                    <a:lstStyle/>
                    <a:p>
                      <a:pPr algn="ctr"/>
                      <a:r>
                        <a:rPr kumimoji="1" lang="ja-JP" altLang="en-US" sz="800" dirty="0">
                          <a:solidFill>
                            <a:schemeClr val="bg1"/>
                          </a:solidFill>
                        </a:rPr>
                        <a:t>過去日付</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コマ別価格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日次平均</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倍率</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25413">
                <a:tc>
                  <a:txBody>
                    <a:bodyPr/>
                    <a:lstStyle/>
                    <a:p>
                      <a:pPr algn="ctr"/>
                      <a:r>
                        <a:rPr kumimoji="1" lang="en-US" altLang="ja-JP" sz="800" dirty="0"/>
                        <a:t>2024/4/30</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11.23</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12.20</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0.92</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800" dirty="0"/>
                        <a:t>2024/4/30</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2</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10.67</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12.20</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0.87</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25413">
                <a:tc>
                  <a:txBody>
                    <a:bodyPr/>
                    <a:lstStyle/>
                    <a:p>
                      <a:pPr algn="ctr"/>
                      <a:r>
                        <a:rPr kumimoji="1" lang="en-US" altLang="ja-JP" sz="800" dirty="0"/>
                        <a:t>2024/4/30</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48</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10.24</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12.20</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0.84</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bl>
          </a:graphicData>
        </a:graphic>
      </p:graphicFrame>
      <p:sp>
        <p:nvSpPr>
          <p:cNvPr id="35" name="正方形/長方形 34">
            <a:extLst>
              <a:ext uri="{FF2B5EF4-FFF2-40B4-BE49-F238E27FC236}">
                <a16:creationId xmlns:a16="http://schemas.microsoft.com/office/drawing/2014/main" id="{A578853F-49BB-2A96-8643-50C9172215A3}"/>
              </a:ext>
            </a:extLst>
          </p:cNvPr>
          <p:cNvSpPr/>
          <p:nvPr/>
        </p:nvSpPr>
        <p:spPr>
          <a:xfrm>
            <a:off x="4424340" y="5143400"/>
            <a:ext cx="656274" cy="103086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6" name="直線コネクタ 35">
            <a:extLst>
              <a:ext uri="{FF2B5EF4-FFF2-40B4-BE49-F238E27FC236}">
                <a16:creationId xmlns:a16="http://schemas.microsoft.com/office/drawing/2014/main" id="{847D46C3-F8D7-0A06-EC25-77CF0DCDF1C3}"/>
              </a:ext>
            </a:extLst>
          </p:cNvPr>
          <p:cNvCxnSpPr>
            <a:cxnSpLocks/>
          </p:cNvCxnSpPr>
          <p:nvPr/>
        </p:nvCxnSpPr>
        <p:spPr>
          <a:xfrm>
            <a:off x="1713827" y="5914194"/>
            <a:ext cx="205740" cy="156718"/>
          </a:xfrm>
          <a:prstGeom prst="line">
            <a:avLst/>
          </a:prstGeom>
          <a:ln w="53975" cap="rnd">
            <a:prstDash val="sysDot"/>
            <a:round/>
          </a:ln>
        </p:spPr>
        <p:style>
          <a:lnRef idx="2">
            <a:schemeClr val="accent1"/>
          </a:lnRef>
          <a:fillRef idx="0">
            <a:schemeClr val="accent1"/>
          </a:fillRef>
          <a:effectRef idx="1">
            <a:schemeClr val="accent1"/>
          </a:effectRef>
          <a:fontRef idx="minor">
            <a:schemeClr val="tx1"/>
          </a:fontRef>
        </p:style>
      </p:cxnSp>
      <p:sp>
        <p:nvSpPr>
          <p:cNvPr id="32" name="四角形: 角を丸くする 31">
            <a:extLst>
              <a:ext uri="{FF2B5EF4-FFF2-40B4-BE49-F238E27FC236}">
                <a16:creationId xmlns:a16="http://schemas.microsoft.com/office/drawing/2014/main" id="{AE6D7AC6-9E99-E69F-8C02-D68A850CD67F}"/>
              </a:ext>
            </a:extLst>
          </p:cNvPr>
          <p:cNvSpPr/>
          <p:nvPr/>
        </p:nvSpPr>
        <p:spPr>
          <a:xfrm>
            <a:off x="213360" y="3488866"/>
            <a:ext cx="3960000" cy="2159370"/>
          </a:xfrm>
          <a:prstGeom prst="roundRect">
            <a:avLst>
              <a:gd name="adj" fmla="val 0"/>
            </a:avLst>
          </a:prstGeom>
          <a:solidFill>
            <a:schemeClr val="tx2">
              <a:lumMod val="10000"/>
              <a:lumOff val="9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D67F2378-FA25-68C2-5EDC-402157ABC795}"/>
              </a:ext>
            </a:extLst>
          </p:cNvPr>
          <p:cNvSpPr>
            <a:spLocks noGrp="1"/>
          </p:cNvSpPr>
          <p:nvPr>
            <p:ph type="title"/>
          </p:nvPr>
        </p:nvSpPr>
        <p:spPr/>
        <p:txBody>
          <a:bodyPr/>
          <a:lstStyle/>
          <a:p>
            <a:r>
              <a:rPr lang="ja-JP" altLang="en-US" dirty="0"/>
              <a:t>予測</a:t>
            </a:r>
            <a:r>
              <a:rPr kumimoji="1" lang="ja-JP" altLang="en-US" dirty="0"/>
              <a:t>日次平均スポット価格からコマ別</a:t>
            </a:r>
            <a:r>
              <a:rPr lang="ja-JP" altLang="en-US" dirty="0"/>
              <a:t>予測</a:t>
            </a:r>
            <a:r>
              <a:rPr kumimoji="1" lang="ja-JP" altLang="en-US" dirty="0"/>
              <a:t>価格への調整</a:t>
            </a:r>
          </a:p>
        </p:txBody>
      </p:sp>
      <p:sp>
        <p:nvSpPr>
          <p:cNvPr id="3" name="コンテンツ プレースホルダー 2">
            <a:extLst>
              <a:ext uri="{FF2B5EF4-FFF2-40B4-BE49-F238E27FC236}">
                <a16:creationId xmlns:a16="http://schemas.microsoft.com/office/drawing/2014/main" id="{24DB3599-35AD-E6BA-27EB-DA698C0B77BD}"/>
              </a:ext>
            </a:extLst>
          </p:cNvPr>
          <p:cNvSpPr>
            <a:spLocks noGrp="1"/>
          </p:cNvSpPr>
          <p:nvPr>
            <p:ph idx="1"/>
          </p:nvPr>
        </p:nvSpPr>
        <p:spPr>
          <a:xfrm>
            <a:off x="331773" y="1044660"/>
            <a:ext cx="11531151" cy="1795147"/>
          </a:xfrm>
        </p:spPr>
        <p:txBody>
          <a:bodyPr>
            <a:normAutofit/>
          </a:bodyPr>
          <a:lstStyle/>
          <a:p>
            <a:pPr marL="0" indent="0">
              <a:buNone/>
            </a:pPr>
            <a:r>
              <a:rPr kumimoji="1" lang="ja-JP" altLang="en-US" dirty="0"/>
              <a:t>時系列モデル（</a:t>
            </a:r>
            <a:r>
              <a:rPr kumimoji="1" lang="en-US" altLang="ja-JP" dirty="0"/>
              <a:t>AR(1)</a:t>
            </a:r>
            <a:r>
              <a:rPr kumimoji="1" lang="ja-JP" altLang="en-US" dirty="0"/>
              <a:t>過程）を用いて予測した日次対数スポット価格の系列から、日次平均スポット価格の予測までは前述の通り。ここでは算出した日次平均スポット価格からコマ別の価格への調整について記述する。</a:t>
            </a:r>
            <a:endParaRPr kumimoji="1" lang="en-US" altLang="ja-JP" dirty="0"/>
          </a:p>
          <a:p>
            <a:r>
              <a:rPr kumimoji="1" lang="ja-JP" altLang="en-US" dirty="0"/>
              <a:t>電力価格の１日における時刻変動パターンを反映させたい。</a:t>
            </a:r>
            <a:endParaRPr kumimoji="1" lang="en-US" altLang="ja-JP" dirty="0"/>
          </a:p>
          <a:p>
            <a:r>
              <a:rPr lang="ja-JP" altLang="en-US" dirty="0"/>
              <a:t>１日うちの変動パターンは季節によっても変化することから、過去の観測値における同月の１日の変動を反映しコマ別の予測価格とする。</a:t>
            </a:r>
            <a:endParaRPr kumimoji="1" lang="en-US" altLang="ja-JP" dirty="0"/>
          </a:p>
          <a:p>
            <a:r>
              <a:rPr lang="ja-JP" altLang="en-US" dirty="0"/>
              <a:t>具体的には、学習に用いた過去</a:t>
            </a:r>
            <a:r>
              <a:rPr kumimoji="1" lang="ja-JP" altLang="en-US" dirty="0"/>
              <a:t>の観測データについて、同月の日次平均スポット価格に対する各コマ価格の倍率を計算しその値を利用する。</a:t>
            </a:r>
            <a:endParaRPr kumimoji="1" lang="en-US" altLang="ja-JP" dirty="0"/>
          </a:p>
          <a:p>
            <a:r>
              <a:rPr kumimoji="1" lang="ja-JP" altLang="en-US" dirty="0">
                <a:solidFill>
                  <a:srgbClr val="FF0000"/>
                </a:solidFill>
              </a:rPr>
              <a:t>過去の同月のコマ別</a:t>
            </a:r>
            <a:r>
              <a:rPr lang="ja-JP" altLang="en-US" dirty="0">
                <a:solidFill>
                  <a:srgbClr val="FF0000"/>
                </a:solidFill>
              </a:rPr>
              <a:t>倍率（各コマの価格</a:t>
            </a:r>
            <a:r>
              <a:rPr lang="en-US" altLang="ja-JP" dirty="0">
                <a:solidFill>
                  <a:srgbClr val="FF0000"/>
                </a:solidFill>
              </a:rPr>
              <a:t>÷</a:t>
            </a:r>
            <a:r>
              <a:rPr kumimoji="1" lang="en-US" altLang="ja-JP" dirty="0">
                <a:solidFill>
                  <a:srgbClr val="FF0000"/>
                </a:solidFill>
              </a:rPr>
              <a:t>1</a:t>
            </a:r>
            <a:r>
              <a:rPr kumimoji="1" lang="ja-JP" altLang="en-US" dirty="0">
                <a:solidFill>
                  <a:srgbClr val="FF0000"/>
                </a:solidFill>
              </a:rPr>
              <a:t>日の平均価格）を日ごとに求め、</a:t>
            </a:r>
            <a:endParaRPr kumimoji="1" lang="en-US" altLang="ja-JP" dirty="0">
              <a:solidFill>
                <a:srgbClr val="FF0000"/>
              </a:solidFill>
            </a:endParaRPr>
          </a:p>
        </p:txBody>
      </p:sp>
      <p:cxnSp>
        <p:nvCxnSpPr>
          <p:cNvPr id="13" name="直線コネクタ 12">
            <a:extLst>
              <a:ext uri="{FF2B5EF4-FFF2-40B4-BE49-F238E27FC236}">
                <a16:creationId xmlns:a16="http://schemas.microsoft.com/office/drawing/2014/main" id="{CDE9F9EA-027A-68EE-B159-34FB4970FB84}"/>
              </a:ext>
            </a:extLst>
          </p:cNvPr>
          <p:cNvCxnSpPr>
            <a:cxnSpLocks/>
          </p:cNvCxnSpPr>
          <p:nvPr/>
        </p:nvCxnSpPr>
        <p:spPr>
          <a:xfrm>
            <a:off x="769620" y="4978386"/>
            <a:ext cx="205740" cy="156718"/>
          </a:xfrm>
          <a:prstGeom prst="line">
            <a:avLst/>
          </a:prstGeom>
          <a:ln w="53975" cap="rnd">
            <a:prstDash val="sysDot"/>
            <a:round/>
          </a:ln>
        </p:spPr>
        <p:style>
          <a:lnRef idx="2">
            <a:schemeClr val="accent1"/>
          </a:lnRef>
          <a:fillRef idx="0">
            <a:schemeClr val="accent1"/>
          </a:fillRef>
          <a:effectRef idx="1">
            <a:schemeClr val="accent1"/>
          </a:effectRef>
          <a:fontRef idx="minor">
            <a:schemeClr val="tx1"/>
          </a:fontRef>
        </p:style>
      </p:cxnSp>
      <p:graphicFrame>
        <p:nvGraphicFramePr>
          <p:cNvPr id="20" name="表 19">
            <a:extLst>
              <a:ext uri="{FF2B5EF4-FFF2-40B4-BE49-F238E27FC236}">
                <a16:creationId xmlns:a16="http://schemas.microsoft.com/office/drawing/2014/main" id="{6BB3BBAD-329D-39F6-DF98-0DE33693E994}"/>
              </a:ext>
            </a:extLst>
          </p:cNvPr>
          <p:cNvGraphicFramePr>
            <a:graphicFrameLocks noGrp="1"/>
          </p:cNvGraphicFramePr>
          <p:nvPr>
            <p:extLst>
              <p:ext uri="{D42A27DB-BD31-4B8C-83A1-F6EECF244321}">
                <p14:modId xmlns:p14="http://schemas.microsoft.com/office/powerpoint/2010/main" val="29988058"/>
              </p:ext>
            </p:extLst>
          </p:nvPr>
        </p:nvGraphicFramePr>
        <p:xfrm>
          <a:off x="7667959" y="5114822"/>
          <a:ext cx="4130042" cy="1479360"/>
        </p:xfrm>
        <a:graphic>
          <a:graphicData uri="http://schemas.openxmlformats.org/drawingml/2006/table">
            <a:tbl>
              <a:tblPr firstRow="1" bandRow="1"/>
              <a:tblGrid>
                <a:gridCol w="590006">
                  <a:extLst>
                    <a:ext uri="{9D8B030D-6E8A-4147-A177-3AD203B41FA5}">
                      <a16:colId xmlns:a16="http://schemas.microsoft.com/office/drawing/2014/main" val="1187811139"/>
                    </a:ext>
                  </a:extLst>
                </a:gridCol>
                <a:gridCol w="590006">
                  <a:extLst>
                    <a:ext uri="{9D8B030D-6E8A-4147-A177-3AD203B41FA5}">
                      <a16:colId xmlns:a16="http://schemas.microsoft.com/office/drawing/2014/main" val="3155337200"/>
                    </a:ext>
                  </a:extLst>
                </a:gridCol>
                <a:gridCol w="590006">
                  <a:extLst>
                    <a:ext uri="{9D8B030D-6E8A-4147-A177-3AD203B41FA5}">
                      <a16:colId xmlns:a16="http://schemas.microsoft.com/office/drawing/2014/main" val="248395190"/>
                    </a:ext>
                  </a:extLst>
                </a:gridCol>
                <a:gridCol w="590006">
                  <a:extLst>
                    <a:ext uri="{9D8B030D-6E8A-4147-A177-3AD203B41FA5}">
                      <a16:colId xmlns:a16="http://schemas.microsoft.com/office/drawing/2014/main" val="3724946390"/>
                    </a:ext>
                  </a:extLst>
                </a:gridCol>
                <a:gridCol w="590006">
                  <a:extLst>
                    <a:ext uri="{9D8B030D-6E8A-4147-A177-3AD203B41FA5}">
                      <a16:colId xmlns:a16="http://schemas.microsoft.com/office/drawing/2014/main" val="1629234053"/>
                    </a:ext>
                  </a:extLst>
                </a:gridCol>
                <a:gridCol w="590006">
                  <a:extLst>
                    <a:ext uri="{9D8B030D-6E8A-4147-A177-3AD203B41FA5}">
                      <a16:colId xmlns:a16="http://schemas.microsoft.com/office/drawing/2014/main" val="2295633697"/>
                    </a:ext>
                  </a:extLst>
                </a:gridCol>
                <a:gridCol w="590006">
                  <a:extLst>
                    <a:ext uri="{9D8B030D-6E8A-4147-A177-3AD203B41FA5}">
                      <a16:colId xmlns:a16="http://schemas.microsoft.com/office/drawing/2014/main" val="203250672"/>
                    </a:ext>
                  </a:extLst>
                </a:gridCol>
              </a:tblGrid>
              <a:tr h="125413">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適用コマ別比率日付</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予測</a:t>
                      </a:r>
                      <a:endParaRPr kumimoji="1" lang="en-US" altLang="ja-JP" sz="800" dirty="0">
                        <a:solidFill>
                          <a:schemeClr val="bg1"/>
                        </a:solidFill>
                      </a:endParaRPr>
                    </a:p>
                    <a:p>
                      <a:pPr algn="ctr"/>
                      <a:r>
                        <a:rPr kumimoji="1" lang="ja-JP" altLang="en-US" sz="800" dirty="0">
                          <a:solidFill>
                            <a:schemeClr val="bg1"/>
                          </a:solidFill>
                        </a:rPr>
                        <a:t>日次平均</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コマ１</a:t>
                      </a:r>
                      <a:endParaRPr kumimoji="1" lang="en-US" altLang="ja-JP" sz="800" dirty="0">
                        <a:solidFill>
                          <a:schemeClr val="bg1"/>
                        </a:solidFill>
                      </a:endParaRPr>
                    </a:p>
                    <a:p>
                      <a:pPr algn="ctr"/>
                      <a:r>
                        <a:rPr kumimoji="1" lang="ja-JP" altLang="en-US" sz="8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コマ２</a:t>
                      </a:r>
                      <a:endParaRPr kumimoji="1" lang="en-US" altLang="ja-JP" sz="800" dirty="0">
                        <a:solidFill>
                          <a:schemeClr val="bg1"/>
                        </a:solidFill>
                      </a:endParaRPr>
                    </a:p>
                    <a:p>
                      <a:pPr algn="ctr"/>
                      <a:r>
                        <a:rPr kumimoji="1" lang="ja-JP" altLang="en-US" sz="8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25413">
                <a:tc>
                  <a:txBody>
                    <a:bodyPr/>
                    <a:lstStyle/>
                    <a:p>
                      <a:pPr algn="ctr"/>
                      <a:r>
                        <a:rPr kumimoji="1" lang="en-US" altLang="ja-JP" sz="800" dirty="0"/>
                        <a:t>2026/4/1</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2023/4/15</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9.22</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8.97</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9.19</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7.63</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800" dirty="0"/>
                        <a:t>2026/4/2</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2024/4/30</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10.78</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9.93</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9.43</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9.05</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25413">
                <a:tc>
                  <a:txBody>
                    <a:bodyPr/>
                    <a:lstStyle/>
                    <a:p>
                      <a:pPr algn="ctr"/>
                      <a:r>
                        <a:rPr kumimoji="1" lang="en-US" altLang="ja-JP" sz="800" dirty="0"/>
                        <a:t>2026/4/31</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2023/4/1</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13.01</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21.67</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20.65</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20.86</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25413">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25413">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bl>
          </a:graphicData>
        </a:graphic>
      </p:graphicFrame>
      <p:sp>
        <p:nvSpPr>
          <p:cNvPr id="22" name="正方形/長方形 21">
            <a:extLst>
              <a:ext uri="{FF2B5EF4-FFF2-40B4-BE49-F238E27FC236}">
                <a16:creationId xmlns:a16="http://schemas.microsoft.com/office/drawing/2014/main" id="{0D750DE6-5AB1-C091-8D45-A12996D1C4A2}"/>
              </a:ext>
            </a:extLst>
          </p:cNvPr>
          <p:cNvSpPr/>
          <p:nvPr/>
        </p:nvSpPr>
        <p:spPr>
          <a:xfrm>
            <a:off x="9420083" y="5610242"/>
            <a:ext cx="2393158" cy="208186"/>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CE483497-7ECC-146A-8145-3585B1D832C9}"/>
              </a:ext>
            </a:extLst>
          </p:cNvPr>
          <p:cNvSpPr/>
          <p:nvPr/>
        </p:nvSpPr>
        <p:spPr>
          <a:xfrm>
            <a:off x="8220757" y="5071396"/>
            <a:ext cx="656274" cy="1578334"/>
          </a:xfrm>
          <a:prstGeom prst="rect">
            <a:avLst/>
          </a:prstGeom>
          <a:noFill/>
          <a:ln>
            <a:solidFill>
              <a:schemeClr val="tx1">
                <a:lumMod val="50000"/>
                <a:lumOff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B4C6BCE0-09CC-83E4-A0AA-41056EE6F7DD}"/>
              </a:ext>
            </a:extLst>
          </p:cNvPr>
          <p:cNvSpPr txBox="1"/>
          <p:nvPr/>
        </p:nvSpPr>
        <p:spPr>
          <a:xfrm>
            <a:off x="2810650" y="5384477"/>
            <a:ext cx="1378903" cy="276999"/>
          </a:xfrm>
          <a:prstGeom prst="rect">
            <a:avLst/>
          </a:prstGeom>
          <a:solidFill>
            <a:schemeClr val="bg1">
              <a:lumMod val="50000"/>
            </a:schemeClr>
          </a:solidFill>
        </p:spPr>
        <p:txBody>
          <a:bodyPr wrap="none" rtlCol="0">
            <a:spAutoFit/>
          </a:bodyPr>
          <a:lstStyle/>
          <a:p>
            <a:pPr algn="ctr"/>
            <a:r>
              <a:rPr lang="en-US" altLang="ja-JP" sz="1200" dirty="0">
                <a:solidFill>
                  <a:schemeClr val="bg1"/>
                </a:solidFill>
              </a:rPr>
              <a:t>2023</a:t>
            </a:r>
            <a:r>
              <a:rPr lang="ja-JP" altLang="en-US" sz="1200" dirty="0">
                <a:solidFill>
                  <a:schemeClr val="bg1"/>
                </a:solidFill>
              </a:rPr>
              <a:t>年</a:t>
            </a:r>
            <a:r>
              <a:rPr lang="en-US" altLang="ja-JP" sz="1200" dirty="0">
                <a:solidFill>
                  <a:schemeClr val="bg1"/>
                </a:solidFill>
              </a:rPr>
              <a:t>4</a:t>
            </a:r>
            <a:r>
              <a:rPr lang="ja-JP" altLang="en-US" sz="1200" dirty="0">
                <a:solidFill>
                  <a:schemeClr val="bg1"/>
                </a:solidFill>
              </a:rPr>
              <a:t>月データ</a:t>
            </a:r>
            <a:endParaRPr kumimoji="1" lang="ja-JP" altLang="en-US" sz="1200" dirty="0">
              <a:solidFill>
                <a:schemeClr val="bg1"/>
              </a:solidFill>
            </a:endParaRPr>
          </a:p>
        </p:txBody>
      </p:sp>
      <p:sp>
        <p:nvSpPr>
          <p:cNvPr id="39" name="テキスト ボックス 38">
            <a:extLst>
              <a:ext uri="{FF2B5EF4-FFF2-40B4-BE49-F238E27FC236}">
                <a16:creationId xmlns:a16="http://schemas.microsoft.com/office/drawing/2014/main" id="{7AD31782-325B-F9BE-EF07-57A023A9E0B0}"/>
              </a:ext>
            </a:extLst>
          </p:cNvPr>
          <p:cNvSpPr txBox="1"/>
          <p:nvPr/>
        </p:nvSpPr>
        <p:spPr>
          <a:xfrm>
            <a:off x="3858856" y="6214766"/>
            <a:ext cx="1378903" cy="276999"/>
          </a:xfrm>
          <a:prstGeom prst="rect">
            <a:avLst/>
          </a:prstGeom>
          <a:solidFill>
            <a:schemeClr val="bg1">
              <a:lumMod val="50000"/>
            </a:schemeClr>
          </a:solidFill>
        </p:spPr>
        <p:txBody>
          <a:bodyPr wrap="none" rtlCol="0">
            <a:spAutoFit/>
          </a:bodyPr>
          <a:lstStyle/>
          <a:p>
            <a:pPr algn="ctr"/>
            <a:r>
              <a:rPr lang="en-US" altLang="ja-JP" sz="1200" dirty="0">
                <a:solidFill>
                  <a:schemeClr val="bg1"/>
                </a:solidFill>
              </a:rPr>
              <a:t>2024</a:t>
            </a:r>
            <a:r>
              <a:rPr lang="ja-JP" altLang="en-US" sz="1200" dirty="0">
                <a:solidFill>
                  <a:schemeClr val="bg1"/>
                </a:solidFill>
              </a:rPr>
              <a:t>年</a:t>
            </a:r>
            <a:r>
              <a:rPr lang="en-US" altLang="ja-JP" sz="1200" dirty="0">
                <a:solidFill>
                  <a:schemeClr val="bg1"/>
                </a:solidFill>
              </a:rPr>
              <a:t>4</a:t>
            </a:r>
            <a:r>
              <a:rPr lang="ja-JP" altLang="en-US" sz="1200" dirty="0">
                <a:solidFill>
                  <a:schemeClr val="bg1"/>
                </a:solidFill>
              </a:rPr>
              <a:t>月データ</a:t>
            </a:r>
            <a:endParaRPr kumimoji="1" lang="ja-JP" altLang="en-US" sz="1200" dirty="0">
              <a:solidFill>
                <a:schemeClr val="bg1"/>
              </a:solidFill>
            </a:endParaRPr>
          </a:p>
        </p:txBody>
      </p:sp>
      <p:sp>
        <p:nvSpPr>
          <p:cNvPr id="40" name="テキスト ボックス 39">
            <a:extLst>
              <a:ext uri="{FF2B5EF4-FFF2-40B4-BE49-F238E27FC236}">
                <a16:creationId xmlns:a16="http://schemas.microsoft.com/office/drawing/2014/main" id="{CFFA1F26-3325-304D-02DE-86BB96F04B5A}"/>
              </a:ext>
            </a:extLst>
          </p:cNvPr>
          <p:cNvSpPr txBox="1"/>
          <p:nvPr/>
        </p:nvSpPr>
        <p:spPr>
          <a:xfrm>
            <a:off x="128762" y="3085993"/>
            <a:ext cx="7556074" cy="307777"/>
          </a:xfrm>
          <a:prstGeom prst="rect">
            <a:avLst/>
          </a:prstGeom>
          <a:noFill/>
        </p:spPr>
        <p:txBody>
          <a:bodyPr wrap="square" rtlCol="0" anchor="ctr">
            <a:spAutoFit/>
          </a:bodyPr>
          <a:lstStyle/>
          <a:p>
            <a:r>
              <a:rPr kumimoji="1" lang="ja-JP" altLang="en-US" sz="1400" dirty="0"/>
              <a:t>算出イメージ：学習データ期間</a:t>
            </a:r>
            <a:r>
              <a:rPr kumimoji="1" lang="en-US" altLang="ja-JP" sz="1400" dirty="0"/>
              <a:t>2023/4/1</a:t>
            </a:r>
            <a:r>
              <a:rPr kumimoji="1" lang="ja-JP" altLang="en-US" sz="1400" dirty="0"/>
              <a:t>～</a:t>
            </a:r>
            <a:r>
              <a:rPr kumimoji="1" lang="en-US" altLang="ja-JP" sz="1400" dirty="0"/>
              <a:t>2025/3/31</a:t>
            </a:r>
            <a:r>
              <a:rPr kumimoji="1" lang="ja-JP" altLang="en-US" sz="1400" dirty="0"/>
              <a:t>、予測期間：</a:t>
            </a:r>
            <a:r>
              <a:rPr kumimoji="1" lang="en-US" altLang="ja-JP" sz="1400" dirty="0"/>
              <a:t>2026</a:t>
            </a:r>
            <a:r>
              <a:rPr lang="en-US" altLang="ja-JP" sz="1400" dirty="0"/>
              <a:t>/4/1</a:t>
            </a:r>
            <a:r>
              <a:rPr lang="ja-JP" altLang="en-US" sz="1400" dirty="0"/>
              <a:t>～</a:t>
            </a:r>
            <a:r>
              <a:rPr lang="en-US" altLang="ja-JP" sz="1400" dirty="0"/>
              <a:t>2026/3/31</a:t>
            </a:r>
            <a:endParaRPr kumimoji="1" lang="ja-JP" altLang="en-US" sz="1400" dirty="0"/>
          </a:p>
        </p:txBody>
      </p:sp>
      <p:cxnSp>
        <p:nvCxnSpPr>
          <p:cNvPr id="49" name="コネクタ: カギ線 48">
            <a:extLst>
              <a:ext uri="{FF2B5EF4-FFF2-40B4-BE49-F238E27FC236}">
                <a16:creationId xmlns:a16="http://schemas.microsoft.com/office/drawing/2014/main" id="{D6CF8C76-FBD5-F5AB-824F-33AFD7B5F073}"/>
              </a:ext>
            </a:extLst>
          </p:cNvPr>
          <p:cNvCxnSpPr>
            <a:cxnSpLocks/>
            <a:endCxn id="24" idx="0"/>
          </p:cNvCxnSpPr>
          <p:nvPr/>
        </p:nvCxnSpPr>
        <p:spPr>
          <a:xfrm>
            <a:off x="4173360" y="4124744"/>
            <a:ext cx="4375534" cy="946652"/>
          </a:xfrm>
          <a:prstGeom prst="bentConnector2">
            <a:avLst/>
          </a:prstGeom>
          <a:ln>
            <a:solidFill>
              <a:schemeClr val="tx1">
                <a:lumMod val="50000"/>
                <a:lumOff val="50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5" name="コネクタ: カギ線 54">
            <a:extLst>
              <a:ext uri="{FF2B5EF4-FFF2-40B4-BE49-F238E27FC236}">
                <a16:creationId xmlns:a16="http://schemas.microsoft.com/office/drawing/2014/main" id="{372CD18D-D8A8-4959-D42B-45BFCDE09600}"/>
              </a:ext>
            </a:extLst>
          </p:cNvPr>
          <p:cNvCxnSpPr>
            <a:stCxn id="33" idx="3"/>
          </p:cNvCxnSpPr>
          <p:nvPr/>
        </p:nvCxnSpPr>
        <p:spPr>
          <a:xfrm flipV="1">
            <a:off x="5224920" y="4124744"/>
            <a:ext cx="278897" cy="1375202"/>
          </a:xfrm>
          <a:prstGeom prst="bentConnector2">
            <a:avLst/>
          </a:prstGeom>
          <a:ln>
            <a:solidFill>
              <a:schemeClr val="tx1">
                <a:lumMod val="50000"/>
                <a:lumOff val="50000"/>
              </a:schemeClr>
            </a:solidFill>
            <a:prstDash val="dash"/>
            <a:tailEnd type="none"/>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21D268B3-CC11-66C6-2E6C-52B4F9223E59}"/>
              </a:ext>
            </a:extLst>
          </p:cNvPr>
          <p:cNvSpPr txBox="1"/>
          <p:nvPr/>
        </p:nvSpPr>
        <p:spPr>
          <a:xfrm>
            <a:off x="4258872" y="3521288"/>
            <a:ext cx="4798041" cy="553998"/>
          </a:xfrm>
          <a:prstGeom prst="rect">
            <a:avLst/>
          </a:prstGeom>
          <a:noFill/>
        </p:spPr>
        <p:txBody>
          <a:bodyPr wrap="square" rtlCol="0">
            <a:spAutoFit/>
          </a:bodyPr>
          <a:lstStyle/>
          <a:p>
            <a:r>
              <a:rPr kumimoji="1" lang="ja-JP" altLang="en-US" sz="1000" dirty="0"/>
              <a:t>学習データについて、日次平均に対する各コマ価格の倍率を求める。</a:t>
            </a:r>
            <a:endParaRPr kumimoji="1" lang="en-US" altLang="ja-JP" sz="1000" dirty="0"/>
          </a:p>
          <a:p>
            <a:r>
              <a:rPr lang="en-US" altLang="ja-JP" sz="1000" dirty="0"/>
              <a:t>2025/4/1</a:t>
            </a:r>
            <a:r>
              <a:rPr lang="ja-JP" altLang="en-US" sz="1000" dirty="0"/>
              <a:t>～</a:t>
            </a:r>
            <a:r>
              <a:rPr lang="en-US" altLang="ja-JP" sz="1000" dirty="0"/>
              <a:t>4/30</a:t>
            </a:r>
            <a:r>
              <a:rPr lang="ja-JP" altLang="en-US" sz="1000" dirty="0"/>
              <a:t>を予測する場合は、同月である</a:t>
            </a:r>
            <a:r>
              <a:rPr lang="en-US" altLang="ja-JP" sz="1000" dirty="0"/>
              <a:t>2023</a:t>
            </a:r>
            <a:r>
              <a:rPr lang="ja-JP" altLang="en-US" sz="1000" dirty="0"/>
              <a:t>年</a:t>
            </a:r>
            <a:r>
              <a:rPr lang="en-US" altLang="ja-JP" sz="1000" dirty="0"/>
              <a:t>4</a:t>
            </a:r>
            <a:r>
              <a:rPr lang="ja-JP" altLang="en-US" sz="1000" dirty="0"/>
              <a:t>月及び</a:t>
            </a:r>
            <a:r>
              <a:rPr lang="en-US" altLang="ja-JP" sz="1000" dirty="0"/>
              <a:t>2024</a:t>
            </a:r>
            <a:r>
              <a:rPr lang="ja-JP" altLang="en-US" sz="1000" dirty="0"/>
              <a:t>年</a:t>
            </a:r>
            <a:r>
              <a:rPr lang="en-US" altLang="ja-JP" sz="1000" dirty="0"/>
              <a:t>4</a:t>
            </a:r>
            <a:r>
              <a:rPr lang="ja-JP" altLang="en-US" sz="1000" dirty="0"/>
              <a:t>月の</a:t>
            </a:r>
            <a:endParaRPr lang="en-US" altLang="ja-JP" sz="1000" dirty="0"/>
          </a:p>
          <a:p>
            <a:r>
              <a:rPr kumimoji="1" lang="en-US" altLang="ja-JP" sz="1000" dirty="0"/>
              <a:t>60</a:t>
            </a:r>
            <a:r>
              <a:rPr kumimoji="1" lang="ja-JP" altLang="en-US" sz="1000" dirty="0"/>
              <a:t>日の中からランダムサンプリングでどの日の倍率を用いるか</a:t>
            </a:r>
            <a:r>
              <a:rPr lang="ja-JP" altLang="en-US" sz="1000" dirty="0"/>
              <a:t>サンプリングする。</a:t>
            </a:r>
            <a:endParaRPr kumimoji="1" lang="ja-JP" altLang="en-US" sz="1000" dirty="0"/>
          </a:p>
        </p:txBody>
      </p:sp>
      <p:cxnSp>
        <p:nvCxnSpPr>
          <p:cNvPr id="58" name="直線矢印コネクタ 57">
            <a:extLst>
              <a:ext uri="{FF2B5EF4-FFF2-40B4-BE49-F238E27FC236}">
                <a16:creationId xmlns:a16="http://schemas.microsoft.com/office/drawing/2014/main" id="{3351F373-557B-74BC-C8EC-A1219D72648D}"/>
              </a:ext>
            </a:extLst>
          </p:cNvPr>
          <p:cNvCxnSpPr>
            <a:cxnSpLocks/>
            <a:endCxn id="22" idx="1"/>
          </p:cNvCxnSpPr>
          <p:nvPr/>
        </p:nvCxnSpPr>
        <p:spPr>
          <a:xfrm flipV="1">
            <a:off x="5080614" y="5714335"/>
            <a:ext cx="4339469" cy="5462"/>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59" name="テキスト ボックス 58">
            <a:extLst>
              <a:ext uri="{FF2B5EF4-FFF2-40B4-BE49-F238E27FC236}">
                <a16:creationId xmlns:a16="http://schemas.microsoft.com/office/drawing/2014/main" id="{E4944EAC-6DE0-EDA1-EDEB-7E50660F1464}"/>
              </a:ext>
            </a:extLst>
          </p:cNvPr>
          <p:cNvSpPr txBox="1"/>
          <p:nvPr/>
        </p:nvSpPr>
        <p:spPr>
          <a:xfrm>
            <a:off x="5224920" y="5773416"/>
            <a:ext cx="2745454" cy="1015663"/>
          </a:xfrm>
          <a:prstGeom prst="rect">
            <a:avLst/>
          </a:prstGeom>
          <a:noFill/>
        </p:spPr>
        <p:txBody>
          <a:bodyPr wrap="square" rtlCol="0">
            <a:spAutoFit/>
          </a:bodyPr>
          <a:lstStyle/>
          <a:p>
            <a:r>
              <a:rPr kumimoji="1" lang="ja-JP" altLang="en-US" sz="1000" dirty="0"/>
              <a:t>サンプリングした過去日の１日の時刻</a:t>
            </a:r>
            <a:endParaRPr kumimoji="1" lang="en-US" altLang="ja-JP" sz="1000" dirty="0"/>
          </a:p>
          <a:p>
            <a:r>
              <a:rPr kumimoji="1" lang="ja-JP" altLang="en-US" sz="1000" dirty="0"/>
              <a:t>変動パターンを用いてコマ別価格へ変換</a:t>
            </a:r>
            <a:endParaRPr kumimoji="1" lang="en-US" altLang="ja-JP" sz="1000" dirty="0"/>
          </a:p>
          <a:p>
            <a:endParaRPr kumimoji="1" lang="en-US" altLang="ja-JP" sz="1000" dirty="0"/>
          </a:p>
          <a:p>
            <a:r>
              <a:rPr lang="ja-JP" altLang="en-US" sz="1000" dirty="0"/>
              <a:t>＜例＞コマ１予測価格</a:t>
            </a:r>
            <a:endParaRPr lang="en-US" altLang="ja-JP" sz="1000" dirty="0"/>
          </a:p>
          <a:p>
            <a:r>
              <a:rPr lang="en-US" altLang="ja-JP" sz="1000" dirty="0"/>
              <a:t>  = </a:t>
            </a:r>
            <a:r>
              <a:rPr lang="ja-JP" altLang="en-US" sz="1000" dirty="0"/>
              <a:t>予測日次平均価格</a:t>
            </a:r>
            <a:r>
              <a:rPr lang="en-US" altLang="ja-JP" sz="1000" dirty="0"/>
              <a:t>(※)×</a:t>
            </a:r>
            <a:r>
              <a:rPr lang="ja-JP" altLang="en-US" sz="1000" dirty="0"/>
              <a:t>コマ１倍率</a:t>
            </a:r>
            <a:endParaRPr lang="en-US" altLang="ja-JP" sz="1000" dirty="0"/>
          </a:p>
          <a:p>
            <a:r>
              <a:rPr lang="ja-JP" altLang="en-US" sz="1000" dirty="0"/>
              <a:t>　　</a:t>
            </a:r>
            <a:r>
              <a:rPr lang="en-US" altLang="ja-JP" sz="1000" dirty="0"/>
              <a:t>※AR(1)</a:t>
            </a:r>
            <a:r>
              <a:rPr lang="ja-JP" altLang="en-US" sz="1000" dirty="0"/>
              <a:t>モデルから算出した結果</a:t>
            </a:r>
          </a:p>
        </p:txBody>
      </p:sp>
      <p:sp>
        <p:nvSpPr>
          <p:cNvPr id="4" name="テキスト ボックス 3">
            <a:extLst>
              <a:ext uri="{FF2B5EF4-FFF2-40B4-BE49-F238E27FC236}">
                <a16:creationId xmlns:a16="http://schemas.microsoft.com/office/drawing/2014/main" id="{3AA12224-8060-EF01-DA17-D23E4FF8D579}"/>
              </a:ext>
            </a:extLst>
          </p:cNvPr>
          <p:cNvSpPr txBox="1"/>
          <p:nvPr/>
        </p:nvSpPr>
        <p:spPr>
          <a:xfrm>
            <a:off x="9120186" y="4820536"/>
            <a:ext cx="2741088" cy="276999"/>
          </a:xfrm>
          <a:prstGeom prst="rect">
            <a:avLst/>
          </a:prstGeom>
          <a:noFill/>
        </p:spPr>
        <p:txBody>
          <a:bodyPr wrap="square" rtlCol="0">
            <a:spAutoFit/>
          </a:bodyPr>
          <a:lstStyle/>
          <a:p>
            <a:pPr algn="r"/>
            <a:r>
              <a:rPr lang="ja-JP" altLang="en-US" sz="1200" dirty="0"/>
              <a:t>下表は</a:t>
            </a:r>
            <a:r>
              <a:rPr lang="en-US" altLang="ja-JP" sz="1200" dirty="0"/>
              <a:t>2026</a:t>
            </a:r>
            <a:r>
              <a:rPr lang="ja-JP" altLang="en-US" sz="1200" dirty="0"/>
              <a:t>年</a:t>
            </a:r>
            <a:r>
              <a:rPr lang="en-US" altLang="ja-JP" sz="1200" dirty="0"/>
              <a:t>4</a:t>
            </a:r>
            <a:r>
              <a:rPr lang="ja-JP" altLang="en-US" sz="1200" dirty="0"/>
              <a:t>月部分を記載</a:t>
            </a:r>
            <a:endParaRPr kumimoji="1" lang="ja-JP" altLang="en-US" sz="1200" dirty="0"/>
          </a:p>
        </p:txBody>
      </p:sp>
      <p:graphicFrame>
        <p:nvGraphicFramePr>
          <p:cNvPr id="11" name="表 10">
            <a:extLst>
              <a:ext uri="{FF2B5EF4-FFF2-40B4-BE49-F238E27FC236}">
                <a16:creationId xmlns:a16="http://schemas.microsoft.com/office/drawing/2014/main" id="{AC39C666-D79F-2510-5366-BAEB0A855AF9}"/>
              </a:ext>
            </a:extLst>
          </p:cNvPr>
          <p:cNvGraphicFramePr>
            <a:graphicFrameLocks noGrp="1"/>
          </p:cNvGraphicFramePr>
          <p:nvPr>
            <p:extLst>
              <p:ext uri="{D42A27DB-BD31-4B8C-83A1-F6EECF244321}">
                <p14:modId xmlns:p14="http://schemas.microsoft.com/office/powerpoint/2010/main" val="2543695047"/>
              </p:ext>
            </p:extLst>
          </p:nvPr>
        </p:nvGraphicFramePr>
        <p:xfrm>
          <a:off x="1087962" y="4335736"/>
          <a:ext cx="3039430" cy="969600"/>
        </p:xfrm>
        <a:graphic>
          <a:graphicData uri="http://schemas.openxmlformats.org/drawingml/2006/table">
            <a:tbl>
              <a:tblPr firstRow="1" bandRow="1"/>
              <a:tblGrid>
                <a:gridCol w="607886">
                  <a:extLst>
                    <a:ext uri="{9D8B030D-6E8A-4147-A177-3AD203B41FA5}">
                      <a16:colId xmlns:a16="http://schemas.microsoft.com/office/drawing/2014/main" val="1187811139"/>
                    </a:ext>
                  </a:extLst>
                </a:gridCol>
                <a:gridCol w="607886">
                  <a:extLst>
                    <a:ext uri="{9D8B030D-6E8A-4147-A177-3AD203B41FA5}">
                      <a16:colId xmlns:a16="http://schemas.microsoft.com/office/drawing/2014/main" val="3112399208"/>
                    </a:ext>
                  </a:extLst>
                </a:gridCol>
                <a:gridCol w="607886">
                  <a:extLst>
                    <a:ext uri="{9D8B030D-6E8A-4147-A177-3AD203B41FA5}">
                      <a16:colId xmlns:a16="http://schemas.microsoft.com/office/drawing/2014/main" val="3155337200"/>
                    </a:ext>
                  </a:extLst>
                </a:gridCol>
                <a:gridCol w="607886">
                  <a:extLst>
                    <a:ext uri="{9D8B030D-6E8A-4147-A177-3AD203B41FA5}">
                      <a16:colId xmlns:a16="http://schemas.microsoft.com/office/drawing/2014/main" val="248395190"/>
                    </a:ext>
                  </a:extLst>
                </a:gridCol>
                <a:gridCol w="607886">
                  <a:extLst>
                    <a:ext uri="{9D8B030D-6E8A-4147-A177-3AD203B41FA5}">
                      <a16:colId xmlns:a16="http://schemas.microsoft.com/office/drawing/2014/main" val="3724946390"/>
                    </a:ext>
                  </a:extLst>
                </a:gridCol>
              </a:tblGrid>
              <a:tr h="125413">
                <a:tc>
                  <a:txBody>
                    <a:bodyPr/>
                    <a:lstStyle/>
                    <a:p>
                      <a:pPr algn="ctr"/>
                      <a:r>
                        <a:rPr kumimoji="1" lang="ja-JP" altLang="en-US" sz="800" dirty="0">
                          <a:solidFill>
                            <a:schemeClr val="bg1"/>
                          </a:solidFill>
                        </a:rPr>
                        <a:t>過去日付</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bg1"/>
                          </a:solidFill>
                        </a:rPr>
                        <a:t>コマ別価格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日次平均</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倍率</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25413">
                <a:tc>
                  <a:txBody>
                    <a:bodyPr/>
                    <a:lstStyle/>
                    <a:p>
                      <a:pPr algn="ctr"/>
                      <a:r>
                        <a:rPr kumimoji="1" lang="en-US" altLang="ja-JP" sz="800" dirty="0"/>
                        <a:t>2023/4/30</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14.83</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12.70</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1.17</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800" dirty="0"/>
                        <a:t>2023/4/30</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2</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13.82</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12.70</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1.11</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25413">
                <a:tc>
                  <a:txBody>
                    <a:bodyPr/>
                    <a:lstStyle/>
                    <a:p>
                      <a:pPr algn="ctr"/>
                      <a:r>
                        <a:rPr kumimoji="1" lang="en-US" altLang="ja-JP" sz="800" dirty="0"/>
                        <a:t>2023/4/30</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48</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11.92</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12.70</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0.94</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bl>
          </a:graphicData>
        </a:graphic>
      </p:graphicFrame>
      <p:sp>
        <p:nvSpPr>
          <p:cNvPr id="19" name="正方形/長方形 18">
            <a:extLst>
              <a:ext uri="{FF2B5EF4-FFF2-40B4-BE49-F238E27FC236}">
                <a16:creationId xmlns:a16="http://schemas.microsoft.com/office/drawing/2014/main" id="{EBE1B74D-7C72-A00D-139F-9AAABB60E99B}"/>
              </a:ext>
            </a:extLst>
          </p:cNvPr>
          <p:cNvSpPr/>
          <p:nvPr/>
        </p:nvSpPr>
        <p:spPr>
          <a:xfrm>
            <a:off x="3480133" y="4283792"/>
            <a:ext cx="656274" cy="103086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9" name="表 8">
            <a:extLst>
              <a:ext uri="{FF2B5EF4-FFF2-40B4-BE49-F238E27FC236}">
                <a16:creationId xmlns:a16="http://schemas.microsoft.com/office/drawing/2014/main" id="{D056E329-AD5A-9D35-18D4-9A62EAC4F49F}"/>
              </a:ext>
            </a:extLst>
          </p:cNvPr>
          <p:cNvGraphicFramePr>
            <a:graphicFrameLocks noGrp="1"/>
          </p:cNvGraphicFramePr>
          <p:nvPr>
            <p:extLst>
              <p:ext uri="{D42A27DB-BD31-4B8C-83A1-F6EECF244321}">
                <p14:modId xmlns:p14="http://schemas.microsoft.com/office/powerpoint/2010/main" val="1923229631"/>
              </p:ext>
            </p:extLst>
          </p:nvPr>
        </p:nvGraphicFramePr>
        <p:xfrm>
          <a:off x="534352" y="3905240"/>
          <a:ext cx="3039430" cy="969600"/>
        </p:xfrm>
        <a:graphic>
          <a:graphicData uri="http://schemas.openxmlformats.org/drawingml/2006/table">
            <a:tbl>
              <a:tblPr firstRow="1" bandRow="1"/>
              <a:tblGrid>
                <a:gridCol w="607886">
                  <a:extLst>
                    <a:ext uri="{9D8B030D-6E8A-4147-A177-3AD203B41FA5}">
                      <a16:colId xmlns:a16="http://schemas.microsoft.com/office/drawing/2014/main" val="1187811139"/>
                    </a:ext>
                  </a:extLst>
                </a:gridCol>
                <a:gridCol w="607886">
                  <a:extLst>
                    <a:ext uri="{9D8B030D-6E8A-4147-A177-3AD203B41FA5}">
                      <a16:colId xmlns:a16="http://schemas.microsoft.com/office/drawing/2014/main" val="3112399208"/>
                    </a:ext>
                  </a:extLst>
                </a:gridCol>
                <a:gridCol w="607886">
                  <a:extLst>
                    <a:ext uri="{9D8B030D-6E8A-4147-A177-3AD203B41FA5}">
                      <a16:colId xmlns:a16="http://schemas.microsoft.com/office/drawing/2014/main" val="3155337200"/>
                    </a:ext>
                  </a:extLst>
                </a:gridCol>
                <a:gridCol w="607886">
                  <a:extLst>
                    <a:ext uri="{9D8B030D-6E8A-4147-A177-3AD203B41FA5}">
                      <a16:colId xmlns:a16="http://schemas.microsoft.com/office/drawing/2014/main" val="248395190"/>
                    </a:ext>
                  </a:extLst>
                </a:gridCol>
                <a:gridCol w="607886">
                  <a:extLst>
                    <a:ext uri="{9D8B030D-6E8A-4147-A177-3AD203B41FA5}">
                      <a16:colId xmlns:a16="http://schemas.microsoft.com/office/drawing/2014/main" val="3724946390"/>
                    </a:ext>
                  </a:extLst>
                </a:gridCol>
              </a:tblGrid>
              <a:tr h="125413">
                <a:tc>
                  <a:txBody>
                    <a:bodyPr/>
                    <a:lstStyle/>
                    <a:p>
                      <a:pPr algn="ctr"/>
                      <a:r>
                        <a:rPr kumimoji="1" lang="ja-JP" altLang="en-US" sz="800" dirty="0">
                          <a:solidFill>
                            <a:schemeClr val="bg1"/>
                          </a:solidFill>
                        </a:rPr>
                        <a:t>過去日付</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コマ別価格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日次平均</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倍率</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25413">
                <a:tc>
                  <a:txBody>
                    <a:bodyPr/>
                    <a:lstStyle/>
                    <a:p>
                      <a:pPr algn="ctr"/>
                      <a:r>
                        <a:rPr kumimoji="1" lang="en-US" altLang="ja-JP" sz="800" dirty="0"/>
                        <a:t>2023/4/2</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14.65</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8.93</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1.64</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800" dirty="0"/>
                        <a:t>2023/4/2</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2</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14.13</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8.93</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1.58</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25413">
                <a:tc>
                  <a:txBody>
                    <a:bodyPr/>
                    <a:lstStyle/>
                    <a:p>
                      <a:pPr algn="ctr"/>
                      <a:r>
                        <a:rPr kumimoji="1" lang="en-US" altLang="ja-JP" sz="800" dirty="0"/>
                        <a:t>2023/4/2</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48</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12.74</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8.93</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1.42</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bl>
          </a:graphicData>
        </a:graphic>
      </p:graphicFrame>
      <p:sp>
        <p:nvSpPr>
          <p:cNvPr id="18" name="正方形/長方形 17">
            <a:extLst>
              <a:ext uri="{FF2B5EF4-FFF2-40B4-BE49-F238E27FC236}">
                <a16:creationId xmlns:a16="http://schemas.microsoft.com/office/drawing/2014/main" id="{3C7A5593-2021-87F1-52BE-CC2DDEA92A18}"/>
              </a:ext>
            </a:extLst>
          </p:cNvPr>
          <p:cNvSpPr/>
          <p:nvPr/>
        </p:nvSpPr>
        <p:spPr>
          <a:xfrm>
            <a:off x="2940368" y="3880212"/>
            <a:ext cx="656274" cy="103086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7" name="表 6">
            <a:extLst>
              <a:ext uri="{FF2B5EF4-FFF2-40B4-BE49-F238E27FC236}">
                <a16:creationId xmlns:a16="http://schemas.microsoft.com/office/drawing/2014/main" id="{F7E4E2A7-5F38-830A-ACCF-7907C635FC3E}"/>
              </a:ext>
            </a:extLst>
          </p:cNvPr>
          <p:cNvGraphicFramePr>
            <a:graphicFrameLocks noGrp="1"/>
          </p:cNvGraphicFramePr>
          <p:nvPr>
            <p:extLst>
              <p:ext uri="{D42A27DB-BD31-4B8C-83A1-F6EECF244321}">
                <p14:modId xmlns:p14="http://schemas.microsoft.com/office/powerpoint/2010/main" val="648158033"/>
              </p:ext>
            </p:extLst>
          </p:nvPr>
        </p:nvGraphicFramePr>
        <p:xfrm>
          <a:off x="336232" y="3590960"/>
          <a:ext cx="3039430" cy="969600"/>
        </p:xfrm>
        <a:graphic>
          <a:graphicData uri="http://schemas.openxmlformats.org/drawingml/2006/table">
            <a:tbl>
              <a:tblPr firstRow="1" bandRow="1"/>
              <a:tblGrid>
                <a:gridCol w="607886">
                  <a:extLst>
                    <a:ext uri="{9D8B030D-6E8A-4147-A177-3AD203B41FA5}">
                      <a16:colId xmlns:a16="http://schemas.microsoft.com/office/drawing/2014/main" val="1187811139"/>
                    </a:ext>
                  </a:extLst>
                </a:gridCol>
                <a:gridCol w="607886">
                  <a:extLst>
                    <a:ext uri="{9D8B030D-6E8A-4147-A177-3AD203B41FA5}">
                      <a16:colId xmlns:a16="http://schemas.microsoft.com/office/drawing/2014/main" val="3112399208"/>
                    </a:ext>
                  </a:extLst>
                </a:gridCol>
                <a:gridCol w="607886">
                  <a:extLst>
                    <a:ext uri="{9D8B030D-6E8A-4147-A177-3AD203B41FA5}">
                      <a16:colId xmlns:a16="http://schemas.microsoft.com/office/drawing/2014/main" val="3155337200"/>
                    </a:ext>
                  </a:extLst>
                </a:gridCol>
                <a:gridCol w="607886">
                  <a:extLst>
                    <a:ext uri="{9D8B030D-6E8A-4147-A177-3AD203B41FA5}">
                      <a16:colId xmlns:a16="http://schemas.microsoft.com/office/drawing/2014/main" val="248395190"/>
                    </a:ext>
                  </a:extLst>
                </a:gridCol>
                <a:gridCol w="607886">
                  <a:extLst>
                    <a:ext uri="{9D8B030D-6E8A-4147-A177-3AD203B41FA5}">
                      <a16:colId xmlns:a16="http://schemas.microsoft.com/office/drawing/2014/main" val="3724946390"/>
                    </a:ext>
                  </a:extLst>
                </a:gridCol>
              </a:tblGrid>
              <a:tr h="125413">
                <a:tc>
                  <a:txBody>
                    <a:bodyPr/>
                    <a:lstStyle/>
                    <a:p>
                      <a:pPr algn="ctr"/>
                      <a:r>
                        <a:rPr kumimoji="1" lang="ja-JP" altLang="en-US" sz="800" dirty="0">
                          <a:solidFill>
                            <a:schemeClr val="bg1"/>
                          </a:solidFill>
                        </a:rPr>
                        <a:t>過去日付</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コマ別価格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日次平均</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倍率</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25413">
                <a:tc>
                  <a:txBody>
                    <a:bodyPr/>
                    <a:lstStyle/>
                    <a:p>
                      <a:pPr algn="ctr"/>
                      <a:r>
                        <a:rPr kumimoji="1" lang="en-US" altLang="ja-JP" sz="800" dirty="0"/>
                        <a:t>2023/4/1</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14.68</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8.81</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1.67</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800" dirty="0"/>
                        <a:t>2023/4/1</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2</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13.99</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8.81</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1.59</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algn="ct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25413">
                <a:tc>
                  <a:txBody>
                    <a:bodyPr/>
                    <a:lstStyle/>
                    <a:p>
                      <a:pPr algn="ctr"/>
                      <a:r>
                        <a:rPr kumimoji="1" lang="en-US" altLang="ja-JP" sz="800" dirty="0"/>
                        <a:t>2023/4/1</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48</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14.13</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8.81</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1.60</a:t>
                      </a:r>
                      <a:endParaRPr kumimoji="1" lang="ja-JP" altLang="en-US" sz="8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bl>
          </a:graphicData>
        </a:graphic>
      </p:graphicFrame>
      <p:sp>
        <p:nvSpPr>
          <p:cNvPr id="23" name="正方形/長方形 22">
            <a:extLst>
              <a:ext uri="{FF2B5EF4-FFF2-40B4-BE49-F238E27FC236}">
                <a16:creationId xmlns:a16="http://schemas.microsoft.com/office/drawing/2014/main" id="{95F5F678-8D84-D811-83D1-3429E77A3C69}"/>
              </a:ext>
            </a:extLst>
          </p:cNvPr>
          <p:cNvSpPr/>
          <p:nvPr/>
        </p:nvSpPr>
        <p:spPr>
          <a:xfrm>
            <a:off x="2742248" y="3560172"/>
            <a:ext cx="656274" cy="103086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E0CA8404-80E6-8473-CE39-B3D8B057E024}"/>
              </a:ext>
            </a:extLst>
          </p:cNvPr>
          <p:cNvSpPr/>
          <p:nvPr/>
        </p:nvSpPr>
        <p:spPr>
          <a:xfrm>
            <a:off x="9420083" y="6002335"/>
            <a:ext cx="2393158" cy="208186"/>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コネクタ: カギ線 7">
            <a:extLst>
              <a:ext uri="{FF2B5EF4-FFF2-40B4-BE49-F238E27FC236}">
                <a16:creationId xmlns:a16="http://schemas.microsoft.com/office/drawing/2014/main" id="{8B8F55C8-F2D3-B02E-67BD-51FA83451771}"/>
              </a:ext>
            </a:extLst>
          </p:cNvPr>
          <p:cNvCxnSpPr>
            <a:cxnSpLocks/>
            <a:endCxn id="5" idx="1"/>
          </p:cNvCxnSpPr>
          <p:nvPr/>
        </p:nvCxnSpPr>
        <p:spPr>
          <a:xfrm>
            <a:off x="3435659" y="4182078"/>
            <a:ext cx="5984424" cy="1924350"/>
          </a:xfrm>
          <a:prstGeom prst="bentConnector3">
            <a:avLst>
              <a:gd name="adj1" fmla="val 69312"/>
            </a:avLst>
          </a:prstGeom>
          <a:ln w="63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81832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43C5FB-5336-9498-FAD0-279042FF55E7}"/>
              </a:ext>
            </a:extLst>
          </p:cNvPr>
          <p:cNvSpPr>
            <a:spLocks noGrp="1"/>
          </p:cNvSpPr>
          <p:nvPr>
            <p:ph type="title"/>
          </p:nvPr>
        </p:nvSpPr>
        <p:spPr/>
        <p:txBody>
          <a:bodyPr>
            <a:normAutofit/>
          </a:bodyPr>
          <a:lstStyle/>
          <a:p>
            <a:r>
              <a:rPr lang="ja-JP" altLang="en-US" dirty="0"/>
              <a:t>行使価格の将来価格計算</a:t>
            </a:r>
            <a:endParaRPr kumimoji="1" lang="ja-JP" altLang="en-US" dirty="0"/>
          </a:p>
        </p:txBody>
      </p:sp>
      <p:sp>
        <p:nvSpPr>
          <p:cNvPr id="3" name="コンテンツ プレースホルダー 2">
            <a:extLst>
              <a:ext uri="{FF2B5EF4-FFF2-40B4-BE49-F238E27FC236}">
                <a16:creationId xmlns:a16="http://schemas.microsoft.com/office/drawing/2014/main" id="{39A251EE-3DEF-9571-5509-159C610B5E3F}"/>
              </a:ext>
            </a:extLst>
          </p:cNvPr>
          <p:cNvSpPr>
            <a:spLocks noGrp="1"/>
          </p:cNvSpPr>
          <p:nvPr>
            <p:ph idx="1"/>
          </p:nvPr>
        </p:nvSpPr>
        <p:spPr/>
        <p:txBody>
          <a:bodyPr/>
          <a:lstStyle/>
          <a:p>
            <a:r>
              <a:rPr kumimoji="1" lang="ja-JP" altLang="en-US" dirty="0"/>
              <a:t>行使価格の将来価格は燃料先物価格データをあらかじめ定められた各相対契約における計算フォーミュラに当てはめることで算出する。</a:t>
            </a:r>
            <a:endParaRPr kumimoji="1" lang="en-US" altLang="ja-JP" dirty="0"/>
          </a:p>
          <a:p>
            <a:endParaRPr kumimoji="1" lang="en-US" altLang="ja-JP" dirty="0"/>
          </a:p>
          <a:p>
            <a:endParaRPr kumimoji="1" lang="en-US" altLang="ja-JP" dirty="0"/>
          </a:p>
          <a:p>
            <a:endParaRPr lang="en-US" altLang="ja-JP" dirty="0"/>
          </a:p>
          <a:p>
            <a:endParaRPr kumimoji="1" lang="ja-JP" altLang="en-US" dirty="0"/>
          </a:p>
        </p:txBody>
      </p:sp>
    </p:spTree>
    <p:extLst>
      <p:ext uri="{BB962C8B-B14F-4D97-AF65-F5344CB8AC3E}">
        <p14:creationId xmlns:p14="http://schemas.microsoft.com/office/powerpoint/2010/main" val="1616516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B9EA13-124A-64B0-9BB2-AEB3A81928D0}"/>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6C60871B-D874-5BB2-BFEB-AAF5A5104B96}"/>
              </a:ext>
            </a:extLst>
          </p:cNvPr>
          <p:cNvSpPr>
            <a:spLocks noGrp="1"/>
          </p:cNvSpPr>
          <p:nvPr>
            <p:ph idx="1"/>
          </p:nvPr>
        </p:nvSpPr>
        <p:spPr>
          <a:xfrm>
            <a:off x="331773" y="1035781"/>
            <a:ext cx="11531151" cy="524999"/>
          </a:xfrm>
        </p:spPr>
        <p:txBody>
          <a:bodyPr/>
          <a:lstStyle/>
          <a:p>
            <a:endParaRPr kumimoji="1" lang="ja-JP" altLang="en-US" dirty="0"/>
          </a:p>
        </p:txBody>
      </p:sp>
    </p:spTree>
    <p:extLst>
      <p:ext uri="{BB962C8B-B14F-4D97-AF65-F5344CB8AC3E}">
        <p14:creationId xmlns:p14="http://schemas.microsoft.com/office/powerpoint/2010/main" val="1512569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0AF74C0D-44AB-E8D1-1DF6-BA02E2379305}"/>
              </a:ext>
            </a:extLst>
          </p:cNvPr>
          <p:cNvSpPr/>
          <p:nvPr/>
        </p:nvSpPr>
        <p:spPr>
          <a:xfrm>
            <a:off x="502707" y="4941475"/>
            <a:ext cx="7396658" cy="1666243"/>
          </a:xfrm>
          <a:prstGeom prst="rect">
            <a:avLst/>
          </a:prstGeom>
          <a:solidFill>
            <a:schemeClr val="bg1">
              <a:lumMod val="9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正方形/長方形 85">
            <a:extLst>
              <a:ext uri="{FF2B5EF4-FFF2-40B4-BE49-F238E27FC236}">
                <a16:creationId xmlns:a16="http://schemas.microsoft.com/office/drawing/2014/main" id="{3218C093-E140-BBBA-42F0-94BA10E83101}"/>
              </a:ext>
            </a:extLst>
          </p:cNvPr>
          <p:cNvSpPr/>
          <p:nvPr/>
        </p:nvSpPr>
        <p:spPr>
          <a:xfrm>
            <a:off x="388290" y="4732376"/>
            <a:ext cx="1576835" cy="276999"/>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6000" rIns="0" rtlCol="0" anchor="ctr">
            <a:spAutoFit/>
          </a:bodyPr>
          <a:lstStyle/>
          <a:p>
            <a:pPr algn="ctr"/>
            <a:r>
              <a:rPr lang="ja-JP" altLang="en-US" sz="1200" dirty="0"/>
              <a:t>コマ別</a:t>
            </a:r>
            <a:r>
              <a:rPr kumimoji="1" lang="ja-JP" altLang="en-US" sz="1200" dirty="0"/>
              <a:t>スポット価格</a:t>
            </a:r>
          </a:p>
        </p:txBody>
      </p:sp>
      <p:sp>
        <p:nvSpPr>
          <p:cNvPr id="2" name="タイトル 1">
            <a:extLst>
              <a:ext uri="{FF2B5EF4-FFF2-40B4-BE49-F238E27FC236}">
                <a16:creationId xmlns:a16="http://schemas.microsoft.com/office/drawing/2014/main" id="{D10228AC-3B04-BF19-EC41-43ADEE7A9592}"/>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8107CD30-B16C-129E-68AA-CAAA24BCAE0E}"/>
              </a:ext>
            </a:extLst>
          </p:cNvPr>
          <p:cNvSpPr>
            <a:spLocks noGrp="1"/>
          </p:cNvSpPr>
          <p:nvPr>
            <p:ph idx="1"/>
          </p:nvPr>
        </p:nvSpPr>
        <p:spPr>
          <a:xfrm>
            <a:off x="331773" y="1035782"/>
            <a:ext cx="11531151" cy="465746"/>
          </a:xfrm>
        </p:spPr>
        <p:txBody>
          <a:bodyPr/>
          <a:lstStyle/>
          <a:p>
            <a:endParaRPr kumimoji="1" lang="ja-JP" altLang="en-US"/>
          </a:p>
        </p:txBody>
      </p:sp>
      <p:sp>
        <p:nvSpPr>
          <p:cNvPr id="6" name="正方形/長方形 5">
            <a:extLst>
              <a:ext uri="{FF2B5EF4-FFF2-40B4-BE49-F238E27FC236}">
                <a16:creationId xmlns:a16="http://schemas.microsoft.com/office/drawing/2014/main" id="{91E1D0AA-3787-4A7C-685E-2068823399F8}"/>
              </a:ext>
            </a:extLst>
          </p:cNvPr>
          <p:cNvSpPr/>
          <p:nvPr/>
        </p:nvSpPr>
        <p:spPr>
          <a:xfrm>
            <a:off x="2330214" y="3523369"/>
            <a:ext cx="4018893" cy="865821"/>
          </a:xfrm>
          <a:prstGeom prst="rect">
            <a:avLst/>
          </a:prstGeom>
          <a:solidFill>
            <a:schemeClr val="bg1">
              <a:lumMod val="9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917E1811-5F47-429D-CF59-C80A9F753C9C}"/>
              </a:ext>
            </a:extLst>
          </p:cNvPr>
          <p:cNvCxnSpPr>
            <a:cxnSpLocks/>
            <a:endCxn id="11" idx="2"/>
          </p:cNvCxnSpPr>
          <p:nvPr/>
        </p:nvCxnSpPr>
        <p:spPr>
          <a:xfrm flipV="1">
            <a:off x="3152863" y="3699646"/>
            <a:ext cx="508899" cy="212168"/>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EB6792AC-8338-CA2B-E449-D607127A09E2}"/>
              </a:ext>
            </a:extLst>
          </p:cNvPr>
          <p:cNvCxnSpPr>
            <a:cxnSpLocks/>
            <a:stCxn id="11" idx="6"/>
            <a:endCxn id="12" idx="2"/>
          </p:cNvCxnSpPr>
          <p:nvPr/>
        </p:nvCxnSpPr>
        <p:spPr>
          <a:xfrm>
            <a:off x="3763086" y="3699646"/>
            <a:ext cx="496127" cy="301571"/>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9" name="直線コネクタ 8">
            <a:extLst>
              <a:ext uri="{FF2B5EF4-FFF2-40B4-BE49-F238E27FC236}">
                <a16:creationId xmlns:a16="http://schemas.microsoft.com/office/drawing/2014/main" id="{CEFF5452-5733-2749-1F27-EEF75663D5B7}"/>
              </a:ext>
            </a:extLst>
          </p:cNvPr>
          <p:cNvCxnSpPr>
            <a:cxnSpLocks/>
            <a:stCxn id="12" idx="6"/>
          </p:cNvCxnSpPr>
          <p:nvPr/>
        </p:nvCxnSpPr>
        <p:spPr>
          <a:xfrm flipV="1">
            <a:off x="4360538" y="3862840"/>
            <a:ext cx="475863" cy="138377"/>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10" name="直線コネクタ 9">
            <a:extLst>
              <a:ext uri="{FF2B5EF4-FFF2-40B4-BE49-F238E27FC236}">
                <a16:creationId xmlns:a16="http://schemas.microsoft.com/office/drawing/2014/main" id="{95C2A10C-A682-1E98-193D-CC6477043D19}"/>
              </a:ext>
            </a:extLst>
          </p:cNvPr>
          <p:cNvCxnSpPr>
            <a:cxnSpLocks/>
          </p:cNvCxnSpPr>
          <p:nvPr/>
        </p:nvCxnSpPr>
        <p:spPr>
          <a:xfrm>
            <a:off x="4908049" y="3862840"/>
            <a:ext cx="505539" cy="247898"/>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11" name="楕円 10">
            <a:extLst>
              <a:ext uri="{FF2B5EF4-FFF2-40B4-BE49-F238E27FC236}">
                <a16:creationId xmlns:a16="http://schemas.microsoft.com/office/drawing/2014/main" id="{25C9E2D5-0ED1-8FE2-ADEF-AF0C0D25663A}"/>
              </a:ext>
            </a:extLst>
          </p:cNvPr>
          <p:cNvSpPr/>
          <p:nvPr/>
        </p:nvSpPr>
        <p:spPr>
          <a:xfrm>
            <a:off x="3661762" y="3648984"/>
            <a:ext cx="101324" cy="10132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05DDB730-04E4-9ABC-3C57-418FC5F5534E}"/>
              </a:ext>
            </a:extLst>
          </p:cNvPr>
          <p:cNvSpPr/>
          <p:nvPr/>
        </p:nvSpPr>
        <p:spPr>
          <a:xfrm>
            <a:off x="4259214" y="3950555"/>
            <a:ext cx="101324" cy="10132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E905ECE9-34BE-1C5B-4BE2-3D8181B549B0}"/>
              </a:ext>
            </a:extLst>
          </p:cNvPr>
          <p:cNvSpPr/>
          <p:nvPr/>
        </p:nvSpPr>
        <p:spPr>
          <a:xfrm>
            <a:off x="4821563" y="3805730"/>
            <a:ext cx="101324" cy="10132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C4845926-10BB-126C-159E-7517D60C5E5A}"/>
              </a:ext>
            </a:extLst>
          </p:cNvPr>
          <p:cNvSpPr/>
          <p:nvPr/>
        </p:nvSpPr>
        <p:spPr>
          <a:xfrm>
            <a:off x="5398749" y="4074154"/>
            <a:ext cx="101324" cy="10132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a:extLst>
              <a:ext uri="{FF2B5EF4-FFF2-40B4-BE49-F238E27FC236}">
                <a16:creationId xmlns:a16="http://schemas.microsoft.com/office/drawing/2014/main" id="{F12F77C2-AFB2-904D-B808-212A937A85D6}"/>
              </a:ext>
            </a:extLst>
          </p:cNvPr>
          <p:cNvCxnSpPr>
            <a:cxnSpLocks/>
            <a:stCxn id="14" idx="6"/>
          </p:cNvCxnSpPr>
          <p:nvPr/>
        </p:nvCxnSpPr>
        <p:spPr>
          <a:xfrm flipV="1">
            <a:off x="5500073" y="4074154"/>
            <a:ext cx="253671" cy="50662"/>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16" name="正方形/長方形 15">
            <a:extLst>
              <a:ext uri="{FF2B5EF4-FFF2-40B4-BE49-F238E27FC236}">
                <a16:creationId xmlns:a16="http://schemas.microsoft.com/office/drawing/2014/main" id="{957940AB-D105-568C-D70C-772657D602DF}"/>
              </a:ext>
            </a:extLst>
          </p:cNvPr>
          <p:cNvSpPr/>
          <p:nvPr/>
        </p:nvSpPr>
        <p:spPr>
          <a:xfrm>
            <a:off x="792062" y="5171758"/>
            <a:ext cx="1579698" cy="648000"/>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23153539-466E-CF8D-5F8F-9D33019653CB}"/>
              </a:ext>
            </a:extLst>
          </p:cNvPr>
          <p:cNvSpPr/>
          <p:nvPr/>
        </p:nvSpPr>
        <p:spPr>
          <a:xfrm>
            <a:off x="2577788" y="5730433"/>
            <a:ext cx="1579698" cy="648000"/>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FAF307F3-7223-493A-4EF4-3B02B973552A}"/>
              </a:ext>
            </a:extLst>
          </p:cNvPr>
          <p:cNvSpPr/>
          <p:nvPr/>
        </p:nvSpPr>
        <p:spPr>
          <a:xfrm>
            <a:off x="4304335" y="5342053"/>
            <a:ext cx="1579698" cy="648000"/>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68232217-B280-6C21-8481-32D8529D12D8}"/>
              </a:ext>
            </a:extLst>
          </p:cNvPr>
          <p:cNvSpPr/>
          <p:nvPr/>
        </p:nvSpPr>
        <p:spPr>
          <a:xfrm>
            <a:off x="6082952" y="5876757"/>
            <a:ext cx="1579698" cy="648000"/>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矢印コネクタ 19">
            <a:extLst>
              <a:ext uri="{FF2B5EF4-FFF2-40B4-BE49-F238E27FC236}">
                <a16:creationId xmlns:a16="http://schemas.microsoft.com/office/drawing/2014/main" id="{17FFC26E-399D-7CF5-949D-8D5256344277}"/>
              </a:ext>
            </a:extLst>
          </p:cNvPr>
          <p:cNvCxnSpPr>
            <a:cxnSpLocks/>
            <a:stCxn id="11" idx="3"/>
            <a:endCxn id="22" idx="6"/>
          </p:cNvCxnSpPr>
          <p:nvPr/>
        </p:nvCxnSpPr>
        <p:spPr>
          <a:xfrm flipH="1">
            <a:off x="946899" y="3735469"/>
            <a:ext cx="2729702" cy="1644721"/>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21" name="フリーフォーム: 図形 20">
            <a:extLst>
              <a:ext uri="{FF2B5EF4-FFF2-40B4-BE49-F238E27FC236}">
                <a16:creationId xmlns:a16="http://schemas.microsoft.com/office/drawing/2014/main" id="{60082E31-C792-C899-DC5B-F4517822AAE7}"/>
              </a:ext>
            </a:extLst>
          </p:cNvPr>
          <p:cNvSpPr/>
          <p:nvPr/>
        </p:nvSpPr>
        <p:spPr>
          <a:xfrm>
            <a:off x="905455" y="5270284"/>
            <a:ext cx="1307081" cy="419533"/>
          </a:xfrm>
          <a:custGeom>
            <a:avLst/>
            <a:gdLst>
              <a:gd name="csX0" fmla="*/ 0 w 819150"/>
              <a:gd name="csY0" fmla="*/ 57931 h 262922"/>
              <a:gd name="csX1" fmla="*/ 139700 w 819150"/>
              <a:gd name="csY1" fmla="*/ 229381 h 262922"/>
              <a:gd name="csX2" fmla="*/ 355600 w 819150"/>
              <a:gd name="csY2" fmla="*/ 242081 h 262922"/>
              <a:gd name="csX3" fmla="*/ 520700 w 819150"/>
              <a:gd name="csY3" fmla="*/ 781 h 262922"/>
              <a:gd name="csX4" fmla="*/ 819150 w 819150"/>
              <a:gd name="csY4" fmla="*/ 159531 h 262922"/>
              <a:gd name="csX5" fmla="*/ 819150 w 819150"/>
              <a:gd name="csY5" fmla="*/ 159531 h 262922"/>
            </a:gdLst>
            <a:ahLst/>
            <a:cxnLst>
              <a:cxn ang="0">
                <a:pos x="csX0" y="csY0"/>
              </a:cxn>
              <a:cxn ang="0">
                <a:pos x="csX1" y="csY1"/>
              </a:cxn>
              <a:cxn ang="0">
                <a:pos x="csX2" y="csY2"/>
              </a:cxn>
              <a:cxn ang="0">
                <a:pos x="csX3" y="csY3"/>
              </a:cxn>
              <a:cxn ang="0">
                <a:pos x="csX4" y="csY4"/>
              </a:cxn>
              <a:cxn ang="0">
                <a:pos x="csX5" y="csY5"/>
              </a:cxn>
            </a:cxnLst>
            <a:rect l="l" t="t" r="r" b="b"/>
            <a:pathLst>
              <a:path w="819150" h="262922">
                <a:moveTo>
                  <a:pt x="0" y="57931"/>
                </a:moveTo>
                <a:cubicBezTo>
                  <a:pt x="40216" y="128310"/>
                  <a:pt x="80433" y="198689"/>
                  <a:pt x="139700" y="229381"/>
                </a:cubicBezTo>
                <a:cubicBezTo>
                  <a:pt x="198967" y="260073"/>
                  <a:pt x="292100" y="280181"/>
                  <a:pt x="355600" y="242081"/>
                </a:cubicBezTo>
                <a:cubicBezTo>
                  <a:pt x="419100" y="203981"/>
                  <a:pt x="443442" y="14539"/>
                  <a:pt x="520700" y="781"/>
                </a:cubicBezTo>
                <a:cubicBezTo>
                  <a:pt x="597958" y="-12977"/>
                  <a:pt x="819150" y="159531"/>
                  <a:pt x="819150" y="159531"/>
                </a:cubicBezTo>
                <a:lnTo>
                  <a:pt x="819150" y="159531"/>
                </a:lnTo>
              </a:path>
            </a:pathLst>
          </a:custGeom>
          <a:noFill/>
          <a:ln w="9525">
            <a:prstDash val="sysDot"/>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EB53724C-3928-858D-5CD6-FE0D3AE29CA0}"/>
              </a:ext>
            </a:extLst>
          </p:cNvPr>
          <p:cNvSpPr/>
          <p:nvPr/>
        </p:nvSpPr>
        <p:spPr>
          <a:xfrm>
            <a:off x="900944" y="5357212"/>
            <a:ext cx="45955" cy="4595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98DF2C09-14E0-FE2D-D48E-460D490ABA1B}"/>
              </a:ext>
            </a:extLst>
          </p:cNvPr>
          <p:cNvSpPr/>
          <p:nvPr/>
        </p:nvSpPr>
        <p:spPr>
          <a:xfrm>
            <a:off x="946542" y="5437008"/>
            <a:ext cx="45955" cy="4595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EA3A2C39-D076-A99C-2718-7BE5E1A150CB}"/>
              </a:ext>
            </a:extLst>
          </p:cNvPr>
          <p:cNvSpPr/>
          <p:nvPr/>
        </p:nvSpPr>
        <p:spPr>
          <a:xfrm>
            <a:off x="1003537" y="5513004"/>
            <a:ext cx="45955" cy="4595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32194B43-4980-215B-5A50-6DCBEAB26B9A}"/>
              </a:ext>
            </a:extLst>
          </p:cNvPr>
          <p:cNvSpPr/>
          <p:nvPr/>
        </p:nvSpPr>
        <p:spPr>
          <a:xfrm>
            <a:off x="1054198" y="5585199"/>
            <a:ext cx="45955" cy="4595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28FFB91F-855B-3358-FE87-A020EE9E8EF0}"/>
              </a:ext>
            </a:extLst>
          </p:cNvPr>
          <p:cNvSpPr/>
          <p:nvPr/>
        </p:nvSpPr>
        <p:spPr>
          <a:xfrm>
            <a:off x="1140323" y="5627001"/>
            <a:ext cx="45955" cy="4595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矢印コネクタ 26">
            <a:extLst>
              <a:ext uri="{FF2B5EF4-FFF2-40B4-BE49-F238E27FC236}">
                <a16:creationId xmlns:a16="http://schemas.microsoft.com/office/drawing/2014/main" id="{33F52706-2D7B-4C0E-BBA0-57442E1E0A68}"/>
              </a:ext>
            </a:extLst>
          </p:cNvPr>
          <p:cNvCxnSpPr>
            <a:cxnSpLocks/>
            <a:stCxn id="11" idx="3"/>
            <a:endCxn id="23" idx="0"/>
          </p:cNvCxnSpPr>
          <p:nvPr/>
        </p:nvCxnSpPr>
        <p:spPr>
          <a:xfrm flipH="1">
            <a:off x="969520" y="3735469"/>
            <a:ext cx="2707081" cy="1701539"/>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28" name="楕円 27">
            <a:extLst>
              <a:ext uri="{FF2B5EF4-FFF2-40B4-BE49-F238E27FC236}">
                <a16:creationId xmlns:a16="http://schemas.microsoft.com/office/drawing/2014/main" id="{B2A89713-4D19-A816-7BAD-3CD615AFC96C}"/>
              </a:ext>
            </a:extLst>
          </p:cNvPr>
          <p:cNvSpPr/>
          <p:nvPr/>
        </p:nvSpPr>
        <p:spPr>
          <a:xfrm>
            <a:off x="2170033" y="5494014"/>
            <a:ext cx="45955" cy="4595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9" name="直線矢印コネクタ 28">
            <a:extLst>
              <a:ext uri="{FF2B5EF4-FFF2-40B4-BE49-F238E27FC236}">
                <a16:creationId xmlns:a16="http://schemas.microsoft.com/office/drawing/2014/main" id="{4365649D-8F7F-90C7-E342-087DA22D16DA}"/>
              </a:ext>
            </a:extLst>
          </p:cNvPr>
          <p:cNvCxnSpPr>
            <a:cxnSpLocks/>
            <a:stCxn id="11" idx="3"/>
            <a:endCxn id="28" idx="0"/>
          </p:cNvCxnSpPr>
          <p:nvPr/>
        </p:nvCxnSpPr>
        <p:spPr>
          <a:xfrm flipH="1">
            <a:off x="2193011" y="3735469"/>
            <a:ext cx="1483590" cy="1758545"/>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30" name="正方形/長方形 29">
            <a:extLst>
              <a:ext uri="{FF2B5EF4-FFF2-40B4-BE49-F238E27FC236}">
                <a16:creationId xmlns:a16="http://schemas.microsoft.com/office/drawing/2014/main" id="{0753566E-1B1C-E1DD-4DCF-40B36EBFC78C}"/>
              </a:ext>
            </a:extLst>
          </p:cNvPr>
          <p:cNvSpPr/>
          <p:nvPr/>
        </p:nvSpPr>
        <p:spPr>
          <a:xfrm>
            <a:off x="2322324" y="1717422"/>
            <a:ext cx="4034671" cy="1462499"/>
          </a:xfrm>
          <a:prstGeom prst="rect">
            <a:avLst/>
          </a:prstGeom>
          <a:solidFill>
            <a:schemeClr val="bg1">
              <a:lumMod val="9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31" name="直線コネクタ 30">
            <a:extLst>
              <a:ext uri="{FF2B5EF4-FFF2-40B4-BE49-F238E27FC236}">
                <a16:creationId xmlns:a16="http://schemas.microsoft.com/office/drawing/2014/main" id="{22412F2D-0A02-724C-312A-D935080A9367}"/>
              </a:ext>
            </a:extLst>
          </p:cNvPr>
          <p:cNvCxnSpPr>
            <a:cxnSpLocks/>
            <a:endCxn id="35" idx="3"/>
          </p:cNvCxnSpPr>
          <p:nvPr/>
        </p:nvCxnSpPr>
        <p:spPr>
          <a:xfrm flipV="1">
            <a:off x="3152863" y="1859489"/>
            <a:ext cx="538575" cy="612551"/>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1DFF7D2-D273-144B-7EAE-FE7F4934A869}"/>
              </a:ext>
            </a:extLst>
          </p:cNvPr>
          <p:cNvCxnSpPr>
            <a:cxnSpLocks/>
            <a:stCxn id="39" idx="5"/>
            <a:endCxn id="33" idx="1"/>
          </p:cNvCxnSpPr>
          <p:nvPr/>
        </p:nvCxnSpPr>
        <p:spPr>
          <a:xfrm>
            <a:off x="4908049" y="2330646"/>
            <a:ext cx="505539" cy="644061"/>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33" name="楕円 32">
            <a:extLst>
              <a:ext uri="{FF2B5EF4-FFF2-40B4-BE49-F238E27FC236}">
                <a16:creationId xmlns:a16="http://schemas.microsoft.com/office/drawing/2014/main" id="{2AACBBC0-1E8A-3406-0267-933DBD0E30DC}"/>
              </a:ext>
            </a:extLst>
          </p:cNvPr>
          <p:cNvSpPr/>
          <p:nvPr/>
        </p:nvSpPr>
        <p:spPr>
          <a:xfrm>
            <a:off x="5398749" y="2959869"/>
            <a:ext cx="101324" cy="10132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4" name="直線コネクタ 33">
            <a:extLst>
              <a:ext uri="{FF2B5EF4-FFF2-40B4-BE49-F238E27FC236}">
                <a16:creationId xmlns:a16="http://schemas.microsoft.com/office/drawing/2014/main" id="{E2CB30BF-4AD5-E9A2-590D-8929EADA7DA2}"/>
              </a:ext>
            </a:extLst>
          </p:cNvPr>
          <p:cNvCxnSpPr>
            <a:cxnSpLocks/>
            <a:stCxn id="33" idx="6"/>
          </p:cNvCxnSpPr>
          <p:nvPr/>
        </p:nvCxnSpPr>
        <p:spPr>
          <a:xfrm flipV="1">
            <a:off x="5500073" y="2841934"/>
            <a:ext cx="390458" cy="168597"/>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35" name="楕円 34">
            <a:extLst>
              <a:ext uri="{FF2B5EF4-FFF2-40B4-BE49-F238E27FC236}">
                <a16:creationId xmlns:a16="http://schemas.microsoft.com/office/drawing/2014/main" id="{1F47B9C2-9FC2-EE42-F6C5-17C0FCBDC2CE}"/>
              </a:ext>
            </a:extLst>
          </p:cNvPr>
          <p:cNvSpPr/>
          <p:nvPr/>
        </p:nvSpPr>
        <p:spPr>
          <a:xfrm>
            <a:off x="3676600" y="1773003"/>
            <a:ext cx="101324" cy="10132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6" name="直線コネクタ 35">
            <a:extLst>
              <a:ext uri="{FF2B5EF4-FFF2-40B4-BE49-F238E27FC236}">
                <a16:creationId xmlns:a16="http://schemas.microsoft.com/office/drawing/2014/main" id="{8A1EFEFC-BBFC-905A-70BC-F03BA40AA8D1}"/>
              </a:ext>
            </a:extLst>
          </p:cNvPr>
          <p:cNvCxnSpPr>
            <a:cxnSpLocks/>
            <a:stCxn id="35" idx="5"/>
            <a:endCxn id="38" idx="1"/>
          </p:cNvCxnSpPr>
          <p:nvPr/>
        </p:nvCxnSpPr>
        <p:spPr>
          <a:xfrm>
            <a:off x="3763086" y="1859489"/>
            <a:ext cx="510965" cy="870666"/>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3943C1D5-4892-BD71-3849-83873643E915}"/>
              </a:ext>
            </a:extLst>
          </p:cNvPr>
          <p:cNvCxnSpPr>
            <a:cxnSpLocks/>
            <a:stCxn id="38" idx="7"/>
            <a:endCxn id="39" idx="3"/>
          </p:cNvCxnSpPr>
          <p:nvPr/>
        </p:nvCxnSpPr>
        <p:spPr>
          <a:xfrm flipV="1">
            <a:off x="4345700" y="2330646"/>
            <a:ext cx="490701" cy="399509"/>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38" name="楕円 37">
            <a:extLst>
              <a:ext uri="{FF2B5EF4-FFF2-40B4-BE49-F238E27FC236}">
                <a16:creationId xmlns:a16="http://schemas.microsoft.com/office/drawing/2014/main" id="{6382526B-A068-C7C2-60DC-128D11BDA96D}"/>
              </a:ext>
            </a:extLst>
          </p:cNvPr>
          <p:cNvSpPr/>
          <p:nvPr/>
        </p:nvSpPr>
        <p:spPr>
          <a:xfrm>
            <a:off x="4259214" y="2715317"/>
            <a:ext cx="101324" cy="10132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楕円 38">
            <a:extLst>
              <a:ext uri="{FF2B5EF4-FFF2-40B4-BE49-F238E27FC236}">
                <a16:creationId xmlns:a16="http://schemas.microsoft.com/office/drawing/2014/main" id="{B1FDB6F4-3A80-9629-73B9-8E2680DE641E}"/>
              </a:ext>
            </a:extLst>
          </p:cNvPr>
          <p:cNvSpPr/>
          <p:nvPr/>
        </p:nvSpPr>
        <p:spPr>
          <a:xfrm>
            <a:off x="4821563" y="2244160"/>
            <a:ext cx="101324" cy="10132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フリーフォーム: 図形 39">
            <a:extLst>
              <a:ext uri="{FF2B5EF4-FFF2-40B4-BE49-F238E27FC236}">
                <a16:creationId xmlns:a16="http://schemas.microsoft.com/office/drawing/2014/main" id="{B46561B4-36FC-9039-F0B6-64A6A6B2BFFA}"/>
              </a:ext>
            </a:extLst>
          </p:cNvPr>
          <p:cNvSpPr/>
          <p:nvPr/>
        </p:nvSpPr>
        <p:spPr>
          <a:xfrm>
            <a:off x="2721705" y="5772446"/>
            <a:ext cx="1276683" cy="524841"/>
          </a:xfrm>
          <a:custGeom>
            <a:avLst/>
            <a:gdLst>
              <a:gd name="csX0" fmla="*/ 0 w 800100"/>
              <a:gd name="csY0" fmla="*/ 166689 h 328919"/>
              <a:gd name="csX1" fmla="*/ 119063 w 800100"/>
              <a:gd name="csY1" fmla="*/ 276226 h 328919"/>
              <a:gd name="csX2" fmla="*/ 285750 w 800100"/>
              <a:gd name="csY2" fmla="*/ 1 h 328919"/>
              <a:gd name="csX3" fmla="*/ 571500 w 800100"/>
              <a:gd name="csY3" fmla="*/ 280989 h 328919"/>
              <a:gd name="csX4" fmla="*/ 800100 w 800100"/>
              <a:gd name="csY4" fmla="*/ 328614 h 328919"/>
              <a:gd name="csX5" fmla="*/ 800100 w 800100"/>
              <a:gd name="csY5" fmla="*/ 328614 h 328919"/>
            </a:gdLst>
            <a:ahLst/>
            <a:cxnLst>
              <a:cxn ang="0">
                <a:pos x="csX0" y="csY0"/>
              </a:cxn>
              <a:cxn ang="0">
                <a:pos x="csX1" y="csY1"/>
              </a:cxn>
              <a:cxn ang="0">
                <a:pos x="csX2" y="csY2"/>
              </a:cxn>
              <a:cxn ang="0">
                <a:pos x="csX3" y="csY3"/>
              </a:cxn>
              <a:cxn ang="0">
                <a:pos x="csX4" y="csY4"/>
              </a:cxn>
              <a:cxn ang="0">
                <a:pos x="csX5" y="csY5"/>
              </a:cxn>
            </a:cxnLst>
            <a:rect l="l" t="t" r="r" b="b"/>
            <a:pathLst>
              <a:path w="800100" h="328919">
                <a:moveTo>
                  <a:pt x="0" y="166689"/>
                </a:moveTo>
                <a:cubicBezTo>
                  <a:pt x="35719" y="235348"/>
                  <a:pt x="71438" y="304007"/>
                  <a:pt x="119063" y="276226"/>
                </a:cubicBezTo>
                <a:cubicBezTo>
                  <a:pt x="166688" y="248445"/>
                  <a:pt x="210344" y="-793"/>
                  <a:pt x="285750" y="1"/>
                </a:cubicBezTo>
                <a:cubicBezTo>
                  <a:pt x="361156" y="795"/>
                  <a:pt x="485775" y="226220"/>
                  <a:pt x="571500" y="280989"/>
                </a:cubicBezTo>
                <a:cubicBezTo>
                  <a:pt x="657225" y="335758"/>
                  <a:pt x="800100" y="328614"/>
                  <a:pt x="800100" y="328614"/>
                </a:cubicBezTo>
                <a:lnTo>
                  <a:pt x="800100" y="328614"/>
                </a:lnTo>
              </a:path>
            </a:pathLst>
          </a:custGeom>
          <a:noFill/>
          <a:ln w="952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フリーフォーム: 図形 40">
            <a:extLst>
              <a:ext uri="{FF2B5EF4-FFF2-40B4-BE49-F238E27FC236}">
                <a16:creationId xmlns:a16="http://schemas.microsoft.com/office/drawing/2014/main" id="{8205320A-F631-A92A-D48A-73B778F71345}"/>
              </a:ext>
            </a:extLst>
          </p:cNvPr>
          <p:cNvSpPr/>
          <p:nvPr/>
        </p:nvSpPr>
        <p:spPr>
          <a:xfrm>
            <a:off x="4450718" y="5394527"/>
            <a:ext cx="1337478" cy="548905"/>
          </a:xfrm>
          <a:custGeom>
            <a:avLst/>
            <a:gdLst>
              <a:gd name="csX0" fmla="*/ 0 w 838200"/>
              <a:gd name="csY0" fmla="*/ 320188 h 344000"/>
              <a:gd name="csX1" fmla="*/ 145256 w 838200"/>
              <a:gd name="csY1" fmla="*/ 327332 h 344000"/>
              <a:gd name="csX2" fmla="*/ 257175 w 838200"/>
              <a:gd name="csY2" fmla="*/ 134450 h 344000"/>
              <a:gd name="csX3" fmla="*/ 395287 w 838200"/>
              <a:gd name="csY3" fmla="*/ 184457 h 344000"/>
              <a:gd name="csX4" fmla="*/ 528637 w 838200"/>
              <a:gd name="csY4" fmla="*/ 1100 h 344000"/>
              <a:gd name="csX5" fmla="*/ 659606 w 838200"/>
              <a:gd name="csY5" fmla="*/ 284469 h 344000"/>
              <a:gd name="csX6" fmla="*/ 838200 w 838200"/>
              <a:gd name="csY6" fmla="*/ 344000 h 344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38200" h="344000">
                <a:moveTo>
                  <a:pt x="0" y="320188"/>
                </a:moveTo>
                <a:cubicBezTo>
                  <a:pt x="51197" y="339238"/>
                  <a:pt x="102394" y="358288"/>
                  <a:pt x="145256" y="327332"/>
                </a:cubicBezTo>
                <a:cubicBezTo>
                  <a:pt x="188119" y="296376"/>
                  <a:pt x="215503" y="158262"/>
                  <a:pt x="257175" y="134450"/>
                </a:cubicBezTo>
                <a:cubicBezTo>
                  <a:pt x="298847" y="110638"/>
                  <a:pt x="350043" y="206682"/>
                  <a:pt x="395287" y="184457"/>
                </a:cubicBezTo>
                <a:cubicBezTo>
                  <a:pt x="440531" y="162232"/>
                  <a:pt x="484584" y="-15569"/>
                  <a:pt x="528637" y="1100"/>
                </a:cubicBezTo>
                <a:cubicBezTo>
                  <a:pt x="572690" y="17769"/>
                  <a:pt x="608012" y="227319"/>
                  <a:pt x="659606" y="284469"/>
                </a:cubicBezTo>
                <a:cubicBezTo>
                  <a:pt x="711200" y="341619"/>
                  <a:pt x="774700" y="342809"/>
                  <a:pt x="838200" y="344000"/>
                </a:cubicBezTo>
              </a:path>
            </a:pathLst>
          </a:custGeom>
          <a:noFill/>
          <a:ln w="952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フリーフォーム: 図形 41">
            <a:extLst>
              <a:ext uri="{FF2B5EF4-FFF2-40B4-BE49-F238E27FC236}">
                <a16:creationId xmlns:a16="http://schemas.microsoft.com/office/drawing/2014/main" id="{75358EC7-9C49-BA63-087F-05A2E5FDCB4B}"/>
              </a:ext>
            </a:extLst>
          </p:cNvPr>
          <p:cNvSpPr/>
          <p:nvPr/>
        </p:nvSpPr>
        <p:spPr>
          <a:xfrm>
            <a:off x="6243999" y="5960308"/>
            <a:ext cx="1329878" cy="471885"/>
          </a:xfrm>
          <a:custGeom>
            <a:avLst/>
            <a:gdLst>
              <a:gd name="csX0" fmla="*/ 0 w 833437"/>
              <a:gd name="csY0" fmla="*/ 178620 h 295731"/>
              <a:gd name="csX1" fmla="*/ 178594 w 833437"/>
              <a:gd name="csY1" fmla="*/ 250057 h 295731"/>
              <a:gd name="csX2" fmla="*/ 335756 w 833437"/>
              <a:gd name="csY2" fmla="*/ 104801 h 295731"/>
              <a:gd name="csX3" fmla="*/ 492919 w 833437"/>
              <a:gd name="csY3" fmla="*/ 4788 h 295731"/>
              <a:gd name="csX4" fmla="*/ 759619 w 833437"/>
              <a:gd name="csY4" fmla="*/ 259582 h 295731"/>
              <a:gd name="csX5" fmla="*/ 833437 w 833437"/>
              <a:gd name="csY5" fmla="*/ 288157 h 295731"/>
            </a:gdLst>
            <a:ahLst/>
            <a:cxnLst>
              <a:cxn ang="0">
                <a:pos x="csX0" y="csY0"/>
              </a:cxn>
              <a:cxn ang="0">
                <a:pos x="csX1" y="csY1"/>
              </a:cxn>
              <a:cxn ang="0">
                <a:pos x="csX2" y="csY2"/>
              </a:cxn>
              <a:cxn ang="0">
                <a:pos x="csX3" y="csY3"/>
              </a:cxn>
              <a:cxn ang="0">
                <a:pos x="csX4" y="csY4"/>
              </a:cxn>
              <a:cxn ang="0">
                <a:pos x="csX5" y="csY5"/>
              </a:cxn>
            </a:cxnLst>
            <a:rect l="l" t="t" r="r" b="b"/>
            <a:pathLst>
              <a:path w="833437" h="295731">
                <a:moveTo>
                  <a:pt x="0" y="178620"/>
                </a:moveTo>
                <a:cubicBezTo>
                  <a:pt x="61317" y="220490"/>
                  <a:pt x="122635" y="262360"/>
                  <a:pt x="178594" y="250057"/>
                </a:cubicBezTo>
                <a:cubicBezTo>
                  <a:pt x="234553" y="237754"/>
                  <a:pt x="283369" y="145679"/>
                  <a:pt x="335756" y="104801"/>
                </a:cubicBezTo>
                <a:cubicBezTo>
                  <a:pt x="388143" y="63923"/>
                  <a:pt x="422275" y="-21009"/>
                  <a:pt x="492919" y="4788"/>
                </a:cubicBezTo>
                <a:cubicBezTo>
                  <a:pt x="563563" y="30585"/>
                  <a:pt x="702866" y="212354"/>
                  <a:pt x="759619" y="259582"/>
                </a:cubicBezTo>
                <a:cubicBezTo>
                  <a:pt x="816372" y="306810"/>
                  <a:pt x="824904" y="297483"/>
                  <a:pt x="833437" y="288157"/>
                </a:cubicBezTo>
              </a:path>
            </a:pathLst>
          </a:custGeom>
          <a:noFill/>
          <a:ln w="952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3" name="直線矢印コネクタ 42">
            <a:extLst>
              <a:ext uri="{FF2B5EF4-FFF2-40B4-BE49-F238E27FC236}">
                <a16:creationId xmlns:a16="http://schemas.microsoft.com/office/drawing/2014/main" id="{0883278A-869E-DD55-F8E0-7DC79A9B9DE9}"/>
              </a:ext>
            </a:extLst>
          </p:cNvPr>
          <p:cNvCxnSpPr>
            <a:cxnSpLocks/>
            <a:stCxn id="12" idx="3"/>
            <a:endCxn id="44" idx="7"/>
          </p:cNvCxnSpPr>
          <p:nvPr/>
        </p:nvCxnSpPr>
        <p:spPr>
          <a:xfrm flipH="1">
            <a:off x="2760930" y="4037040"/>
            <a:ext cx="1513123" cy="1996673"/>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44" name="楕円 43">
            <a:extLst>
              <a:ext uri="{FF2B5EF4-FFF2-40B4-BE49-F238E27FC236}">
                <a16:creationId xmlns:a16="http://schemas.microsoft.com/office/drawing/2014/main" id="{04A99877-373C-055A-E891-3772B16FD8B4}"/>
              </a:ext>
            </a:extLst>
          </p:cNvPr>
          <p:cNvSpPr/>
          <p:nvPr/>
        </p:nvSpPr>
        <p:spPr>
          <a:xfrm>
            <a:off x="2721705" y="6026983"/>
            <a:ext cx="45955" cy="4595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矢印コネクタ 44">
            <a:extLst>
              <a:ext uri="{FF2B5EF4-FFF2-40B4-BE49-F238E27FC236}">
                <a16:creationId xmlns:a16="http://schemas.microsoft.com/office/drawing/2014/main" id="{4D0C6A41-99EE-328E-8CDA-3865BD52C690}"/>
              </a:ext>
            </a:extLst>
          </p:cNvPr>
          <p:cNvCxnSpPr>
            <a:cxnSpLocks/>
            <a:stCxn id="12" idx="3"/>
            <a:endCxn id="51" idx="0"/>
          </p:cNvCxnSpPr>
          <p:nvPr/>
        </p:nvCxnSpPr>
        <p:spPr>
          <a:xfrm flipH="1">
            <a:off x="3970704" y="4037040"/>
            <a:ext cx="303349" cy="2243254"/>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46" name="直線矢印コネクタ 45">
            <a:extLst>
              <a:ext uri="{FF2B5EF4-FFF2-40B4-BE49-F238E27FC236}">
                <a16:creationId xmlns:a16="http://schemas.microsoft.com/office/drawing/2014/main" id="{C3F1CC2B-5A6E-3A7E-B5D8-00F0DA489E45}"/>
              </a:ext>
            </a:extLst>
          </p:cNvPr>
          <p:cNvCxnSpPr>
            <a:cxnSpLocks/>
            <a:stCxn id="11" idx="3"/>
            <a:endCxn id="24" idx="1"/>
          </p:cNvCxnSpPr>
          <p:nvPr/>
        </p:nvCxnSpPr>
        <p:spPr>
          <a:xfrm flipH="1">
            <a:off x="1010267" y="3735469"/>
            <a:ext cx="2666334" cy="1784265"/>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47" name="直線矢印コネクタ 46">
            <a:extLst>
              <a:ext uri="{FF2B5EF4-FFF2-40B4-BE49-F238E27FC236}">
                <a16:creationId xmlns:a16="http://schemas.microsoft.com/office/drawing/2014/main" id="{F3DF13AA-58FF-4A4E-A22B-7FE334F6BFE1}"/>
              </a:ext>
            </a:extLst>
          </p:cNvPr>
          <p:cNvCxnSpPr>
            <a:cxnSpLocks/>
            <a:stCxn id="11" idx="3"/>
            <a:endCxn id="25" idx="1"/>
          </p:cNvCxnSpPr>
          <p:nvPr/>
        </p:nvCxnSpPr>
        <p:spPr>
          <a:xfrm flipH="1">
            <a:off x="1060928" y="3735469"/>
            <a:ext cx="2615673" cy="1856460"/>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48" name="直線矢印コネクタ 47">
            <a:extLst>
              <a:ext uri="{FF2B5EF4-FFF2-40B4-BE49-F238E27FC236}">
                <a16:creationId xmlns:a16="http://schemas.microsoft.com/office/drawing/2014/main" id="{281A1830-6039-0903-903B-93C1C761956E}"/>
              </a:ext>
            </a:extLst>
          </p:cNvPr>
          <p:cNvCxnSpPr>
            <a:cxnSpLocks/>
            <a:stCxn id="11" idx="3"/>
            <a:endCxn id="26" idx="0"/>
          </p:cNvCxnSpPr>
          <p:nvPr/>
        </p:nvCxnSpPr>
        <p:spPr>
          <a:xfrm flipH="1">
            <a:off x="1163301" y="3735469"/>
            <a:ext cx="2513300" cy="1891532"/>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49" name="テキスト ボックス 48">
            <a:extLst>
              <a:ext uri="{FF2B5EF4-FFF2-40B4-BE49-F238E27FC236}">
                <a16:creationId xmlns:a16="http://schemas.microsoft.com/office/drawing/2014/main" id="{382C30A9-0192-CA9A-A650-E7C84D77F02D}"/>
              </a:ext>
            </a:extLst>
          </p:cNvPr>
          <p:cNvSpPr txBox="1"/>
          <p:nvPr/>
        </p:nvSpPr>
        <p:spPr>
          <a:xfrm>
            <a:off x="632179" y="4090960"/>
            <a:ext cx="2016392" cy="461665"/>
          </a:xfrm>
          <a:prstGeom prst="rect">
            <a:avLst/>
          </a:prstGeom>
          <a:noFill/>
        </p:spPr>
        <p:txBody>
          <a:bodyPr wrap="square" rtlCol="0">
            <a:spAutoFit/>
          </a:bodyPr>
          <a:lstStyle/>
          <a:p>
            <a:r>
              <a:rPr kumimoji="1" lang="ja-JP" altLang="en-US" sz="1200" dirty="0"/>
              <a:t>平均値から</a:t>
            </a:r>
            <a:r>
              <a:rPr lang="en-US" altLang="ja-JP" sz="1200" dirty="0"/>
              <a:t>48</a:t>
            </a:r>
            <a:r>
              <a:rPr lang="ja-JP" altLang="en-US" sz="1200" dirty="0"/>
              <a:t>コマ分の</a:t>
            </a:r>
            <a:endParaRPr lang="en-US" altLang="ja-JP" sz="1200" dirty="0"/>
          </a:p>
          <a:p>
            <a:r>
              <a:rPr kumimoji="1" lang="ja-JP" altLang="en-US" sz="1200" dirty="0"/>
              <a:t>コマ別の価格へ変換</a:t>
            </a:r>
            <a:endParaRPr kumimoji="1" lang="en-US" altLang="ja-JP" sz="1200" dirty="0"/>
          </a:p>
        </p:txBody>
      </p:sp>
      <p:sp>
        <p:nvSpPr>
          <p:cNvPr id="51" name="楕円 50">
            <a:extLst>
              <a:ext uri="{FF2B5EF4-FFF2-40B4-BE49-F238E27FC236}">
                <a16:creationId xmlns:a16="http://schemas.microsoft.com/office/drawing/2014/main" id="{494204D7-A367-C4D5-9AEF-29F69749FD47}"/>
              </a:ext>
            </a:extLst>
          </p:cNvPr>
          <p:cNvSpPr/>
          <p:nvPr/>
        </p:nvSpPr>
        <p:spPr>
          <a:xfrm>
            <a:off x="3947726" y="6280294"/>
            <a:ext cx="45955" cy="4595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直線矢印コネクタ 51">
            <a:extLst>
              <a:ext uri="{FF2B5EF4-FFF2-40B4-BE49-F238E27FC236}">
                <a16:creationId xmlns:a16="http://schemas.microsoft.com/office/drawing/2014/main" id="{5AD16EFA-4AC4-40B4-77D1-2874600126D3}"/>
              </a:ext>
            </a:extLst>
          </p:cNvPr>
          <p:cNvCxnSpPr>
            <a:cxnSpLocks/>
            <a:stCxn id="13" idx="4"/>
            <a:endCxn id="54" idx="0"/>
          </p:cNvCxnSpPr>
          <p:nvPr/>
        </p:nvCxnSpPr>
        <p:spPr>
          <a:xfrm flipH="1">
            <a:off x="4453426" y="3907054"/>
            <a:ext cx="418799" cy="1966668"/>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53" name="直線矢印コネクタ 52">
            <a:extLst>
              <a:ext uri="{FF2B5EF4-FFF2-40B4-BE49-F238E27FC236}">
                <a16:creationId xmlns:a16="http://schemas.microsoft.com/office/drawing/2014/main" id="{2191B8DC-A710-AC5C-C24C-C21E6E1C12CC}"/>
              </a:ext>
            </a:extLst>
          </p:cNvPr>
          <p:cNvCxnSpPr>
            <a:cxnSpLocks/>
            <a:stCxn id="13" idx="4"/>
            <a:endCxn id="55" idx="0"/>
          </p:cNvCxnSpPr>
          <p:nvPr/>
        </p:nvCxnSpPr>
        <p:spPr>
          <a:xfrm>
            <a:off x="4872225" y="3907054"/>
            <a:ext cx="903490" cy="2019864"/>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54" name="楕円 53">
            <a:extLst>
              <a:ext uri="{FF2B5EF4-FFF2-40B4-BE49-F238E27FC236}">
                <a16:creationId xmlns:a16="http://schemas.microsoft.com/office/drawing/2014/main" id="{55F4A5F8-69F2-3EA8-84B9-7816040A2EA4}"/>
              </a:ext>
            </a:extLst>
          </p:cNvPr>
          <p:cNvSpPr/>
          <p:nvPr/>
        </p:nvSpPr>
        <p:spPr>
          <a:xfrm>
            <a:off x="4430448" y="5873722"/>
            <a:ext cx="45955" cy="4595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楕円 54">
            <a:extLst>
              <a:ext uri="{FF2B5EF4-FFF2-40B4-BE49-F238E27FC236}">
                <a16:creationId xmlns:a16="http://schemas.microsoft.com/office/drawing/2014/main" id="{D998D2B7-2878-71E3-193A-AA8EA249CBDB}"/>
              </a:ext>
            </a:extLst>
          </p:cNvPr>
          <p:cNvSpPr/>
          <p:nvPr/>
        </p:nvSpPr>
        <p:spPr>
          <a:xfrm>
            <a:off x="5752737" y="5926918"/>
            <a:ext cx="45955" cy="4595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6" name="直線矢印コネクタ 55">
            <a:extLst>
              <a:ext uri="{FF2B5EF4-FFF2-40B4-BE49-F238E27FC236}">
                <a16:creationId xmlns:a16="http://schemas.microsoft.com/office/drawing/2014/main" id="{AFACDE7A-0B65-1D05-0DFC-7F26D0493BB3}"/>
              </a:ext>
            </a:extLst>
          </p:cNvPr>
          <p:cNvCxnSpPr>
            <a:cxnSpLocks/>
            <a:stCxn id="14" idx="5"/>
            <a:endCxn id="42" idx="0"/>
          </p:cNvCxnSpPr>
          <p:nvPr/>
        </p:nvCxnSpPr>
        <p:spPr>
          <a:xfrm>
            <a:off x="5485234" y="4160639"/>
            <a:ext cx="758765" cy="2084685"/>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57" name="直線矢印コネクタ 56">
            <a:extLst>
              <a:ext uri="{FF2B5EF4-FFF2-40B4-BE49-F238E27FC236}">
                <a16:creationId xmlns:a16="http://schemas.microsoft.com/office/drawing/2014/main" id="{4C0BFB95-C573-0BEA-466F-D22A96D9DB72}"/>
              </a:ext>
            </a:extLst>
          </p:cNvPr>
          <p:cNvCxnSpPr>
            <a:cxnSpLocks/>
            <a:stCxn id="14" idx="5"/>
            <a:endCxn id="61" idx="1"/>
          </p:cNvCxnSpPr>
          <p:nvPr/>
        </p:nvCxnSpPr>
        <p:spPr>
          <a:xfrm>
            <a:off x="5485234" y="4160639"/>
            <a:ext cx="2059935" cy="2245889"/>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58" name="テキスト ボックス 57">
            <a:extLst>
              <a:ext uri="{FF2B5EF4-FFF2-40B4-BE49-F238E27FC236}">
                <a16:creationId xmlns:a16="http://schemas.microsoft.com/office/drawing/2014/main" id="{AD9CDEBD-BBC3-795D-F323-3BD83A6E3F26}"/>
              </a:ext>
            </a:extLst>
          </p:cNvPr>
          <p:cNvSpPr txBox="1"/>
          <p:nvPr/>
        </p:nvSpPr>
        <p:spPr>
          <a:xfrm>
            <a:off x="5526856" y="4429101"/>
            <a:ext cx="422517" cy="366922"/>
          </a:xfrm>
          <a:prstGeom prst="rect">
            <a:avLst/>
          </a:prstGeom>
          <a:noFill/>
        </p:spPr>
        <p:txBody>
          <a:bodyPr wrap="none" rtlCol="0">
            <a:spAutoFit/>
          </a:bodyPr>
          <a:lstStyle/>
          <a:p>
            <a:pPr algn="ctr"/>
            <a:r>
              <a:rPr kumimoji="1" lang="en-US" altLang="ja-JP" sz="1600" dirty="0"/>
              <a:t>…</a:t>
            </a:r>
            <a:endParaRPr kumimoji="1" lang="ja-JP" altLang="en-US" sz="1600" dirty="0"/>
          </a:p>
        </p:txBody>
      </p:sp>
      <p:sp>
        <p:nvSpPr>
          <p:cNvPr id="59" name="楕円 58">
            <a:extLst>
              <a:ext uri="{FF2B5EF4-FFF2-40B4-BE49-F238E27FC236}">
                <a16:creationId xmlns:a16="http://schemas.microsoft.com/office/drawing/2014/main" id="{67BF7F01-9495-1986-342A-C60469738E27}"/>
              </a:ext>
            </a:extLst>
          </p:cNvPr>
          <p:cNvSpPr/>
          <p:nvPr/>
        </p:nvSpPr>
        <p:spPr>
          <a:xfrm>
            <a:off x="5456526" y="4498129"/>
            <a:ext cx="564302" cy="171148"/>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楕円 59">
            <a:extLst>
              <a:ext uri="{FF2B5EF4-FFF2-40B4-BE49-F238E27FC236}">
                <a16:creationId xmlns:a16="http://schemas.microsoft.com/office/drawing/2014/main" id="{B4305568-EB8E-E6B9-80DA-A5194222BB3A}"/>
              </a:ext>
            </a:extLst>
          </p:cNvPr>
          <p:cNvSpPr/>
          <p:nvPr/>
        </p:nvSpPr>
        <p:spPr>
          <a:xfrm>
            <a:off x="6227545" y="6217410"/>
            <a:ext cx="45955" cy="4595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楕円 60">
            <a:extLst>
              <a:ext uri="{FF2B5EF4-FFF2-40B4-BE49-F238E27FC236}">
                <a16:creationId xmlns:a16="http://schemas.microsoft.com/office/drawing/2014/main" id="{C79C1C7E-41F6-4971-562A-8CE44A7FD744}"/>
              </a:ext>
            </a:extLst>
          </p:cNvPr>
          <p:cNvSpPr/>
          <p:nvPr/>
        </p:nvSpPr>
        <p:spPr>
          <a:xfrm>
            <a:off x="7538439" y="6399798"/>
            <a:ext cx="45955" cy="4595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8130EC5F-C631-ACD1-1539-75544247F96E}"/>
              </a:ext>
            </a:extLst>
          </p:cNvPr>
          <p:cNvSpPr txBox="1"/>
          <p:nvPr/>
        </p:nvSpPr>
        <p:spPr>
          <a:xfrm>
            <a:off x="4717383" y="4413209"/>
            <a:ext cx="422517" cy="366922"/>
          </a:xfrm>
          <a:prstGeom prst="rect">
            <a:avLst/>
          </a:prstGeom>
          <a:noFill/>
        </p:spPr>
        <p:txBody>
          <a:bodyPr wrap="none" rtlCol="0">
            <a:spAutoFit/>
          </a:bodyPr>
          <a:lstStyle/>
          <a:p>
            <a:pPr algn="ctr"/>
            <a:r>
              <a:rPr kumimoji="1" lang="en-US" altLang="ja-JP" sz="1600" dirty="0"/>
              <a:t>…</a:t>
            </a:r>
            <a:endParaRPr kumimoji="1" lang="ja-JP" altLang="en-US" sz="1600" dirty="0"/>
          </a:p>
        </p:txBody>
      </p:sp>
      <p:sp>
        <p:nvSpPr>
          <p:cNvPr id="63" name="楕円 62">
            <a:extLst>
              <a:ext uri="{FF2B5EF4-FFF2-40B4-BE49-F238E27FC236}">
                <a16:creationId xmlns:a16="http://schemas.microsoft.com/office/drawing/2014/main" id="{F7C119EA-8FCA-C065-0EBB-3B79486BD92D}"/>
              </a:ext>
            </a:extLst>
          </p:cNvPr>
          <p:cNvSpPr/>
          <p:nvPr/>
        </p:nvSpPr>
        <p:spPr>
          <a:xfrm>
            <a:off x="4647053" y="4482237"/>
            <a:ext cx="564302" cy="171148"/>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テキスト ボックス 63">
            <a:extLst>
              <a:ext uri="{FF2B5EF4-FFF2-40B4-BE49-F238E27FC236}">
                <a16:creationId xmlns:a16="http://schemas.microsoft.com/office/drawing/2014/main" id="{D11D37DE-2421-3816-224A-37758F7B4E78}"/>
              </a:ext>
            </a:extLst>
          </p:cNvPr>
          <p:cNvSpPr txBox="1"/>
          <p:nvPr/>
        </p:nvSpPr>
        <p:spPr>
          <a:xfrm>
            <a:off x="3829263" y="4404536"/>
            <a:ext cx="422517" cy="366922"/>
          </a:xfrm>
          <a:prstGeom prst="rect">
            <a:avLst/>
          </a:prstGeom>
          <a:noFill/>
        </p:spPr>
        <p:txBody>
          <a:bodyPr wrap="none" rtlCol="0">
            <a:spAutoFit/>
          </a:bodyPr>
          <a:lstStyle/>
          <a:p>
            <a:pPr algn="ctr"/>
            <a:r>
              <a:rPr kumimoji="1" lang="en-US" altLang="ja-JP" sz="1600" dirty="0"/>
              <a:t>…</a:t>
            </a:r>
            <a:endParaRPr kumimoji="1" lang="ja-JP" altLang="en-US" sz="1600" dirty="0"/>
          </a:p>
        </p:txBody>
      </p:sp>
      <p:sp>
        <p:nvSpPr>
          <p:cNvPr id="65" name="楕円 64">
            <a:extLst>
              <a:ext uri="{FF2B5EF4-FFF2-40B4-BE49-F238E27FC236}">
                <a16:creationId xmlns:a16="http://schemas.microsoft.com/office/drawing/2014/main" id="{6FAEC148-F15E-A9CE-6E1F-239FDAC51B41}"/>
              </a:ext>
            </a:extLst>
          </p:cNvPr>
          <p:cNvSpPr/>
          <p:nvPr/>
        </p:nvSpPr>
        <p:spPr>
          <a:xfrm>
            <a:off x="3758933" y="4473564"/>
            <a:ext cx="564302" cy="171148"/>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テキスト ボックス 65">
            <a:extLst>
              <a:ext uri="{FF2B5EF4-FFF2-40B4-BE49-F238E27FC236}">
                <a16:creationId xmlns:a16="http://schemas.microsoft.com/office/drawing/2014/main" id="{6D0CA633-E35D-3FEC-1933-52C03304A7F5}"/>
              </a:ext>
            </a:extLst>
          </p:cNvPr>
          <p:cNvSpPr txBox="1"/>
          <p:nvPr/>
        </p:nvSpPr>
        <p:spPr>
          <a:xfrm rot="2848417">
            <a:off x="2415079" y="4595866"/>
            <a:ext cx="422517" cy="366922"/>
          </a:xfrm>
          <a:prstGeom prst="rect">
            <a:avLst/>
          </a:prstGeom>
          <a:noFill/>
        </p:spPr>
        <p:txBody>
          <a:bodyPr wrap="none" rtlCol="0">
            <a:spAutoFit/>
          </a:bodyPr>
          <a:lstStyle/>
          <a:p>
            <a:pPr algn="ctr"/>
            <a:r>
              <a:rPr kumimoji="1" lang="en-US" altLang="ja-JP" sz="1600" dirty="0"/>
              <a:t>…</a:t>
            </a:r>
            <a:endParaRPr kumimoji="1" lang="ja-JP" altLang="en-US" sz="1600" dirty="0"/>
          </a:p>
        </p:txBody>
      </p:sp>
      <p:sp>
        <p:nvSpPr>
          <p:cNvPr id="67" name="楕円 66">
            <a:extLst>
              <a:ext uri="{FF2B5EF4-FFF2-40B4-BE49-F238E27FC236}">
                <a16:creationId xmlns:a16="http://schemas.microsoft.com/office/drawing/2014/main" id="{26410AF5-148A-1D8A-0BD0-C3C63B0B41FB}"/>
              </a:ext>
            </a:extLst>
          </p:cNvPr>
          <p:cNvSpPr/>
          <p:nvPr/>
        </p:nvSpPr>
        <p:spPr>
          <a:xfrm rot="2848417">
            <a:off x="2213545" y="4598430"/>
            <a:ext cx="684686" cy="171148"/>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8" name="直線矢印コネクタ 67">
            <a:extLst>
              <a:ext uri="{FF2B5EF4-FFF2-40B4-BE49-F238E27FC236}">
                <a16:creationId xmlns:a16="http://schemas.microsoft.com/office/drawing/2014/main" id="{F650523C-868C-0B19-3A56-241ACACC59DD}"/>
              </a:ext>
            </a:extLst>
          </p:cNvPr>
          <p:cNvCxnSpPr>
            <a:cxnSpLocks/>
            <a:stCxn id="30" idx="2"/>
            <a:endCxn id="6" idx="0"/>
          </p:cNvCxnSpPr>
          <p:nvPr/>
        </p:nvCxnSpPr>
        <p:spPr>
          <a:xfrm>
            <a:off x="4339660" y="3179921"/>
            <a:ext cx="1" cy="343448"/>
          </a:xfrm>
          <a:prstGeom prst="straightConnector1">
            <a:avLst/>
          </a:prstGeom>
          <a:ln w="19050">
            <a:solidFill>
              <a:schemeClr val="bg1">
                <a:lumMod val="50000"/>
              </a:schemeClr>
            </a:solidFill>
            <a:prstDash val="solid"/>
            <a:tailEnd type="triangle" w="lg" len="med"/>
          </a:ln>
        </p:spPr>
        <p:style>
          <a:lnRef idx="2">
            <a:schemeClr val="accent1"/>
          </a:lnRef>
          <a:fillRef idx="0">
            <a:schemeClr val="accent1"/>
          </a:fillRef>
          <a:effectRef idx="1">
            <a:schemeClr val="accent1"/>
          </a:effectRef>
          <a:fontRef idx="minor">
            <a:schemeClr val="tx1"/>
          </a:fontRef>
        </p:style>
      </p:cxnSp>
      <p:graphicFrame>
        <p:nvGraphicFramePr>
          <p:cNvPr id="69" name="表 68">
            <a:extLst>
              <a:ext uri="{FF2B5EF4-FFF2-40B4-BE49-F238E27FC236}">
                <a16:creationId xmlns:a16="http://schemas.microsoft.com/office/drawing/2014/main" id="{9626845C-0BD5-BA85-3DDE-3F5AB798ACDA}"/>
              </a:ext>
            </a:extLst>
          </p:cNvPr>
          <p:cNvGraphicFramePr>
            <a:graphicFrameLocks noGrp="1"/>
          </p:cNvGraphicFramePr>
          <p:nvPr>
            <p:extLst>
              <p:ext uri="{D42A27DB-BD31-4B8C-83A1-F6EECF244321}">
                <p14:modId xmlns:p14="http://schemas.microsoft.com/office/powerpoint/2010/main" val="3486034467"/>
              </p:ext>
            </p:extLst>
          </p:nvPr>
        </p:nvGraphicFramePr>
        <p:xfrm>
          <a:off x="8380272" y="3867344"/>
          <a:ext cx="3467635" cy="2714498"/>
        </p:xfrm>
        <a:graphic>
          <a:graphicData uri="http://schemas.openxmlformats.org/drawingml/2006/table">
            <a:tbl>
              <a:tblPr firstRow="1" bandRow="1"/>
              <a:tblGrid>
                <a:gridCol w="693527">
                  <a:extLst>
                    <a:ext uri="{9D8B030D-6E8A-4147-A177-3AD203B41FA5}">
                      <a16:colId xmlns:a16="http://schemas.microsoft.com/office/drawing/2014/main" val="1187811139"/>
                    </a:ext>
                  </a:extLst>
                </a:gridCol>
                <a:gridCol w="693527">
                  <a:extLst>
                    <a:ext uri="{9D8B030D-6E8A-4147-A177-3AD203B41FA5}">
                      <a16:colId xmlns:a16="http://schemas.microsoft.com/office/drawing/2014/main" val="3724946390"/>
                    </a:ext>
                  </a:extLst>
                </a:gridCol>
                <a:gridCol w="693527">
                  <a:extLst>
                    <a:ext uri="{9D8B030D-6E8A-4147-A177-3AD203B41FA5}">
                      <a16:colId xmlns:a16="http://schemas.microsoft.com/office/drawing/2014/main" val="1629234053"/>
                    </a:ext>
                  </a:extLst>
                </a:gridCol>
                <a:gridCol w="693527">
                  <a:extLst>
                    <a:ext uri="{9D8B030D-6E8A-4147-A177-3AD203B41FA5}">
                      <a16:colId xmlns:a16="http://schemas.microsoft.com/office/drawing/2014/main" val="2295633697"/>
                    </a:ext>
                  </a:extLst>
                </a:gridCol>
                <a:gridCol w="693527">
                  <a:extLst>
                    <a:ext uri="{9D8B030D-6E8A-4147-A177-3AD203B41FA5}">
                      <a16:colId xmlns:a16="http://schemas.microsoft.com/office/drawing/2014/main" val="203250672"/>
                    </a:ext>
                  </a:extLst>
                </a:gridCol>
              </a:tblGrid>
              <a:tr h="125413">
                <a:tc>
                  <a:txBody>
                    <a:bodyPr/>
                    <a:lstStyle/>
                    <a:p>
                      <a:pPr algn="ctr"/>
                      <a:r>
                        <a:rPr kumimoji="1" lang="ja-JP" altLang="en-US" sz="1000" dirty="0">
                          <a:solidFill>
                            <a:schemeClr val="bg1"/>
                          </a:solidFill>
                        </a:rPr>
                        <a:t>将来予測</a:t>
                      </a:r>
                      <a:endParaRPr kumimoji="1" lang="en-US" altLang="ja-JP" sz="1000" dirty="0">
                        <a:solidFill>
                          <a:schemeClr val="bg1"/>
                        </a:solidFill>
                      </a:endParaRPr>
                    </a:p>
                    <a:p>
                      <a:pPr algn="ctr"/>
                      <a:r>
                        <a:rPr kumimoji="1" lang="ja-JP" altLang="en-US" sz="1000" dirty="0">
                          <a:solidFill>
                            <a:schemeClr val="bg1"/>
                          </a:solidFill>
                        </a:rPr>
                        <a:t>日付</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000" dirty="0">
                          <a:solidFill>
                            <a:schemeClr val="bg1"/>
                          </a:solidFill>
                        </a:rPr>
                        <a:t>コマ１</a:t>
                      </a:r>
                      <a:endParaRPr kumimoji="1" lang="en-US" altLang="ja-JP" sz="1000" dirty="0">
                        <a:solidFill>
                          <a:schemeClr val="bg1"/>
                        </a:solidFill>
                      </a:endParaRPr>
                    </a:p>
                    <a:p>
                      <a:pPr algn="ctr"/>
                      <a:r>
                        <a:rPr kumimoji="1" lang="ja-JP" altLang="en-US" sz="10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000" dirty="0">
                          <a:solidFill>
                            <a:schemeClr val="bg1"/>
                          </a:solidFill>
                        </a:rPr>
                        <a:t>コマ２</a:t>
                      </a:r>
                      <a:endParaRPr kumimoji="1" lang="en-US" altLang="ja-JP" sz="1000" dirty="0">
                        <a:solidFill>
                          <a:schemeClr val="bg1"/>
                        </a:solidFill>
                      </a:endParaRPr>
                    </a:p>
                    <a:p>
                      <a:pPr algn="ctr"/>
                      <a:r>
                        <a:rPr kumimoji="1" lang="ja-JP" altLang="en-US" sz="10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000" dirty="0">
                          <a:solidFill>
                            <a:schemeClr val="bg1"/>
                          </a:solidFill>
                        </a:rPr>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000" dirty="0">
                          <a:solidFill>
                            <a:schemeClr val="bg1"/>
                          </a:solidFill>
                        </a:rPr>
                        <a:t>コマ</a:t>
                      </a:r>
                      <a:r>
                        <a:rPr kumimoji="1" lang="en-US" altLang="ja-JP" sz="1000" dirty="0">
                          <a:solidFill>
                            <a:schemeClr val="bg1"/>
                          </a:solidFill>
                        </a:rPr>
                        <a:t>48</a:t>
                      </a:r>
                    </a:p>
                    <a:p>
                      <a:pPr algn="ctr"/>
                      <a:r>
                        <a:rPr kumimoji="1" lang="ja-JP" altLang="en-US" sz="10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25413">
                <a:tc>
                  <a:txBody>
                    <a:bodyPr/>
                    <a:lstStyle/>
                    <a:p>
                      <a:pPr algn="ctr"/>
                      <a:r>
                        <a:rPr kumimoji="1" lang="en-US" altLang="ja-JP" sz="1000" dirty="0"/>
                        <a:t>2026/4/1</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8.92</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8.86</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9.10</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1000" dirty="0"/>
                        <a:t>2026/4/2</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15.55</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14.6</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18.9</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25413">
                <a:tc>
                  <a:txBody>
                    <a:bodyPr/>
                    <a:lstStyle/>
                    <a:p>
                      <a:pPr algn="ctr"/>
                      <a:r>
                        <a:rPr kumimoji="1" lang="en-US" altLang="ja-JP" sz="1000" dirty="0"/>
                        <a:t>2026/4/30</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7.30</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6.09</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6.10</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25413">
                <a:tc>
                  <a:txBody>
                    <a:bodyPr/>
                    <a:lstStyle/>
                    <a:p>
                      <a:pPr algn="ctr"/>
                      <a:r>
                        <a:rPr kumimoji="1" lang="en-US" altLang="ja-JP" sz="1000" dirty="0"/>
                        <a:t>2026/5/1</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13.06</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11.78</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12.86</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25413">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25413">
                <a:tc>
                  <a:txBody>
                    <a:bodyPr/>
                    <a:lstStyle/>
                    <a:p>
                      <a:pPr algn="ctr"/>
                      <a:r>
                        <a:rPr kumimoji="1" lang="en-US" altLang="ja-JP" sz="1000" dirty="0"/>
                        <a:t>2026/5/31</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15.06</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15.18</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14.97</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25413">
                <a:tc>
                  <a:txBody>
                    <a:bodyPr/>
                    <a:lstStyle/>
                    <a:p>
                      <a:pPr algn="ctr"/>
                      <a:r>
                        <a:rPr kumimoji="1" lang="en-US" altLang="ja-JP" sz="1000" dirty="0"/>
                        <a:t>2026/6/1</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9.24</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8.20</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8.61</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25413">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25413">
                <a:tc>
                  <a:txBody>
                    <a:bodyPr/>
                    <a:lstStyle/>
                    <a:p>
                      <a:pPr algn="ctr"/>
                      <a:r>
                        <a:rPr kumimoji="1" lang="en-US" altLang="ja-JP" sz="1000" dirty="0"/>
                        <a:t>2026/6/30</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17.76</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17.22</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13.24</a:t>
                      </a: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25413">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0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0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sp>
        <p:nvSpPr>
          <p:cNvPr id="70" name="正方形/長方形 69">
            <a:extLst>
              <a:ext uri="{FF2B5EF4-FFF2-40B4-BE49-F238E27FC236}">
                <a16:creationId xmlns:a16="http://schemas.microsoft.com/office/drawing/2014/main" id="{5D46F51F-A12F-A3DC-902F-43DBA48B9DB4}"/>
              </a:ext>
            </a:extLst>
          </p:cNvPr>
          <p:cNvSpPr/>
          <p:nvPr/>
        </p:nvSpPr>
        <p:spPr>
          <a:xfrm>
            <a:off x="8380272" y="1585308"/>
            <a:ext cx="3467635" cy="2114337"/>
          </a:xfrm>
          <a:prstGeom prst="rect">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4" name="正方形/長方形 83">
            <a:extLst>
              <a:ext uri="{FF2B5EF4-FFF2-40B4-BE49-F238E27FC236}">
                <a16:creationId xmlns:a16="http://schemas.microsoft.com/office/drawing/2014/main" id="{41A87ACF-7DBE-EE07-1435-A2D8BA6845E3}"/>
              </a:ext>
            </a:extLst>
          </p:cNvPr>
          <p:cNvSpPr/>
          <p:nvPr/>
        </p:nvSpPr>
        <p:spPr>
          <a:xfrm>
            <a:off x="2016325" y="1610264"/>
            <a:ext cx="1576835" cy="276999"/>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6000" rIns="0" rtlCol="0" anchor="ctr">
            <a:spAutoFit/>
          </a:bodyPr>
          <a:lstStyle/>
          <a:p>
            <a:pPr algn="ctr"/>
            <a:r>
              <a:rPr kumimoji="1" lang="ja-JP" altLang="en-US" sz="1200" dirty="0"/>
              <a:t>対数日次スポット価格</a:t>
            </a:r>
          </a:p>
        </p:txBody>
      </p:sp>
      <p:sp>
        <p:nvSpPr>
          <p:cNvPr id="85" name="正方形/長方形 84">
            <a:extLst>
              <a:ext uri="{FF2B5EF4-FFF2-40B4-BE49-F238E27FC236}">
                <a16:creationId xmlns:a16="http://schemas.microsoft.com/office/drawing/2014/main" id="{6E9314CF-B147-F926-3068-F6697F3B3B46}"/>
              </a:ext>
            </a:extLst>
          </p:cNvPr>
          <p:cNvSpPr/>
          <p:nvPr/>
        </p:nvSpPr>
        <p:spPr>
          <a:xfrm>
            <a:off x="2016325" y="3397545"/>
            <a:ext cx="1576835" cy="276999"/>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6000" rIns="0" rtlCol="0" anchor="ctr">
            <a:spAutoFit/>
          </a:bodyPr>
          <a:lstStyle/>
          <a:p>
            <a:pPr algn="ctr"/>
            <a:r>
              <a:rPr kumimoji="1" lang="ja-JP" altLang="en-US" sz="1200" dirty="0"/>
              <a:t>日次スポット価格</a:t>
            </a:r>
          </a:p>
        </p:txBody>
      </p:sp>
      <p:sp>
        <p:nvSpPr>
          <p:cNvPr id="87" name="正方形/長方形 86">
            <a:extLst>
              <a:ext uri="{FF2B5EF4-FFF2-40B4-BE49-F238E27FC236}">
                <a16:creationId xmlns:a16="http://schemas.microsoft.com/office/drawing/2014/main" id="{983BD8E3-2F26-9961-FD76-49F196F833AA}"/>
              </a:ext>
            </a:extLst>
          </p:cNvPr>
          <p:cNvSpPr/>
          <p:nvPr/>
        </p:nvSpPr>
        <p:spPr>
          <a:xfrm>
            <a:off x="8380272" y="1597328"/>
            <a:ext cx="997192" cy="26161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凡例</a:t>
            </a:r>
          </a:p>
        </p:txBody>
      </p:sp>
      <p:sp>
        <p:nvSpPr>
          <p:cNvPr id="89" name="テキスト ボックス 88">
            <a:extLst>
              <a:ext uri="{FF2B5EF4-FFF2-40B4-BE49-F238E27FC236}">
                <a16:creationId xmlns:a16="http://schemas.microsoft.com/office/drawing/2014/main" id="{94658828-E6B9-DB96-0FC6-0AB97AB9C7AB}"/>
              </a:ext>
            </a:extLst>
          </p:cNvPr>
          <p:cNvSpPr txBox="1"/>
          <p:nvPr/>
        </p:nvSpPr>
        <p:spPr>
          <a:xfrm>
            <a:off x="4421096" y="3203812"/>
            <a:ext cx="1920122" cy="276999"/>
          </a:xfrm>
          <a:prstGeom prst="rect">
            <a:avLst/>
          </a:prstGeom>
          <a:noFill/>
        </p:spPr>
        <p:txBody>
          <a:bodyPr wrap="square" rtlCol="0">
            <a:spAutoFit/>
          </a:bodyPr>
          <a:lstStyle/>
          <a:p>
            <a:r>
              <a:rPr lang="ja-JP" altLang="en-US" sz="1200" dirty="0"/>
              <a:t>指数関数で変換</a:t>
            </a:r>
            <a:endParaRPr kumimoji="1" lang="en-US" altLang="ja-JP" sz="1200" dirty="0"/>
          </a:p>
        </p:txBody>
      </p:sp>
      <p:grpSp>
        <p:nvGrpSpPr>
          <p:cNvPr id="92" name="グループ化 91">
            <a:extLst>
              <a:ext uri="{FF2B5EF4-FFF2-40B4-BE49-F238E27FC236}">
                <a16:creationId xmlns:a16="http://schemas.microsoft.com/office/drawing/2014/main" id="{BFA1D107-7FCD-AD00-6E6B-2B849094F318}"/>
              </a:ext>
            </a:extLst>
          </p:cNvPr>
          <p:cNvGrpSpPr/>
          <p:nvPr/>
        </p:nvGrpSpPr>
        <p:grpSpPr>
          <a:xfrm>
            <a:off x="8445764" y="2773025"/>
            <a:ext cx="790414" cy="431135"/>
            <a:chOff x="7341909" y="320096"/>
            <a:chExt cx="1579698" cy="861654"/>
          </a:xfrm>
        </p:grpSpPr>
        <p:sp>
          <p:nvSpPr>
            <p:cNvPr id="90" name="正方形/長方形 89">
              <a:extLst>
                <a:ext uri="{FF2B5EF4-FFF2-40B4-BE49-F238E27FC236}">
                  <a16:creationId xmlns:a16="http://schemas.microsoft.com/office/drawing/2014/main" id="{E129A424-E1B3-FF21-1EEB-132849D590F6}"/>
                </a:ext>
              </a:extLst>
            </p:cNvPr>
            <p:cNvSpPr/>
            <p:nvPr/>
          </p:nvSpPr>
          <p:spPr>
            <a:xfrm>
              <a:off x="7341909" y="320096"/>
              <a:ext cx="1579698" cy="861654"/>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フリーフォーム: 図形 90">
              <a:extLst>
                <a:ext uri="{FF2B5EF4-FFF2-40B4-BE49-F238E27FC236}">
                  <a16:creationId xmlns:a16="http://schemas.microsoft.com/office/drawing/2014/main" id="{B7B5F905-4987-FCDB-BE68-982DA9A097F8}"/>
                </a:ext>
              </a:extLst>
            </p:cNvPr>
            <p:cNvSpPr/>
            <p:nvPr/>
          </p:nvSpPr>
          <p:spPr>
            <a:xfrm>
              <a:off x="7523926" y="476409"/>
              <a:ext cx="1276683" cy="524841"/>
            </a:xfrm>
            <a:custGeom>
              <a:avLst/>
              <a:gdLst>
                <a:gd name="csX0" fmla="*/ 0 w 800100"/>
                <a:gd name="csY0" fmla="*/ 166689 h 328919"/>
                <a:gd name="csX1" fmla="*/ 119063 w 800100"/>
                <a:gd name="csY1" fmla="*/ 276226 h 328919"/>
                <a:gd name="csX2" fmla="*/ 285750 w 800100"/>
                <a:gd name="csY2" fmla="*/ 1 h 328919"/>
                <a:gd name="csX3" fmla="*/ 571500 w 800100"/>
                <a:gd name="csY3" fmla="*/ 280989 h 328919"/>
                <a:gd name="csX4" fmla="*/ 800100 w 800100"/>
                <a:gd name="csY4" fmla="*/ 328614 h 328919"/>
                <a:gd name="csX5" fmla="*/ 800100 w 800100"/>
                <a:gd name="csY5" fmla="*/ 328614 h 328919"/>
              </a:gdLst>
              <a:ahLst/>
              <a:cxnLst>
                <a:cxn ang="0">
                  <a:pos x="csX0" y="csY0"/>
                </a:cxn>
                <a:cxn ang="0">
                  <a:pos x="csX1" y="csY1"/>
                </a:cxn>
                <a:cxn ang="0">
                  <a:pos x="csX2" y="csY2"/>
                </a:cxn>
                <a:cxn ang="0">
                  <a:pos x="csX3" y="csY3"/>
                </a:cxn>
                <a:cxn ang="0">
                  <a:pos x="csX4" y="csY4"/>
                </a:cxn>
                <a:cxn ang="0">
                  <a:pos x="csX5" y="csY5"/>
                </a:cxn>
              </a:cxnLst>
              <a:rect l="l" t="t" r="r" b="b"/>
              <a:pathLst>
                <a:path w="800100" h="328919">
                  <a:moveTo>
                    <a:pt x="0" y="166689"/>
                  </a:moveTo>
                  <a:cubicBezTo>
                    <a:pt x="35719" y="235348"/>
                    <a:pt x="71438" y="304007"/>
                    <a:pt x="119063" y="276226"/>
                  </a:cubicBezTo>
                  <a:cubicBezTo>
                    <a:pt x="166688" y="248445"/>
                    <a:pt x="210344" y="-793"/>
                    <a:pt x="285750" y="1"/>
                  </a:cubicBezTo>
                  <a:cubicBezTo>
                    <a:pt x="361156" y="795"/>
                    <a:pt x="485775" y="226220"/>
                    <a:pt x="571500" y="280989"/>
                  </a:cubicBezTo>
                  <a:cubicBezTo>
                    <a:pt x="657225" y="335758"/>
                    <a:pt x="800100" y="328614"/>
                    <a:pt x="800100" y="328614"/>
                  </a:cubicBezTo>
                  <a:lnTo>
                    <a:pt x="800100" y="328614"/>
                  </a:lnTo>
                </a:path>
              </a:pathLst>
            </a:custGeom>
            <a:noFill/>
            <a:ln w="952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5" name="楕円 94">
            <a:extLst>
              <a:ext uri="{FF2B5EF4-FFF2-40B4-BE49-F238E27FC236}">
                <a16:creationId xmlns:a16="http://schemas.microsoft.com/office/drawing/2014/main" id="{03BF1D5D-FF56-1B3D-3B8E-69910021DD57}"/>
              </a:ext>
            </a:extLst>
          </p:cNvPr>
          <p:cNvSpPr/>
          <p:nvPr/>
        </p:nvSpPr>
        <p:spPr>
          <a:xfrm>
            <a:off x="8835743" y="2045979"/>
            <a:ext cx="101324" cy="10132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楕円 95">
            <a:extLst>
              <a:ext uri="{FF2B5EF4-FFF2-40B4-BE49-F238E27FC236}">
                <a16:creationId xmlns:a16="http://schemas.microsoft.com/office/drawing/2014/main" id="{BB2BB91E-5C29-3768-90B2-5E64D66009B5}"/>
              </a:ext>
            </a:extLst>
          </p:cNvPr>
          <p:cNvSpPr/>
          <p:nvPr/>
        </p:nvSpPr>
        <p:spPr>
          <a:xfrm>
            <a:off x="8826019" y="2426256"/>
            <a:ext cx="101324" cy="10132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7" name="テキスト ボックス 96">
            <a:extLst>
              <a:ext uri="{FF2B5EF4-FFF2-40B4-BE49-F238E27FC236}">
                <a16:creationId xmlns:a16="http://schemas.microsoft.com/office/drawing/2014/main" id="{E8CF00F3-4BB9-9FD4-96CF-2B352805B782}"/>
              </a:ext>
            </a:extLst>
          </p:cNvPr>
          <p:cNvSpPr txBox="1"/>
          <p:nvPr/>
        </p:nvSpPr>
        <p:spPr>
          <a:xfrm>
            <a:off x="9201150" y="1996359"/>
            <a:ext cx="2779495" cy="261610"/>
          </a:xfrm>
          <a:prstGeom prst="rect">
            <a:avLst/>
          </a:prstGeom>
          <a:noFill/>
        </p:spPr>
        <p:txBody>
          <a:bodyPr wrap="square" rtlCol="0">
            <a:spAutoFit/>
          </a:bodyPr>
          <a:lstStyle/>
          <a:p>
            <a:r>
              <a:rPr kumimoji="1" lang="en-US" altLang="ja-JP" sz="1100" dirty="0"/>
              <a:t>AR(1)</a:t>
            </a:r>
            <a:r>
              <a:rPr lang="ja-JP" altLang="en-US" sz="1100" dirty="0"/>
              <a:t>による</a:t>
            </a:r>
            <a:r>
              <a:rPr kumimoji="1" lang="ja-JP" altLang="en-US" sz="1100" dirty="0"/>
              <a:t>予測対数日次スポット価格</a:t>
            </a:r>
          </a:p>
        </p:txBody>
      </p:sp>
      <p:sp>
        <p:nvSpPr>
          <p:cNvPr id="100" name="楕円 99">
            <a:extLst>
              <a:ext uri="{FF2B5EF4-FFF2-40B4-BE49-F238E27FC236}">
                <a16:creationId xmlns:a16="http://schemas.microsoft.com/office/drawing/2014/main" id="{7F17F833-AC98-75F4-2438-506D8C411AB3}"/>
              </a:ext>
            </a:extLst>
          </p:cNvPr>
          <p:cNvSpPr/>
          <p:nvPr/>
        </p:nvSpPr>
        <p:spPr>
          <a:xfrm>
            <a:off x="8836267" y="3442711"/>
            <a:ext cx="100800" cy="100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テキスト ボックス 101">
            <a:extLst>
              <a:ext uri="{FF2B5EF4-FFF2-40B4-BE49-F238E27FC236}">
                <a16:creationId xmlns:a16="http://schemas.microsoft.com/office/drawing/2014/main" id="{03C8708C-5393-6B64-FB38-8FFC6CCCDDFF}"/>
              </a:ext>
            </a:extLst>
          </p:cNvPr>
          <p:cNvSpPr txBox="1"/>
          <p:nvPr/>
        </p:nvSpPr>
        <p:spPr>
          <a:xfrm>
            <a:off x="9201149" y="2362263"/>
            <a:ext cx="2779495" cy="261610"/>
          </a:xfrm>
          <a:prstGeom prst="rect">
            <a:avLst/>
          </a:prstGeom>
          <a:noFill/>
        </p:spPr>
        <p:txBody>
          <a:bodyPr wrap="square" rtlCol="0">
            <a:spAutoFit/>
          </a:bodyPr>
          <a:lstStyle/>
          <a:p>
            <a:r>
              <a:rPr kumimoji="1" lang="ja-JP" altLang="en-US" sz="1100" dirty="0"/>
              <a:t>予測日次平均スポット価格</a:t>
            </a:r>
          </a:p>
        </p:txBody>
      </p:sp>
      <p:sp>
        <p:nvSpPr>
          <p:cNvPr id="103" name="テキスト ボックス 102">
            <a:extLst>
              <a:ext uri="{FF2B5EF4-FFF2-40B4-BE49-F238E27FC236}">
                <a16:creationId xmlns:a16="http://schemas.microsoft.com/office/drawing/2014/main" id="{9E53759F-4085-1D6C-D052-38C83097B046}"/>
              </a:ext>
            </a:extLst>
          </p:cNvPr>
          <p:cNvSpPr txBox="1"/>
          <p:nvPr/>
        </p:nvSpPr>
        <p:spPr>
          <a:xfrm>
            <a:off x="9201150" y="2678554"/>
            <a:ext cx="2646758" cy="600164"/>
          </a:xfrm>
          <a:prstGeom prst="rect">
            <a:avLst/>
          </a:prstGeom>
          <a:noFill/>
        </p:spPr>
        <p:txBody>
          <a:bodyPr wrap="square" rtlCol="0">
            <a:spAutoFit/>
          </a:bodyPr>
          <a:lstStyle/>
          <a:p>
            <a:r>
              <a:rPr lang="ja-JP" altLang="en-US" sz="1100" dirty="0"/>
              <a:t>過去データにおける日次平均スポット価格に対するコマ別価格に対する倍率</a:t>
            </a:r>
            <a:endParaRPr lang="en-US" altLang="ja-JP" sz="1100" dirty="0"/>
          </a:p>
          <a:p>
            <a:r>
              <a:rPr kumimoji="1" lang="en-US" altLang="ja-JP" sz="1100" dirty="0"/>
              <a:t>(1</a:t>
            </a:r>
            <a:r>
              <a:rPr kumimoji="1" lang="ja-JP" altLang="en-US" sz="1100" dirty="0"/>
              <a:t>日の</a:t>
            </a:r>
            <a:r>
              <a:rPr lang="ja-JP" altLang="en-US" sz="1100" dirty="0"/>
              <a:t>時刻変動パターン</a:t>
            </a:r>
            <a:r>
              <a:rPr kumimoji="1" lang="en-US" altLang="ja-JP" sz="1100" dirty="0"/>
              <a:t>)</a:t>
            </a:r>
          </a:p>
        </p:txBody>
      </p:sp>
      <p:sp>
        <p:nvSpPr>
          <p:cNvPr id="104" name="テキスト ボックス 103">
            <a:extLst>
              <a:ext uri="{FF2B5EF4-FFF2-40B4-BE49-F238E27FC236}">
                <a16:creationId xmlns:a16="http://schemas.microsoft.com/office/drawing/2014/main" id="{CF6213B1-A8D8-7A83-5D70-1764D2DF5FF3}"/>
              </a:ext>
            </a:extLst>
          </p:cNvPr>
          <p:cNvSpPr txBox="1"/>
          <p:nvPr/>
        </p:nvSpPr>
        <p:spPr>
          <a:xfrm>
            <a:off x="9201149" y="3350006"/>
            <a:ext cx="2779495" cy="261610"/>
          </a:xfrm>
          <a:prstGeom prst="rect">
            <a:avLst/>
          </a:prstGeom>
          <a:noFill/>
        </p:spPr>
        <p:txBody>
          <a:bodyPr wrap="square" rtlCol="0">
            <a:spAutoFit/>
          </a:bodyPr>
          <a:lstStyle/>
          <a:p>
            <a:r>
              <a:rPr lang="ja-JP" altLang="en-US" sz="1100" dirty="0"/>
              <a:t>予測コマ別スポット価格</a:t>
            </a:r>
            <a:endParaRPr kumimoji="1" lang="ja-JP" altLang="en-US" sz="1100" dirty="0"/>
          </a:p>
        </p:txBody>
      </p:sp>
      <p:sp>
        <p:nvSpPr>
          <p:cNvPr id="106" name="正方形/長方形 105">
            <a:extLst>
              <a:ext uri="{FF2B5EF4-FFF2-40B4-BE49-F238E27FC236}">
                <a16:creationId xmlns:a16="http://schemas.microsoft.com/office/drawing/2014/main" id="{25FBE092-66B6-52AD-F376-3057543C809F}"/>
              </a:ext>
            </a:extLst>
          </p:cNvPr>
          <p:cNvSpPr/>
          <p:nvPr/>
        </p:nvSpPr>
        <p:spPr>
          <a:xfrm>
            <a:off x="8343557" y="3803939"/>
            <a:ext cx="3555337" cy="282397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 name="正方形/長方形 104">
            <a:extLst>
              <a:ext uri="{FF2B5EF4-FFF2-40B4-BE49-F238E27FC236}">
                <a16:creationId xmlns:a16="http://schemas.microsoft.com/office/drawing/2014/main" id="{B3A95B0A-EFA3-DF11-DBED-74C5301723E6}"/>
              </a:ext>
            </a:extLst>
          </p:cNvPr>
          <p:cNvSpPr/>
          <p:nvPr/>
        </p:nvSpPr>
        <p:spPr>
          <a:xfrm>
            <a:off x="653823" y="5084973"/>
            <a:ext cx="7137627" cy="14841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1" name="直線矢印コネクタ 110">
            <a:extLst>
              <a:ext uri="{FF2B5EF4-FFF2-40B4-BE49-F238E27FC236}">
                <a16:creationId xmlns:a16="http://schemas.microsoft.com/office/drawing/2014/main" id="{E222B2E9-5770-7020-C771-BEA53CA391D2}"/>
              </a:ext>
            </a:extLst>
          </p:cNvPr>
          <p:cNvCxnSpPr>
            <a:cxnSpLocks/>
            <a:stCxn id="105" idx="3"/>
          </p:cNvCxnSpPr>
          <p:nvPr/>
        </p:nvCxnSpPr>
        <p:spPr>
          <a:xfrm>
            <a:off x="7791450" y="5827042"/>
            <a:ext cx="558800" cy="0"/>
          </a:xfrm>
          <a:prstGeom prst="straightConnector1">
            <a:avLst/>
          </a:prstGeom>
          <a:ln w="793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9691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1C56D4-621C-25C9-ACAE-31E27319F02C}"/>
              </a:ext>
            </a:extLst>
          </p:cNvPr>
          <p:cNvSpPr>
            <a:spLocks noGrp="1"/>
          </p:cNvSpPr>
          <p:nvPr>
            <p:ph type="title"/>
          </p:nvPr>
        </p:nvSpPr>
        <p:spPr/>
        <p:txBody>
          <a:bodyPr/>
          <a:lstStyle/>
          <a:p>
            <a:r>
              <a:rPr kumimoji="1" lang="ja-JP" altLang="en-US" dirty="0"/>
              <a:t>上限のないペイオフ</a:t>
            </a:r>
          </a:p>
        </p:txBody>
      </p:sp>
      <p:sp>
        <p:nvSpPr>
          <p:cNvPr id="3" name="コンテンツ プレースホルダー 2">
            <a:extLst>
              <a:ext uri="{FF2B5EF4-FFF2-40B4-BE49-F238E27FC236}">
                <a16:creationId xmlns:a16="http://schemas.microsoft.com/office/drawing/2014/main" id="{77CE5A78-F5A0-B586-8747-037D7EA87E37}"/>
              </a:ext>
            </a:extLst>
          </p:cNvPr>
          <p:cNvSpPr>
            <a:spLocks noGrp="1"/>
          </p:cNvSpPr>
          <p:nvPr>
            <p:ph idx="1"/>
          </p:nvPr>
        </p:nvSpPr>
        <p:spPr/>
        <p:txBody>
          <a:bodyPr/>
          <a:lstStyle/>
          <a:p>
            <a:endParaRPr kumimoji="1" lang="ja-JP" altLang="en-US" dirty="0"/>
          </a:p>
        </p:txBody>
      </p:sp>
      <p:sp>
        <p:nvSpPr>
          <p:cNvPr id="4" name="正方形/長方形 3">
            <a:extLst>
              <a:ext uri="{FF2B5EF4-FFF2-40B4-BE49-F238E27FC236}">
                <a16:creationId xmlns:a16="http://schemas.microsoft.com/office/drawing/2014/main" id="{DE2F948D-4C5F-B895-88A1-04777E8AB06C}"/>
              </a:ext>
            </a:extLst>
          </p:cNvPr>
          <p:cNvSpPr/>
          <p:nvPr/>
        </p:nvSpPr>
        <p:spPr>
          <a:xfrm>
            <a:off x="1253509" y="1979789"/>
            <a:ext cx="9704438" cy="27038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普通に</a:t>
            </a:r>
            <a:r>
              <a:rPr kumimoji="1" lang="en-US" altLang="ja-JP" dirty="0"/>
              <a:t>St – K</a:t>
            </a:r>
            <a:r>
              <a:rPr kumimoji="1" lang="ja-JP" altLang="en-US" dirty="0"/>
              <a:t>の話を書く</a:t>
            </a:r>
          </a:p>
        </p:txBody>
      </p:sp>
    </p:spTree>
    <p:extLst>
      <p:ext uri="{BB962C8B-B14F-4D97-AF65-F5344CB8AC3E}">
        <p14:creationId xmlns:p14="http://schemas.microsoft.com/office/powerpoint/2010/main" val="2373877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91D3E-13E5-1403-38AE-5BDBCCDBB8DA}"/>
            </a:ext>
          </a:extLst>
        </p:cNvPr>
        <p:cNvGrpSpPr/>
        <p:nvPr/>
      </p:nvGrpSpPr>
      <p:grpSpPr>
        <a:xfrm>
          <a:off x="0" y="0"/>
          <a:ext cx="0" cy="0"/>
          <a:chOff x="0" y="0"/>
          <a:chExt cx="0" cy="0"/>
        </a:xfrm>
      </p:grpSpPr>
      <p:sp>
        <p:nvSpPr>
          <p:cNvPr id="43" name="正方形/長方形 42">
            <a:extLst>
              <a:ext uri="{FF2B5EF4-FFF2-40B4-BE49-F238E27FC236}">
                <a16:creationId xmlns:a16="http://schemas.microsoft.com/office/drawing/2014/main" id="{FE1945A4-1A75-71FD-B822-A2BC483A6003}"/>
              </a:ext>
            </a:extLst>
          </p:cNvPr>
          <p:cNvSpPr/>
          <p:nvPr/>
        </p:nvSpPr>
        <p:spPr>
          <a:xfrm>
            <a:off x="215757" y="2275012"/>
            <a:ext cx="7483673" cy="4335695"/>
          </a:xfrm>
          <a:prstGeom prst="rect">
            <a:avLst/>
          </a:prstGeom>
          <a:solidFill>
            <a:schemeClr val="tx2">
              <a:lumMod val="10000"/>
              <a:lumOff val="9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CEB3B281-AC59-EE23-1499-18B11D43132F}"/>
              </a:ext>
            </a:extLst>
          </p:cNvPr>
          <p:cNvSpPr>
            <a:spLocks noGrp="1"/>
          </p:cNvSpPr>
          <p:nvPr>
            <p:ph type="title"/>
          </p:nvPr>
        </p:nvSpPr>
        <p:spPr/>
        <p:txBody>
          <a:bodyPr/>
          <a:lstStyle/>
          <a:p>
            <a:r>
              <a:rPr kumimoji="1" lang="ja-JP" altLang="en-US" dirty="0"/>
              <a:t>増量オプションのペイオフ計算</a:t>
            </a:r>
          </a:p>
        </p:txBody>
      </p:sp>
      <p:sp>
        <p:nvSpPr>
          <p:cNvPr id="3" name="コンテンツ プレースホルダー 2">
            <a:extLst>
              <a:ext uri="{FF2B5EF4-FFF2-40B4-BE49-F238E27FC236}">
                <a16:creationId xmlns:a16="http://schemas.microsoft.com/office/drawing/2014/main" id="{D556D7F6-9B5D-2376-50E0-AD5D4B07F433}"/>
              </a:ext>
            </a:extLst>
          </p:cNvPr>
          <p:cNvSpPr>
            <a:spLocks noGrp="1"/>
          </p:cNvSpPr>
          <p:nvPr>
            <p:ph idx="1"/>
          </p:nvPr>
        </p:nvSpPr>
        <p:spPr>
          <a:xfrm>
            <a:off x="331773" y="1035782"/>
            <a:ext cx="11531151" cy="573022"/>
          </a:xfrm>
        </p:spPr>
        <p:txBody>
          <a:bodyPr/>
          <a:lstStyle/>
          <a:p>
            <a:endParaRPr kumimoji="1" lang="ja-JP" altLang="en-US"/>
          </a:p>
        </p:txBody>
      </p:sp>
      <p:sp>
        <p:nvSpPr>
          <p:cNvPr id="4" name="正方形/長方形 3">
            <a:extLst>
              <a:ext uri="{FF2B5EF4-FFF2-40B4-BE49-F238E27FC236}">
                <a16:creationId xmlns:a16="http://schemas.microsoft.com/office/drawing/2014/main" id="{CF022AEB-9A27-4068-DB9E-19B3FA1EB7E5}"/>
              </a:ext>
            </a:extLst>
          </p:cNvPr>
          <p:cNvSpPr/>
          <p:nvPr/>
        </p:nvSpPr>
        <p:spPr>
          <a:xfrm>
            <a:off x="4250687" y="2711123"/>
            <a:ext cx="3150441" cy="2953752"/>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5" name="正方形/長方形 4">
                <a:extLst>
                  <a:ext uri="{FF2B5EF4-FFF2-40B4-BE49-F238E27FC236}">
                    <a16:creationId xmlns:a16="http://schemas.microsoft.com/office/drawing/2014/main" id="{E34A0F5D-3B13-87AB-6C15-E9F71CCB06A7}"/>
                  </a:ext>
                </a:extLst>
              </p:cNvPr>
              <p:cNvSpPr/>
              <p:nvPr/>
            </p:nvSpPr>
            <p:spPr>
              <a:xfrm>
                <a:off x="4250688" y="2719193"/>
                <a:ext cx="3150440" cy="251931"/>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先物</a:t>
                </a:r>
                <a:r>
                  <a:rPr kumimoji="1" lang="ja-JP" altLang="en-US" sz="1400" dirty="0"/>
                  <a:t>価格から計算式で算出した </a:t>
                </a:r>
                <a14:m>
                  <m:oMath xmlns:m="http://schemas.openxmlformats.org/officeDocument/2006/math">
                    <m:r>
                      <a:rPr kumimoji="1" lang="en-US" altLang="ja-JP" sz="1400" b="0" i="1" smtClean="0">
                        <a:latin typeface="Cambria Math" panose="02040503050406030204" pitchFamily="18" charset="0"/>
                      </a:rPr>
                      <m:t>𝐾</m:t>
                    </m:r>
                  </m:oMath>
                </a14:m>
                <a:endParaRPr kumimoji="1" lang="ja-JP" altLang="en-US" sz="1400" dirty="0"/>
              </a:p>
            </p:txBody>
          </p:sp>
        </mc:Choice>
        <mc:Fallback>
          <p:sp>
            <p:nvSpPr>
              <p:cNvPr id="5" name="正方形/長方形 4">
                <a:extLst>
                  <a:ext uri="{FF2B5EF4-FFF2-40B4-BE49-F238E27FC236}">
                    <a16:creationId xmlns:a16="http://schemas.microsoft.com/office/drawing/2014/main" id="{E34A0F5D-3B13-87AB-6C15-E9F71CCB06A7}"/>
                  </a:ext>
                </a:extLst>
              </p:cNvPr>
              <p:cNvSpPr>
                <a:spLocks noRot="1" noChangeAspect="1" noMove="1" noResize="1" noEditPoints="1" noAdjustHandles="1" noChangeArrowheads="1" noChangeShapeType="1" noTextEdit="1"/>
              </p:cNvSpPr>
              <p:nvPr/>
            </p:nvSpPr>
            <p:spPr>
              <a:xfrm>
                <a:off x="4250688" y="2719193"/>
                <a:ext cx="3150440" cy="251931"/>
              </a:xfrm>
              <a:prstGeom prst="rect">
                <a:avLst/>
              </a:prstGeom>
              <a:blipFill>
                <a:blip r:embed="rId3"/>
                <a:stretch>
                  <a:fillRect t="-14634" b="-36585"/>
                </a:stretch>
              </a:blipFill>
              <a:ln>
                <a:noFill/>
              </a:ln>
            </p:spPr>
            <p:txBody>
              <a:bodyPr/>
              <a:lstStyle/>
              <a:p>
                <a:r>
                  <a:rPr lang="ja-JP" altLang="en-US">
                    <a:noFill/>
                  </a:rPr>
                  <a:t> </a:t>
                </a:r>
              </a:p>
            </p:txBody>
          </p:sp>
        </mc:Fallback>
      </mc:AlternateContent>
      <p:sp>
        <p:nvSpPr>
          <p:cNvPr id="6" name="正方形/長方形 5">
            <a:extLst>
              <a:ext uri="{FF2B5EF4-FFF2-40B4-BE49-F238E27FC236}">
                <a16:creationId xmlns:a16="http://schemas.microsoft.com/office/drawing/2014/main" id="{59CFB751-DF37-B2C6-C374-544A8E42CC20}"/>
              </a:ext>
            </a:extLst>
          </p:cNvPr>
          <p:cNvSpPr/>
          <p:nvPr/>
        </p:nvSpPr>
        <p:spPr>
          <a:xfrm>
            <a:off x="8573368" y="2971124"/>
            <a:ext cx="3150441" cy="2953752"/>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7" name="正方形/長方形 6">
                <a:extLst>
                  <a:ext uri="{FF2B5EF4-FFF2-40B4-BE49-F238E27FC236}">
                    <a16:creationId xmlns:a16="http://schemas.microsoft.com/office/drawing/2014/main" id="{984D6197-B178-4860-BA99-8598615766B5}"/>
                  </a:ext>
                </a:extLst>
              </p:cNvPr>
              <p:cNvSpPr/>
              <p:nvPr/>
            </p:nvSpPr>
            <p:spPr>
              <a:xfrm>
                <a:off x="8573369" y="2979194"/>
                <a:ext cx="3150440" cy="250183"/>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ja-JP" altLang="en-US" sz="1200" dirty="0"/>
                  <a:t>増量オプションのペイオフ </a:t>
                </a:r>
                <a14:m>
                  <m:oMath xmlns:m="http://schemas.openxmlformats.org/officeDocument/2006/math">
                    <m:r>
                      <a:rPr lang="en-US" altLang="ja-JP" sz="1200" b="0" i="1" smtClean="0">
                        <a:latin typeface="Cambria Math" panose="02040503050406030204" pitchFamily="18" charset="0"/>
                      </a:rPr>
                      <m:t>𝑀𝑎𝑥</m:t>
                    </m:r>
                    <m:r>
                      <a:rPr lang="en-US" altLang="ja-JP" sz="1200" b="0" i="1" smtClean="0">
                        <a:latin typeface="Cambria Math" panose="02040503050406030204" pitchFamily="18" charset="0"/>
                      </a:rPr>
                      <m:t>(</m:t>
                    </m:r>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𝑃</m:t>
                        </m:r>
                      </m:e>
                      <m:sub>
                        <m:r>
                          <a:rPr lang="en-US" altLang="ja-JP" sz="1200" b="0" i="1" smtClean="0">
                            <a:latin typeface="Cambria Math" panose="02040503050406030204" pitchFamily="18" charset="0"/>
                          </a:rPr>
                          <m:t>𝑡</m:t>
                        </m:r>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𝑖</m:t>
                        </m:r>
                      </m:sub>
                    </m:sSub>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𝐾</m:t>
                    </m:r>
                    <m:r>
                      <a:rPr lang="en-US" altLang="ja-JP" sz="1200" b="0" i="1" smtClean="0">
                        <a:latin typeface="Cambria Math" panose="02040503050406030204" pitchFamily="18" charset="0"/>
                      </a:rPr>
                      <m:t>, 0)</m:t>
                    </m:r>
                  </m:oMath>
                </a14:m>
                <a:endParaRPr kumimoji="1" lang="ja-JP" altLang="en-US" sz="1200" dirty="0"/>
              </a:p>
            </p:txBody>
          </p:sp>
        </mc:Choice>
        <mc:Fallback>
          <p:sp>
            <p:nvSpPr>
              <p:cNvPr id="7" name="正方形/長方形 6">
                <a:extLst>
                  <a:ext uri="{FF2B5EF4-FFF2-40B4-BE49-F238E27FC236}">
                    <a16:creationId xmlns:a16="http://schemas.microsoft.com/office/drawing/2014/main" id="{984D6197-B178-4860-BA99-8598615766B5}"/>
                  </a:ext>
                </a:extLst>
              </p:cNvPr>
              <p:cNvSpPr>
                <a:spLocks noRot="1" noChangeAspect="1" noMove="1" noResize="1" noEditPoints="1" noAdjustHandles="1" noChangeArrowheads="1" noChangeShapeType="1" noTextEdit="1"/>
              </p:cNvSpPr>
              <p:nvPr/>
            </p:nvSpPr>
            <p:spPr>
              <a:xfrm>
                <a:off x="8573369" y="2979194"/>
                <a:ext cx="3150440" cy="250183"/>
              </a:xfrm>
              <a:prstGeom prst="rect">
                <a:avLst/>
              </a:prstGeom>
              <a:blipFill>
                <a:blip r:embed="rId4"/>
                <a:stretch>
                  <a:fillRect t="-4878" b="-24390"/>
                </a:stretch>
              </a:blipFill>
              <a:ln>
                <a:noFill/>
              </a:ln>
            </p:spPr>
            <p:txBody>
              <a:bodyPr/>
              <a:lstStyle/>
              <a:p>
                <a:r>
                  <a:rPr lang="ja-JP" altLang="en-US">
                    <a:noFill/>
                  </a:rPr>
                  <a:t> </a:t>
                </a:r>
              </a:p>
            </p:txBody>
          </p:sp>
        </mc:Fallback>
      </mc:AlternateContent>
      <p:sp>
        <p:nvSpPr>
          <p:cNvPr id="8" name="正方形/長方形 7">
            <a:extLst>
              <a:ext uri="{FF2B5EF4-FFF2-40B4-BE49-F238E27FC236}">
                <a16:creationId xmlns:a16="http://schemas.microsoft.com/office/drawing/2014/main" id="{D86C4F02-9D0F-3A89-278E-A103CAA272BA}"/>
              </a:ext>
            </a:extLst>
          </p:cNvPr>
          <p:cNvSpPr/>
          <p:nvPr/>
        </p:nvSpPr>
        <p:spPr>
          <a:xfrm>
            <a:off x="468191" y="2693900"/>
            <a:ext cx="3172441" cy="2974379"/>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9" name="表 8">
            <a:extLst>
              <a:ext uri="{FF2B5EF4-FFF2-40B4-BE49-F238E27FC236}">
                <a16:creationId xmlns:a16="http://schemas.microsoft.com/office/drawing/2014/main" id="{263AF186-5BE3-672A-19DC-7195FBCE5486}"/>
              </a:ext>
            </a:extLst>
          </p:cNvPr>
          <p:cNvGraphicFramePr>
            <a:graphicFrameLocks noGrp="1"/>
          </p:cNvGraphicFramePr>
          <p:nvPr>
            <p:extLst>
              <p:ext uri="{D42A27DB-BD31-4B8C-83A1-F6EECF244321}">
                <p14:modId xmlns:p14="http://schemas.microsoft.com/office/powerpoint/2010/main" val="995323921"/>
              </p:ext>
            </p:extLst>
          </p:nvPr>
        </p:nvGraphicFramePr>
        <p:xfrm>
          <a:off x="608691" y="3127603"/>
          <a:ext cx="2895395" cy="2366973"/>
        </p:xfrm>
        <a:graphic>
          <a:graphicData uri="http://schemas.openxmlformats.org/drawingml/2006/table">
            <a:tbl>
              <a:tblPr firstRow="1" bandRow="1"/>
              <a:tblGrid>
                <a:gridCol w="579079">
                  <a:extLst>
                    <a:ext uri="{9D8B030D-6E8A-4147-A177-3AD203B41FA5}">
                      <a16:colId xmlns:a16="http://schemas.microsoft.com/office/drawing/2014/main" val="1187811139"/>
                    </a:ext>
                  </a:extLst>
                </a:gridCol>
                <a:gridCol w="579079">
                  <a:extLst>
                    <a:ext uri="{9D8B030D-6E8A-4147-A177-3AD203B41FA5}">
                      <a16:colId xmlns:a16="http://schemas.microsoft.com/office/drawing/2014/main" val="3724946390"/>
                    </a:ext>
                  </a:extLst>
                </a:gridCol>
                <a:gridCol w="579079">
                  <a:extLst>
                    <a:ext uri="{9D8B030D-6E8A-4147-A177-3AD203B41FA5}">
                      <a16:colId xmlns:a16="http://schemas.microsoft.com/office/drawing/2014/main" val="1629234053"/>
                    </a:ext>
                  </a:extLst>
                </a:gridCol>
                <a:gridCol w="579079">
                  <a:extLst>
                    <a:ext uri="{9D8B030D-6E8A-4147-A177-3AD203B41FA5}">
                      <a16:colId xmlns:a16="http://schemas.microsoft.com/office/drawing/2014/main" val="2295633697"/>
                    </a:ext>
                  </a:extLst>
                </a:gridCol>
                <a:gridCol w="579079">
                  <a:extLst>
                    <a:ext uri="{9D8B030D-6E8A-4147-A177-3AD203B41FA5}">
                      <a16:colId xmlns:a16="http://schemas.microsoft.com/office/drawing/2014/main" val="203250672"/>
                    </a:ext>
                  </a:extLst>
                </a:gridCol>
              </a:tblGrid>
              <a:tr h="305914">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コマ１</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コマ２</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7369">
                <a:tc>
                  <a:txBody>
                    <a:bodyPr/>
                    <a:lstStyle/>
                    <a:p>
                      <a:pPr algn="ctr"/>
                      <a:r>
                        <a:rPr kumimoji="1" lang="en-US" altLang="ja-JP" sz="800" dirty="0"/>
                        <a:t>2026/4/1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8.92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8.86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9.10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7369">
                <a:tc>
                  <a:txBody>
                    <a:bodyPr/>
                    <a:lstStyle/>
                    <a:p>
                      <a:pPr algn="ctr"/>
                      <a:r>
                        <a:rPr kumimoji="1" lang="en-US" altLang="ja-JP" sz="800" dirty="0"/>
                        <a:t>2026/4/2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15.55</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14.6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18.9</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7369">
                <a:tc>
                  <a:txBody>
                    <a:bodyPr/>
                    <a:lstStyle/>
                    <a:p>
                      <a:pPr algn="ctr"/>
                      <a:r>
                        <a:rPr kumimoji="1" lang="en-US" altLang="ja-JP" sz="800" dirty="0"/>
                        <a:t>2026/4/30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7.30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6.09</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6.10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7369">
                <a:tc>
                  <a:txBody>
                    <a:bodyPr/>
                    <a:lstStyle/>
                    <a:p>
                      <a:pPr algn="ctr"/>
                      <a:r>
                        <a:rPr kumimoji="1" lang="en-US" altLang="ja-JP" sz="800" dirty="0"/>
                        <a:t>2026/5/1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13.06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11.78</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12.86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7369">
                <a:tc>
                  <a:txBody>
                    <a:bodyPr/>
                    <a:lstStyle/>
                    <a:p>
                      <a:pPr algn="ctr"/>
                      <a:r>
                        <a:rPr kumimoji="1" lang="en-US" altLang="ja-JP" sz="800" dirty="0"/>
                        <a:t>2026/5/31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15.06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15.18</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14.97</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7369">
                <a:tc>
                  <a:txBody>
                    <a:bodyPr/>
                    <a:lstStyle/>
                    <a:p>
                      <a:pPr algn="ctr"/>
                      <a:r>
                        <a:rPr kumimoji="1" lang="en-US" altLang="ja-JP" sz="800" dirty="0"/>
                        <a:t>2026/6/1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9.24</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8.20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8.61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7369">
                <a:tc>
                  <a:txBody>
                    <a:bodyPr/>
                    <a:lstStyle/>
                    <a:p>
                      <a:pPr algn="ctr"/>
                      <a:r>
                        <a:rPr kumimoji="1" lang="en-US" altLang="ja-JP" sz="800" dirty="0"/>
                        <a:t>2026/6/30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17.76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17.22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13.24</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graphicFrame>
        <p:nvGraphicFramePr>
          <p:cNvPr id="10" name="表 9">
            <a:extLst>
              <a:ext uri="{FF2B5EF4-FFF2-40B4-BE49-F238E27FC236}">
                <a16:creationId xmlns:a16="http://schemas.microsoft.com/office/drawing/2014/main" id="{E77EC88C-FB07-411F-8173-54A50BF2044C}"/>
              </a:ext>
            </a:extLst>
          </p:cNvPr>
          <p:cNvGraphicFramePr>
            <a:graphicFrameLocks noGrp="1"/>
          </p:cNvGraphicFramePr>
          <p:nvPr/>
        </p:nvGraphicFramePr>
        <p:xfrm>
          <a:off x="4383946" y="3152591"/>
          <a:ext cx="2875315" cy="2359208"/>
        </p:xfrm>
        <a:graphic>
          <a:graphicData uri="http://schemas.openxmlformats.org/drawingml/2006/table">
            <a:tbl>
              <a:tblPr firstRow="1" bandRow="1"/>
              <a:tblGrid>
                <a:gridCol w="575063">
                  <a:extLst>
                    <a:ext uri="{9D8B030D-6E8A-4147-A177-3AD203B41FA5}">
                      <a16:colId xmlns:a16="http://schemas.microsoft.com/office/drawing/2014/main" val="1187811139"/>
                    </a:ext>
                  </a:extLst>
                </a:gridCol>
                <a:gridCol w="575063">
                  <a:extLst>
                    <a:ext uri="{9D8B030D-6E8A-4147-A177-3AD203B41FA5}">
                      <a16:colId xmlns:a16="http://schemas.microsoft.com/office/drawing/2014/main" val="3724946390"/>
                    </a:ext>
                  </a:extLst>
                </a:gridCol>
                <a:gridCol w="575063">
                  <a:extLst>
                    <a:ext uri="{9D8B030D-6E8A-4147-A177-3AD203B41FA5}">
                      <a16:colId xmlns:a16="http://schemas.microsoft.com/office/drawing/2014/main" val="1629234053"/>
                    </a:ext>
                  </a:extLst>
                </a:gridCol>
                <a:gridCol w="575063">
                  <a:extLst>
                    <a:ext uri="{9D8B030D-6E8A-4147-A177-3AD203B41FA5}">
                      <a16:colId xmlns:a16="http://schemas.microsoft.com/office/drawing/2014/main" val="2295633697"/>
                    </a:ext>
                  </a:extLst>
                </a:gridCol>
                <a:gridCol w="575063">
                  <a:extLst>
                    <a:ext uri="{9D8B030D-6E8A-4147-A177-3AD203B41FA5}">
                      <a16:colId xmlns:a16="http://schemas.microsoft.com/office/drawing/2014/main" val="203250672"/>
                    </a:ext>
                  </a:extLst>
                </a:gridCol>
              </a:tblGrid>
              <a:tr h="312438">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tx1"/>
                          </a:solidFill>
                        </a:rPr>
                        <a:t>リプレ</a:t>
                      </a:r>
                      <a:endParaRPr kumimoji="1" lang="en-US" altLang="ja-JP" sz="800" dirty="0">
                        <a:solidFill>
                          <a:schemeClr val="tx1"/>
                        </a:solidFill>
                      </a:endParaRPr>
                    </a:p>
                    <a:p>
                      <a:pPr algn="ctr"/>
                      <a:r>
                        <a:rPr kumimoji="1" lang="ja-JP" altLang="en-US" sz="800" dirty="0">
                          <a:solidFill>
                            <a:schemeClr val="tx1"/>
                          </a:solidFill>
                        </a:rPr>
                        <a:t>五井</a:t>
                      </a:r>
                      <a:endParaRPr kumimoji="1" lang="en-US" altLang="ja-JP"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tx1"/>
                          </a:solidFill>
                        </a:rPr>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tx1"/>
                          </a:solidFill>
                        </a:rPr>
                        <a:t>住友大阪</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79715963"/>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10.43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11.18</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10.43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11.18</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6070">
                <a:tc>
                  <a:txBody>
                    <a:bodyPr/>
                    <a:lstStyle/>
                    <a:p>
                      <a:pPr algn="ctr"/>
                      <a:r>
                        <a:rPr kumimoji="1" lang="en-US" altLang="ja-JP" sz="800" dirty="0"/>
                        <a:t>2026/4/30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10.43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11.18</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6070">
                <a:tc>
                  <a:txBody>
                    <a:bodyPr/>
                    <a:lstStyle/>
                    <a:p>
                      <a:pPr algn="ctr"/>
                      <a:r>
                        <a:rPr kumimoji="1" lang="en-US" altLang="ja-JP" sz="800" dirty="0"/>
                        <a:t>2026/5/1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10.51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10.36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11.26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6070">
                <a:tc>
                  <a:txBody>
                    <a:bodyPr/>
                    <a:lstStyle/>
                    <a:p>
                      <a:pPr algn="ctr"/>
                      <a:r>
                        <a:rPr kumimoji="1" lang="en-US" altLang="ja-JP" sz="800" dirty="0"/>
                        <a:t>2026/5/31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10.51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10.36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11.26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6070">
                <a:tc>
                  <a:txBody>
                    <a:bodyPr/>
                    <a:lstStyle/>
                    <a:p>
                      <a:pPr algn="ctr"/>
                      <a:r>
                        <a:rPr kumimoji="1" lang="en-US" altLang="ja-JP" sz="800" dirty="0"/>
                        <a:t>2026/6/1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11.56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10.35</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6070">
                <a:tc>
                  <a:txBody>
                    <a:bodyPr/>
                    <a:lstStyle/>
                    <a:p>
                      <a:pPr algn="ctr"/>
                      <a:r>
                        <a:rPr kumimoji="1" lang="en-US" altLang="ja-JP" sz="800" dirty="0"/>
                        <a:t>2026/6/30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11.56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10.35</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mc:AlternateContent xmlns:mc="http://schemas.openxmlformats.org/markup-compatibility/2006">
        <mc:Choice xmlns:a14="http://schemas.microsoft.com/office/drawing/2010/main" Requires="a14">
          <p:sp>
            <p:nvSpPr>
              <p:cNvPr id="11" name="正方形/長方形 10">
                <a:extLst>
                  <a:ext uri="{FF2B5EF4-FFF2-40B4-BE49-F238E27FC236}">
                    <a16:creationId xmlns:a16="http://schemas.microsoft.com/office/drawing/2014/main" id="{177F25DF-DE13-71E7-77B8-B1832DF32FA4}"/>
                  </a:ext>
                </a:extLst>
              </p:cNvPr>
              <p:cNvSpPr/>
              <p:nvPr/>
            </p:nvSpPr>
            <p:spPr>
              <a:xfrm>
                <a:off x="468192" y="2701971"/>
                <a:ext cx="3172440" cy="25193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価格モデルから算出した予想価格</a:t>
                </a:r>
                <a:r>
                  <a:rPr lang="ja-JP" altLang="en-US"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𝑃</m:t>
                        </m:r>
                      </m:e>
                      <m:sub>
                        <m:r>
                          <a:rPr lang="en-US" altLang="ja-JP" sz="1400" i="1">
                            <a:latin typeface="Cambria Math" panose="02040503050406030204" pitchFamily="18" charset="0"/>
                          </a:rPr>
                          <m:t>𝑡</m:t>
                        </m:r>
                        <m:r>
                          <a:rPr lang="en-US" altLang="ja-JP" sz="1400" b="0" i="1" smtClean="0">
                            <a:latin typeface="Cambria Math" panose="02040503050406030204" pitchFamily="18" charset="0"/>
                          </a:rPr>
                          <m:t>, </m:t>
                        </m:r>
                        <m:r>
                          <a:rPr lang="en-US" altLang="ja-JP" sz="1400" b="0" i="1" smtClean="0">
                            <a:latin typeface="Cambria Math" panose="02040503050406030204" pitchFamily="18" charset="0"/>
                          </a:rPr>
                          <m:t>𝑖</m:t>
                        </m:r>
                      </m:sub>
                    </m:sSub>
                  </m:oMath>
                </a14:m>
                <a:endParaRPr kumimoji="1" lang="ja-JP" altLang="en-US" sz="1400" dirty="0"/>
              </a:p>
            </p:txBody>
          </p:sp>
        </mc:Choice>
        <mc:Fallback>
          <p:sp>
            <p:nvSpPr>
              <p:cNvPr id="11" name="正方形/長方形 10">
                <a:extLst>
                  <a:ext uri="{FF2B5EF4-FFF2-40B4-BE49-F238E27FC236}">
                    <a16:creationId xmlns:a16="http://schemas.microsoft.com/office/drawing/2014/main" id="{177F25DF-DE13-71E7-77B8-B1832DF32FA4}"/>
                  </a:ext>
                </a:extLst>
              </p:cNvPr>
              <p:cNvSpPr>
                <a:spLocks noRot="1" noChangeAspect="1" noMove="1" noResize="1" noEditPoints="1" noAdjustHandles="1" noChangeArrowheads="1" noChangeShapeType="1" noTextEdit="1"/>
              </p:cNvSpPr>
              <p:nvPr/>
            </p:nvSpPr>
            <p:spPr>
              <a:xfrm>
                <a:off x="468192" y="2701971"/>
                <a:ext cx="3172440" cy="251930"/>
              </a:xfrm>
              <a:prstGeom prst="rect">
                <a:avLst/>
              </a:prstGeom>
              <a:blipFill>
                <a:blip r:embed="rId5"/>
                <a:stretch>
                  <a:fillRect l="-192" t="-14286" b="-35714"/>
                </a:stretch>
              </a:blipFill>
              <a:ln>
                <a:noFill/>
              </a:ln>
            </p:spPr>
            <p:txBody>
              <a:bodyPr/>
              <a:lstStyle/>
              <a:p>
                <a:r>
                  <a:rPr lang="ja-JP" altLang="en-US">
                    <a:noFill/>
                  </a:rPr>
                  <a:t> </a:t>
                </a:r>
              </a:p>
            </p:txBody>
          </p:sp>
        </mc:Fallback>
      </mc:AlternateContent>
      <p:graphicFrame>
        <p:nvGraphicFramePr>
          <p:cNvPr id="12" name="表 11">
            <a:extLst>
              <a:ext uri="{FF2B5EF4-FFF2-40B4-BE49-F238E27FC236}">
                <a16:creationId xmlns:a16="http://schemas.microsoft.com/office/drawing/2014/main" id="{536E46EC-3FEB-55EE-3DF0-1705569AA3D7}"/>
              </a:ext>
            </a:extLst>
          </p:cNvPr>
          <p:cNvGraphicFramePr>
            <a:graphicFrameLocks noGrp="1"/>
          </p:cNvGraphicFramePr>
          <p:nvPr>
            <p:extLst>
              <p:ext uri="{D42A27DB-BD31-4B8C-83A1-F6EECF244321}">
                <p14:modId xmlns:p14="http://schemas.microsoft.com/office/powerpoint/2010/main" val="376087052"/>
              </p:ext>
            </p:extLst>
          </p:nvPr>
        </p:nvGraphicFramePr>
        <p:xfrm>
          <a:off x="8715233" y="3412592"/>
          <a:ext cx="2875317" cy="2359208"/>
        </p:xfrm>
        <a:graphic>
          <a:graphicData uri="http://schemas.openxmlformats.org/drawingml/2006/table">
            <a:tbl>
              <a:tblPr firstRow="1" bandRow="1"/>
              <a:tblGrid>
                <a:gridCol w="575063">
                  <a:extLst>
                    <a:ext uri="{9D8B030D-6E8A-4147-A177-3AD203B41FA5}">
                      <a16:colId xmlns:a16="http://schemas.microsoft.com/office/drawing/2014/main" val="1187811139"/>
                    </a:ext>
                  </a:extLst>
                </a:gridCol>
                <a:gridCol w="627456">
                  <a:extLst>
                    <a:ext uri="{9D8B030D-6E8A-4147-A177-3AD203B41FA5}">
                      <a16:colId xmlns:a16="http://schemas.microsoft.com/office/drawing/2014/main" val="3724946390"/>
                    </a:ext>
                  </a:extLst>
                </a:gridCol>
                <a:gridCol w="574177">
                  <a:extLst>
                    <a:ext uri="{9D8B030D-6E8A-4147-A177-3AD203B41FA5}">
                      <a16:colId xmlns:a16="http://schemas.microsoft.com/office/drawing/2014/main" val="1629234053"/>
                    </a:ext>
                  </a:extLst>
                </a:gridCol>
                <a:gridCol w="523558">
                  <a:extLst>
                    <a:ext uri="{9D8B030D-6E8A-4147-A177-3AD203B41FA5}">
                      <a16:colId xmlns:a16="http://schemas.microsoft.com/office/drawing/2014/main" val="2295633697"/>
                    </a:ext>
                  </a:extLst>
                </a:gridCol>
                <a:gridCol w="575063">
                  <a:extLst>
                    <a:ext uri="{9D8B030D-6E8A-4147-A177-3AD203B41FA5}">
                      <a16:colId xmlns:a16="http://schemas.microsoft.com/office/drawing/2014/main" val="203250672"/>
                    </a:ext>
                  </a:extLst>
                </a:gridCol>
              </a:tblGrid>
              <a:tr h="312438">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tx1"/>
                          </a:solidFill>
                        </a:rPr>
                        <a:t>契約</a:t>
                      </a:r>
                      <a:endParaRPr kumimoji="1" lang="en-US" altLang="ja-JP"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bg1"/>
                          </a:solidFill>
                        </a:rPr>
                        <a:t>コマ</a:t>
                      </a:r>
                      <a:r>
                        <a:rPr kumimoji="1" lang="en-US" altLang="ja-JP" sz="800" dirty="0">
                          <a:solidFill>
                            <a:schemeClr val="bg1"/>
                          </a:solidFill>
                        </a:rPr>
                        <a:t>1</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5.12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8.47</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6070">
                <a:tc>
                  <a:txBody>
                    <a:bodyPr/>
                    <a:lstStyle/>
                    <a:p>
                      <a:pPr algn="ctr"/>
                      <a:r>
                        <a:rPr kumimoji="1" lang="en-US" altLang="ja-JP" sz="800" dirty="0"/>
                        <a:t>2026/4/30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6.23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6.82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6070">
                <a:tc>
                  <a:txBody>
                    <a:bodyPr/>
                    <a:lstStyle/>
                    <a:p>
                      <a:pPr algn="ctr"/>
                      <a:r>
                        <a:rPr kumimoji="1" lang="en-US" altLang="ja-JP" sz="800" dirty="0"/>
                        <a:t>2026/4/30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住友大阪</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住友大阪</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3.37</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6.72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sp>
        <p:nvSpPr>
          <p:cNvPr id="13" name="テキスト ボックス 12">
            <a:extLst>
              <a:ext uri="{FF2B5EF4-FFF2-40B4-BE49-F238E27FC236}">
                <a16:creationId xmlns:a16="http://schemas.microsoft.com/office/drawing/2014/main" id="{7A5128D1-D6CE-99C8-6C11-8765481687F5}"/>
              </a:ext>
            </a:extLst>
          </p:cNvPr>
          <p:cNvSpPr txBox="1"/>
          <p:nvPr/>
        </p:nvSpPr>
        <p:spPr>
          <a:xfrm>
            <a:off x="647002" y="5979797"/>
            <a:ext cx="3172441" cy="523220"/>
          </a:xfrm>
          <a:prstGeom prst="rect">
            <a:avLst/>
          </a:prstGeom>
          <a:noFill/>
        </p:spPr>
        <p:txBody>
          <a:bodyPr wrap="square" rtlCol="0">
            <a:spAutoFit/>
          </a:bodyPr>
          <a:lstStyle/>
          <a:p>
            <a:r>
              <a:rPr kumimoji="1" lang="en-US" altLang="ja-JP" sz="1400" dirty="0"/>
              <a:t>AR(1)</a:t>
            </a:r>
            <a:r>
              <a:rPr kumimoji="1" lang="ja-JP" altLang="en-US" sz="1400" dirty="0"/>
              <a:t>モデルをもとに算出された</a:t>
            </a:r>
            <a:endParaRPr kumimoji="1" lang="en-US" altLang="ja-JP" sz="1400" dirty="0"/>
          </a:p>
          <a:p>
            <a:r>
              <a:rPr kumimoji="1" lang="ja-JP" altLang="en-US" sz="1400" dirty="0"/>
              <a:t>コマ別予想価格</a:t>
            </a:r>
          </a:p>
        </p:txBody>
      </p:sp>
      <p:sp>
        <p:nvSpPr>
          <p:cNvPr id="31" name="テキスト ボックス 30">
            <a:extLst>
              <a:ext uri="{FF2B5EF4-FFF2-40B4-BE49-F238E27FC236}">
                <a16:creationId xmlns:a16="http://schemas.microsoft.com/office/drawing/2014/main" id="{8C054B4A-6C3C-0150-FA30-FF6F807245A5}"/>
              </a:ext>
            </a:extLst>
          </p:cNvPr>
          <p:cNvSpPr txBox="1"/>
          <p:nvPr/>
        </p:nvSpPr>
        <p:spPr>
          <a:xfrm>
            <a:off x="4234238" y="5979797"/>
            <a:ext cx="3057247" cy="523220"/>
          </a:xfrm>
          <a:prstGeom prst="rect">
            <a:avLst/>
          </a:prstGeom>
          <a:noFill/>
        </p:spPr>
        <p:txBody>
          <a:bodyPr wrap="none" rtlCol="0">
            <a:spAutoFit/>
          </a:bodyPr>
          <a:lstStyle/>
          <a:p>
            <a:r>
              <a:rPr lang="ja-JP" altLang="en-US" sz="1400" dirty="0"/>
              <a:t>燃料先物価格（月単位）をもとに</a:t>
            </a:r>
            <a:endParaRPr lang="en-US" altLang="ja-JP" sz="1400" dirty="0"/>
          </a:p>
          <a:p>
            <a:r>
              <a:rPr lang="ja-JP" altLang="en-US" sz="1400" dirty="0"/>
              <a:t>相対契約ごとの計算式での算出結果</a:t>
            </a:r>
            <a:endParaRPr lang="en-US" altLang="ja-JP" sz="1400" dirty="0"/>
          </a:p>
        </p:txBody>
      </p:sp>
      <p:sp>
        <p:nvSpPr>
          <p:cNvPr id="44" name="二等辺三角形 43">
            <a:extLst>
              <a:ext uri="{FF2B5EF4-FFF2-40B4-BE49-F238E27FC236}">
                <a16:creationId xmlns:a16="http://schemas.microsoft.com/office/drawing/2014/main" id="{8295ECB3-3A05-376C-9E15-E025789DE466}"/>
              </a:ext>
            </a:extLst>
          </p:cNvPr>
          <p:cNvSpPr/>
          <p:nvPr/>
        </p:nvSpPr>
        <p:spPr>
          <a:xfrm rot="5400000">
            <a:off x="7684038" y="3949282"/>
            <a:ext cx="898320" cy="477435"/>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B8E00534-DC5F-19AB-8293-CB98B07AF469}"/>
              </a:ext>
            </a:extLst>
          </p:cNvPr>
          <p:cNvSpPr txBox="1"/>
          <p:nvPr/>
        </p:nvSpPr>
        <p:spPr>
          <a:xfrm>
            <a:off x="215757" y="1941816"/>
            <a:ext cx="2887039" cy="307777"/>
          </a:xfrm>
          <a:prstGeom prst="rect">
            <a:avLst/>
          </a:prstGeom>
          <a:noFill/>
        </p:spPr>
        <p:txBody>
          <a:bodyPr wrap="square" rtlCol="0">
            <a:spAutoFit/>
          </a:bodyPr>
          <a:lstStyle/>
          <a:p>
            <a:r>
              <a:rPr lang="ja-JP" altLang="en-US" sz="1400" dirty="0"/>
              <a:t>ペイオフ計算イメージ</a:t>
            </a:r>
            <a:endParaRPr kumimoji="1" lang="ja-JP" altLang="en-US" sz="1400" dirty="0"/>
          </a:p>
        </p:txBody>
      </p:sp>
    </p:spTree>
    <p:extLst>
      <p:ext uri="{BB962C8B-B14F-4D97-AF65-F5344CB8AC3E}">
        <p14:creationId xmlns:p14="http://schemas.microsoft.com/office/powerpoint/2010/main" val="1012639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FEA48-A1E5-7608-9BDD-F19A73CDD5AA}"/>
            </a:ext>
          </a:extLst>
        </p:cNvPr>
        <p:cNvGrpSpPr/>
        <p:nvPr/>
      </p:nvGrpSpPr>
      <p:grpSpPr>
        <a:xfrm>
          <a:off x="0" y="0"/>
          <a:ext cx="0" cy="0"/>
          <a:chOff x="0" y="0"/>
          <a:chExt cx="0" cy="0"/>
        </a:xfrm>
      </p:grpSpPr>
      <p:sp>
        <p:nvSpPr>
          <p:cNvPr id="43" name="正方形/長方形 42">
            <a:extLst>
              <a:ext uri="{FF2B5EF4-FFF2-40B4-BE49-F238E27FC236}">
                <a16:creationId xmlns:a16="http://schemas.microsoft.com/office/drawing/2014/main" id="{E67F1EE3-2BB3-5FF3-2947-191BC68164D4}"/>
              </a:ext>
            </a:extLst>
          </p:cNvPr>
          <p:cNvSpPr/>
          <p:nvPr/>
        </p:nvSpPr>
        <p:spPr>
          <a:xfrm>
            <a:off x="215757" y="2275012"/>
            <a:ext cx="7483673" cy="4335695"/>
          </a:xfrm>
          <a:prstGeom prst="rect">
            <a:avLst/>
          </a:prstGeom>
          <a:solidFill>
            <a:schemeClr val="tx2">
              <a:lumMod val="10000"/>
              <a:lumOff val="9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C080E07C-AC12-145E-FA49-21C4357E2E6A}"/>
              </a:ext>
            </a:extLst>
          </p:cNvPr>
          <p:cNvSpPr>
            <a:spLocks noGrp="1"/>
          </p:cNvSpPr>
          <p:nvPr>
            <p:ph type="title"/>
          </p:nvPr>
        </p:nvSpPr>
        <p:spPr/>
        <p:txBody>
          <a:bodyPr/>
          <a:lstStyle/>
          <a:p>
            <a:r>
              <a:rPr lang="ja-JP" altLang="en-US" dirty="0"/>
              <a:t>減量オプションのペイオフ計算</a:t>
            </a:r>
            <a:endParaRPr kumimoji="1" lang="ja-JP" altLang="en-US" dirty="0"/>
          </a:p>
        </p:txBody>
      </p:sp>
      <p:sp>
        <p:nvSpPr>
          <p:cNvPr id="3" name="コンテンツ プレースホルダー 2">
            <a:extLst>
              <a:ext uri="{FF2B5EF4-FFF2-40B4-BE49-F238E27FC236}">
                <a16:creationId xmlns:a16="http://schemas.microsoft.com/office/drawing/2014/main" id="{A662210F-FE97-AD06-38BB-4714F29DB38B}"/>
              </a:ext>
            </a:extLst>
          </p:cNvPr>
          <p:cNvSpPr>
            <a:spLocks noGrp="1"/>
          </p:cNvSpPr>
          <p:nvPr>
            <p:ph idx="1"/>
          </p:nvPr>
        </p:nvSpPr>
        <p:spPr>
          <a:xfrm>
            <a:off x="331773" y="1035782"/>
            <a:ext cx="11531151" cy="573022"/>
          </a:xfrm>
        </p:spPr>
        <p:txBody>
          <a:bodyPr/>
          <a:lstStyle/>
          <a:p>
            <a:endParaRPr kumimoji="1" lang="ja-JP" altLang="en-US"/>
          </a:p>
        </p:txBody>
      </p:sp>
      <p:sp>
        <p:nvSpPr>
          <p:cNvPr id="4" name="正方形/長方形 3">
            <a:extLst>
              <a:ext uri="{FF2B5EF4-FFF2-40B4-BE49-F238E27FC236}">
                <a16:creationId xmlns:a16="http://schemas.microsoft.com/office/drawing/2014/main" id="{CFC7D311-4E2F-AB30-3FCA-F9D9892D81C7}"/>
              </a:ext>
            </a:extLst>
          </p:cNvPr>
          <p:cNvSpPr/>
          <p:nvPr/>
        </p:nvSpPr>
        <p:spPr>
          <a:xfrm>
            <a:off x="4250687" y="2711123"/>
            <a:ext cx="3150441" cy="2953752"/>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5" name="正方形/長方形 4">
                <a:extLst>
                  <a:ext uri="{FF2B5EF4-FFF2-40B4-BE49-F238E27FC236}">
                    <a16:creationId xmlns:a16="http://schemas.microsoft.com/office/drawing/2014/main" id="{CDF4872E-B4C6-D7A2-99E6-F01A03BF8639}"/>
                  </a:ext>
                </a:extLst>
              </p:cNvPr>
              <p:cNvSpPr/>
              <p:nvPr/>
            </p:nvSpPr>
            <p:spPr>
              <a:xfrm>
                <a:off x="4250688" y="2719193"/>
                <a:ext cx="3150440" cy="251931"/>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先物</a:t>
                </a:r>
                <a:r>
                  <a:rPr kumimoji="1" lang="ja-JP" altLang="en-US" sz="1400" dirty="0"/>
                  <a:t>価格から計算式で算出した </a:t>
                </a:r>
                <a14:m>
                  <m:oMath xmlns:m="http://schemas.openxmlformats.org/officeDocument/2006/math">
                    <m:r>
                      <a:rPr kumimoji="1" lang="en-US" altLang="ja-JP" sz="1400" b="0" i="1" smtClean="0">
                        <a:latin typeface="Cambria Math" panose="02040503050406030204" pitchFamily="18" charset="0"/>
                      </a:rPr>
                      <m:t>𝐾</m:t>
                    </m:r>
                  </m:oMath>
                </a14:m>
                <a:endParaRPr kumimoji="1" lang="ja-JP" altLang="en-US" sz="1400" dirty="0"/>
              </a:p>
            </p:txBody>
          </p:sp>
        </mc:Choice>
        <mc:Fallback>
          <p:sp>
            <p:nvSpPr>
              <p:cNvPr id="5" name="正方形/長方形 4">
                <a:extLst>
                  <a:ext uri="{FF2B5EF4-FFF2-40B4-BE49-F238E27FC236}">
                    <a16:creationId xmlns:a16="http://schemas.microsoft.com/office/drawing/2014/main" id="{CDF4872E-B4C6-D7A2-99E6-F01A03BF8639}"/>
                  </a:ext>
                </a:extLst>
              </p:cNvPr>
              <p:cNvSpPr>
                <a:spLocks noRot="1" noChangeAspect="1" noMove="1" noResize="1" noEditPoints="1" noAdjustHandles="1" noChangeArrowheads="1" noChangeShapeType="1" noTextEdit="1"/>
              </p:cNvSpPr>
              <p:nvPr/>
            </p:nvSpPr>
            <p:spPr>
              <a:xfrm>
                <a:off x="4250688" y="2719193"/>
                <a:ext cx="3150440" cy="251931"/>
              </a:xfrm>
              <a:prstGeom prst="rect">
                <a:avLst/>
              </a:prstGeom>
              <a:blipFill>
                <a:blip r:embed="rId3"/>
                <a:stretch>
                  <a:fillRect t="-14634" b="-36585"/>
                </a:stretch>
              </a:blipFill>
              <a:ln>
                <a:noFill/>
              </a:ln>
            </p:spPr>
            <p:txBody>
              <a:bodyPr/>
              <a:lstStyle/>
              <a:p>
                <a:r>
                  <a:rPr lang="ja-JP" altLang="en-US">
                    <a:noFill/>
                  </a:rPr>
                  <a:t> </a:t>
                </a:r>
              </a:p>
            </p:txBody>
          </p:sp>
        </mc:Fallback>
      </mc:AlternateContent>
      <p:sp>
        <p:nvSpPr>
          <p:cNvPr id="6" name="正方形/長方形 5">
            <a:extLst>
              <a:ext uri="{FF2B5EF4-FFF2-40B4-BE49-F238E27FC236}">
                <a16:creationId xmlns:a16="http://schemas.microsoft.com/office/drawing/2014/main" id="{B43B14D7-DF50-E22F-D99D-686E6DE32CFC}"/>
              </a:ext>
            </a:extLst>
          </p:cNvPr>
          <p:cNvSpPr/>
          <p:nvPr/>
        </p:nvSpPr>
        <p:spPr>
          <a:xfrm>
            <a:off x="8573368" y="2971124"/>
            <a:ext cx="3150441" cy="2953752"/>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7" name="正方形/長方形 6">
                <a:extLst>
                  <a:ext uri="{FF2B5EF4-FFF2-40B4-BE49-F238E27FC236}">
                    <a16:creationId xmlns:a16="http://schemas.microsoft.com/office/drawing/2014/main" id="{642590FF-79F3-1BA1-09C1-C71C00DDEF74}"/>
                  </a:ext>
                </a:extLst>
              </p:cNvPr>
              <p:cNvSpPr/>
              <p:nvPr/>
            </p:nvSpPr>
            <p:spPr>
              <a:xfrm>
                <a:off x="8573369" y="2979194"/>
                <a:ext cx="3150440" cy="250183"/>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ja-JP" altLang="en-US" sz="1200" dirty="0"/>
                  <a:t>減量オプションのペイオフ </a:t>
                </a:r>
                <a14:m>
                  <m:oMath xmlns:m="http://schemas.openxmlformats.org/officeDocument/2006/math">
                    <m:r>
                      <a:rPr lang="en-US" altLang="ja-JP" sz="1200" b="0" i="1" smtClean="0">
                        <a:latin typeface="Cambria Math" panose="02040503050406030204" pitchFamily="18" charset="0"/>
                      </a:rPr>
                      <m:t>𝑀𝑎𝑥</m:t>
                    </m:r>
                    <m:r>
                      <a:rPr lang="en-US" altLang="ja-JP" sz="1200" b="0" i="1" smtClean="0">
                        <a:latin typeface="Cambria Math" panose="02040503050406030204" pitchFamily="18" charset="0"/>
                      </a:rPr>
                      <m:t>(</m:t>
                    </m:r>
                    <m:sSub>
                      <m:sSubPr>
                        <m:ctrlPr>
                          <a:rPr lang="en-US" altLang="ja-JP" sz="1200" b="0" i="1" smtClean="0">
                            <a:latin typeface="Cambria Math" panose="02040503050406030204" pitchFamily="18" charset="0"/>
                          </a:rPr>
                        </m:ctrlPr>
                      </m:sSubPr>
                      <m:e>
                        <m:r>
                          <a:rPr lang="en-US" altLang="ja-JP" sz="1200" i="1">
                            <a:latin typeface="Cambria Math" panose="02040503050406030204" pitchFamily="18" charset="0"/>
                          </a:rPr>
                          <m:t>𝐾</m:t>
                        </m:r>
                        <m:r>
                          <a:rPr lang="en-US" altLang="ja-JP" sz="1200" i="1">
                            <a:latin typeface="Cambria Math" panose="02040503050406030204" pitchFamily="18" charset="0"/>
                          </a:rPr>
                          <m:t>−</m:t>
                        </m:r>
                        <m:r>
                          <a:rPr lang="en-US" altLang="ja-JP" sz="1200" b="0" i="1" smtClean="0">
                            <a:latin typeface="Cambria Math" panose="02040503050406030204" pitchFamily="18" charset="0"/>
                          </a:rPr>
                          <m:t>𝑃</m:t>
                        </m:r>
                      </m:e>
                      <m:sub>
                        <m:r>
                          <a:rPr lang="en-US" altLang="ja-JP" sz="1200" b="0" i="1" smtClean="0">
                            <a:latin typeface="Cambria Math" panose="02040503050406030204" pitchFamily="18" charset="0"/>
                          </a:rPr>
                          <m:t>𝑡</m:t>
                        </m:r>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𝑖</m:t>
                        </m:r>
                      </m:sub>
                    </m:sSub>
                    <m:r>
                      <a:rPr lang="en-US" altLang="ja-JP" sz="1200" b="0" i="1" smtClean="0">
                        <a:latin typeface="Cambria Math" panose="02040503050406030204" pitchFamily="18" charset="0"/>
                      </a:rPr>
                      <m:t>, 0)</m:t>
                    </m:r>
                  </m:oMath>
                </a14:m>
                <a:endParaRPr kumimoji="1" lang="ja-JP" altLang="en-US" sz="1200" dirty="0"/>
              </a:p>
            </p:txBody>
          </p:sp>
        </mc:Choice>
        <mc:Fallback>
          <p:sp>
            <p:nvSpPr>
              <p:cNvPr id="7" name="正方形/長方形 6">
                <a:extLst>
                  <a:ext uri="{FF2B5EF4-FFF2-40B4-BE49-F238E27FC236}">
                    <a16:creationId xmlns:a16="http://schemas.microsoft.com/office/drawing/2014/main" id="{642590FF-79F3-1BA1-09C1-C71C00DDEF74}"/>
                  </a:ext>
                </a:extLst>
              </p:cNvPr>
              <p:cNvSpPr>
                <a:spLocks noRot="1" noChangeAspect="1" noMove="1" noResize="1" noEditPoints="1" noAdjustHandles="1" noChangeArrowheads="1" noChangeShapeType="1" noTextEdit="1"/>
              </p:cNvSpPr>
              <p:nvPr/>
            </p:nvSpPr>
            <p:spPr>
              <a:xfrm>
                <a:off x="8573369" y="2979194"/>
                <a:ext cx="3150440" cy="250183"/>
              </a:xfrm>
              <a:prstGeom prst="rect">
                <a:avLst/>
              </a:prstGeom>
              <a:blipFill>
                <a:blip r:embed="rId4"/>
                <a:stretch>
                  <a:fillRect t="-4878" b="-24390"/>
                </a:stretch>
              </a:blipFill>
              <a:ln>
                <a:noFill/>
              </a:ln>
            </p:spPr>
            <p:txBody>
              <a:bodyPr/>
              <a:lstStyle/>
              <a:p>
                <a:r>
                  <a:rPr lang="ja-JP" altLang="en-US">
                    <a:noFill/>
                  </a:rPr>
                  <a:t> </a:t>
                </a:r>
              </a:p>
            </p:txBody>
          </p:sp>
        </mc:Fallback>
      </mc:AlternateContent>
      <p:sp>
        <p:nvSpPr>
          <p:cNvPr id="8" name="正方形/長方形 7">
            <a:extLst>
              <a:ext uri="{FF2B5EF4-FFF2-40B4-BE49-F238E27FC236}">
                <a16:creationId xmlns:a16="http://schemas.microsoft.com/office/drawing/2014/main" id="{F79A4565-BF67-9C0F-2E88-E93CBD4F4503}"/>
              </a:ext>
            </a:extLst>
          </p:cNvPr>
          <p:cNvSpPr/>
          <p:nvPr/>
        </p:nvSpPr>
        <p:spPr>
          <a:xfrm>
            <a:off x="468191" y="2693900"/>
            <a:ext cx="3172441" cy="2974379"/>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9" name="表 8">
            <a:extLst>
              <a:ext uri="{FF2B5EF4-FFF2-40B4-BE49-F238E27FC236}">
                <a16:creationId xmlns:a16="http://schemas.microsoft.com/office/drawing/2014/main" id="{87F690BE-4914-F37C-F069-93DE37064090}"/>
              </a:ext>
            </a:extLst>
          </p:cNvPr>
          <p:cNvGraphicFramePr>
            <a:graphicFrameLocks noGrp="1"/>
          </p:cNvGraphicFramePr>
          <p:nvPr/>
        </p:nvGraphicFramePr>
        <p:xfrm>
          <a:off x="608691" y="3127603"/>
          <a:ext cx="2895395" cy="2366973"/>
        </p:xfrm>
        <a:graphic>
          <a:graphicData uri="http://schemas.openxmlformats.org/drawingml/2006/table">
            <a:tbl>
              <a:tblPr firstRow="1" bandRow="1"/>
              <a:tblGrid>
                <a:gridCol w="579079">
                  <a:extLst>
                    <a:ext uri="{9D8B030D-6E8A-4147-A177-3AD203B41FA5}">
                      <a16:colId xmlns:a16="http://schemas.microsoft.com/office/drawing/2014/main" val="1187811139"/>
                    </a:ext>
                  </a:extLst>
                </a:gridCol>
                <a:gridCol w="579079">
                  <a:extLst>
                    <a:ext uri="{9D8B030D-6E8A-4147-A177-3AD203B41FA5}">
                      <a16:colId xmlns:a16="http://schemas.microsoft.com/office/drawing/2014/main" val="3724946390"/>
                    </a:ext>
                  </a:extLst>
                </a:gridCol>
                <a:gridCol w="579079">
                  <a:extLst>
                    <a:ext uri="{9D8B030D-6E8A-4147-A177-3AD203B41FA5}">
                      <a16:colId xmlns:a16="http://schemas.microsoft.com/office/drawing/2014/main" val="1629234053"/>
                    </a:ext>
                  </a:extLst>
                </a:gridCol>
                <a:gridCol w="579079">
                  <a:extLst>
                    <a:ext uri="{9D8B030D-6E8A-4147-A177-3AD203B41FA5}">
                      <a16:colId xmlns:a16="http://schemas.microsoft.com/office/drawing/2014/main" val="2295633697"/>
                    </a:ext>
                  </a:extLst>
                </a:gridCol>
                <a:gridCol w="579079">
                  <a:extLst>
                    <a:ext uri="{9D8B030D-6E8A-4147-A177-3AD203B41FA5}">
                      <a16:colId xmlns:a16="http://schemas.microsoft.com/office/drawing/2014/main" val="203250672"/>
                    </a:ext>
                  </a:extLst>
                </a:gridCol>
              </a:tblGrid>
              <a:tr h="305914">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コマ１</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コマ２</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7369">
                <a:tc>
                  <a:txBody>
                    <a:bodyPr/>
                    <a:lstStyle/>
                    <a:p>
                      <a:pPr algn="ctr"/>
                      <a:r>
                        <a:rPr kumimoji="1" lang="en-US" altLang="ja-JP" sz="800" dirty="0"/>
                        <a:t>2026/4/1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8.92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8.86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9.10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7369">
                <a:tc>
                  <a:txBody>
                    <a:bodyPr/>
                    <a:lstStyle/>
                    <a:p>
                      <a:pPr algn="ctr"/>
                      <a:r>
                        <a:rPr kumimoji="1" lang="en-US" altLang="ja-JP" sz="800" dirty="0"/>
                        <a:t>2026/4/2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15.55</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14.6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18.9</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7369">
                <a:tc>
                  <a:txBody>
                    <a:bodyPr/>
                    <a:lstStyle/>
                    <a:p>
                      <a:pPr algn="ctr"/>
                      <a:r>
                        <a:rPr kumimoji="1" lang="en-US" altLang="ja-JP" sz="800" dirty="0"/>
                        <a:t>2026/4/30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7.30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6.09</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6.10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7369">
                <a:tc>
                  <a:txBody>
                    <a:bodyPr/>
                    <a:lstStyle/>
                    <a:p>
                      <a:pPr algn="ctr"/>
                      <a:r>
                        <a:rPr kumimoji="1" lang="en-US" altLang="ja-JP" sz="800" dirty="0"/>
                        <a:t>2026/5/1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13.06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11.78</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12.86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7369">
                <a:tc>
                  <a:txBody>
                    <a:bodyPr/>
                    <a:lstStyle/>
                    <a:p>
                      <a:pPr algn="ctr"/>
                      <a:r>
                        <a:rPr kumimoji="1" lang="en-US" altLang="ja-JP" sz="800" dirty="0"/>
                        <a:t>2026/5/31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15.06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15.18</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14.97</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7369">
                <a:tc>
                  <a:txBody>
                    <a:bodyPr/>
                    <a:lstStyle/>
                    <a:p>
                      <a:pPr algn="ctr"/>
                      <a:r>
                        <a:rPr kumimoji="1" lang="en-US" altLang="ja-JP" sz="800" dirty="0"/>
                        <a:t>2026/6/1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9.24</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8.20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8.61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7369">
                <a:tc>
                  <a:txBody>
                    <a:bodyPr/>
                    <a:lstStyle/>
                    <a:p>
                      <a:pPr algn="ctr"/>
                      <a:r>
                        <a:rPr kumimoji="1" lang="en-US" altLang="ja-JP" sz="800" dirty="0"/>
                        <a:t>2026/6/30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17.76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17.22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13.24</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graphicFrame>
        <p:nvGraphicFramePr>
          <p:cNvPr id="10" name="表 9">
            <a:extLst>
              <a:ext uri="{FF2B5EF4-FFF2-40B4-BE49-F238E27FC236}">
                <a16:creationId xmlns:a16="http://schemas.microsoft.com/office/drawing/2014/main" id="{C660AA65-F160-4937-F722-9684673FDE1D}"/>
              </a:ext>
            </a:extLst>
          </p:cNvPr>
          <p:cNvGraphicFramePr>
            <a:graphicFrameLocks noGrp="1"/>
          </p:cNvGraphicFramePr>
          <p:nvPr/>
        </p:nvGraphicFramePr>
        <p:xfrm>
          <a:off x="4383946" y="3152591"/>
          <a:ext cx="2875315" cy="2359208"/>
        </p:xfrm>
        <a:graphic>
          <a:graphicData uri="http://schemas.openxmlformats.org/drawingml/2006/table">
            <a:tbl>
              <a:tblPr firstRow="1" bandRow="1"/>
              <a:tblGrid>
                <a:gridCol w="575063">
                  <a:extLst>
                    <a:ext uri="{9D8B030D-6E8A-4147-A177-3AD203B41FA5}">
                      <a16:colId xmlns:a16="http://schemas.microsoft.com/office/drawing/2014/main" val="1187811139"/>
                    </a:ext>
                  </a:extLst>
                </a:gridCol>
                <a:gridCol w="575063">
                  <a:extLst>
                    <a:ext uri="{9D8B030D-6E8A-4147-A177-3AD203B41FA5}">
                      <a16:colId xmlns:a16="http://schemas.microsoft.com/office/drawing/2014/main" val="3724946390"/>
                    </a:ext>
                  </a:extLst>
                </a:gridCol>
                <a:gridCol w="575063">
                  <a:extLst>
                    <a:ext uri="{9D8B030D-6E8A-4147-A177-3AD203B41FA5}">
                      <a16:colId xmlns:a16="http://schemas.microsoft.com/office/drawing/2014/main" val="1629234053"/>
                    </a:ext>
                  </a:extLst>
                </a:gridCol>
                <a:gridCol w="575063">
                  <a:extLst>
                    <a:ext uri="{9D8B030D-6E8A-4147-A177-3AD203B41FA5}">
                      <a16:colId xmlns:a16="http://schemas.microsoft.com/office/drawing/2014/main" val="2295633697"/>
                    </a:ext>
                  </a:extLst>
                </a:gridCol>
                <a:gridCol w="575063">
                  <a:extLst>
                    <a:ext uri="{9D8B030D-6E8A-4147-A177-3AD203B41FA5}">
                      <a16:colId xmlns:a16="http://schemas.microsoft.com/office/drawing/2014/main" val="203250672"/>
                    </a:ext>
                  </a:extLst>
                </a:gridCol>
              </a:tblGrid>
              <a:tr h="312438">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tx1"/>
                          </a:solidFill>
                        </a:rPr>
                        <a:t>リプレ</a:t>
                      </a:r>
                      <a:endParaRPr kumimoji="1" lang="en-US" altLang="ja-JP" sz="800" dirty="0">
                        <a:solidFill>
                          <a:schemeClr val="tx1"/>
                        </a:solidFill>
                      </a:endParaRPr>
                    </a:p>
                    <a:p>
                      <a:pPr algn="ctr"/>
                      <a:r>
                        <a:rPr kumimoji="1" lang="ja-JP" altLang="en-US" sz="800" dirty="0">
                          <a:solidFill>
                            <a:schemeClr val="tx1"/>
                          </a:solidFill>
                        </a:rPr>
                        <a:t>五井</a:t>
                      </a:r>
                      <a:endParaRPr kumimoji="1" lang="en-US" altLang="ja-JP"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tx1"/>
                          </a:solidFill>
                        </a:rPr>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tx1"/>
                          </a:solidFill>
                        </a:rPr>
                        <a:t>住友大阪</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79715963"/>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10.43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11.18</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10.43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11.18</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6070">
                <a:tc>
                  <a:txBody>
                    <a:bodyPr/>
                    <a:lstStyle/>
                    <a:p>
                      <a:pPr algn="ctr"/>
                      <a:r>
                        <a:rPr kumimoji="1" lang="en-US" altLang="ja-JP" sz="800" dirty="0"/>
                        <a:t>2026/4/30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10.43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11.18</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6070">
                <a:tc>
                  <a:txBody>
                    <a:bodyPr/>
                    <a:lstStyle/>
                    <a:p>
                      <a:pPr algn="ctr"/>
                      <a:r>
                        <a:rPr kumimoji="1" lang="en-US" altLang="ja-JP" sz="800" dirty="0"/>
                        <a:t>2026/5/1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10.51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10.36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11.26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6070">
                <a:tc>
                  <a:txBody>
                    <a:bodyPr/>
                    <a:lstStyle/>
                    <a:p>
                      <a:pPr algn="ctr"/>
                      <a:r>
                        <a:rPr kumimoji="1" lang="en-US" altLang="ja-JP" sz="800" dirty="0"/>
                        <a:t>2026/5/31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10.51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10.36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11.26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6070">
                <a:tc>
                  <a:txBody>
                    <a:bodyPr/>
                    <a:lstStyle/>
                    <a:p>
                      <a:pPr algn="ctr"/>
                      <a:r>
                        <a:rPr kumimoji="1" lang="en-US" altLang="ja-JP" sz="800" dirty="0"/>
                        <a:t>2026/6/1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11.56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10.35</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6070">
                <a:tc>
                  <a:txBody>
                    <a:bodyPr/>
                    <a:lstStyle/>
                    <a:p>
                      <a:pPr algn="ctr"/>
                      <a:r>
                        <a:rPr kumimoji="1" lang="en-US" altLang="ja-JP" sz="800" dirty="0"/>
                        <a:t>2026/6/30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11.56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10.35</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mc:AlternateContent xmlns:mc="http://schemas.openxmlformats.org/markup-compatibility/2006">
        <mc:Choice xmlns:a14="http://schemas.microsoft.com/office/drawing/2010/main" Requires="a14">
          <p:sp>
            <p:nvSpPr>
              <p:cNvPr id="11" name="正方形/長方形 10">
                <a:extLst>
                  <a:ext uri="{FF2B5EF4-FFF2-40B4-BE49-F238E27FC236}">
                    <a16:creationId xmlns:a16="http://schemas.microsoft.com/office/drawing/2014/main" id="{B7FE8787-2967-684A-92F0-C725F25C519E}"/>
                  </a:ext>
                </a:extLst>
              </p:cNvPr>
              <p:cNvSpPr/>
              <p:nvPr/>
            </p:nvSpPr>
            <p:spPr>
              <a:xfrm>
                <a:off x="468192" y="2701971"/>
                <a:ext cx="3172440" cy="25193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価格モデルから算出した予想価格</a:t>
                </a:r>
                <a:r>
                  <a:rPr lang="ja-JP" altLang="en-US"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𝑃</m:t>
                        </m:r>
                      </m:e>
                      <m:sub>
                        <m:r>
                          <a:rPr lang="en-US" altLang="ja-JP" sz="1400" i="1">
                            <a:latin typeface="Cambria Math" panose="02040503050406030204" pitchFamily="18" charset="0"/>
                          </a:rPr>
                          <m:t>𝑡</m:t>
                        </m:r>
                        <m:r>
                          <a:rPr lang="en-US" altLang="ja-JP" sz="1400" b="0" i="1" smtClean="0">
                            <a:latin typeface="Cambria Math" panose="02040503050406030204" pitchFamily="18" charset="0"/>
                          </a:rPr>
                          <m:t>, </m:t>
                        </m:r>
                        <m:r>
                          <a:rPr lang="en-US" altLang="ja-JP" sz="1400" b="0" i="1" smtClean="0">
                            <a:latin typeface="Cambria Math" panose="02040503050406030204" pitchFamily="18" charset="0"/>
                          </a:rPr>
                          <m:t>𝑖</m:t>
                        </m:r>
                      </m:sub>
                    </m:sSub>
                  </m:oMath>
                </a14:m>
                <a:endParaRPr kumimoji="1" lang="ja-JP" altLang="en-US" sz="1400" dirty="0"/>
              </a:p>
            </p:txBody>
          </p:sp>
        </mc:Choice>
        <mc:Fallback>
          <p:sp>
            <p:nvSpPr>
              <p:cNvPr id="11" name="正方形/長方形 10">
                <a:extLst>
                  <a:ext uri="{FF2B5EF4-FFF2-40B4-BE49-F238E27FC236}">
                    <a16:creationId xmlns:a16="http://schemas.microsoft.com/office/drawing/2014/main" id="{B7FE8787-2967-684A-92F0-C725F25C519E}"/>
                  </a:ext>
                </a:extLst>
              </p:cNvPr>
              <p:cNvSpPr>
                <a:spLocks noRot="1" noChangeAspect="1" noMove="1" noResize="1" noEditPoints="1" noAdjustHandles="1" noChangeArrowheads="1" noChangeShapeType="1" noTextEdit="1"/>
              </p:cNvSpPr>
              <p:nvPr/>
            </p:nvSpPr>
            <p:spPr>
              <a:xfrm>
                <a:off x="468192" y="2701971"/>
                <a:ext cx="3172440" cy="251930"/>
              </a:xfrm>
              <a:prstGeom prst="rect">
                <a:avLst/>
              </a:prstGeom>
              <a:blipFill>
                <a:blip r:embed="rId5"/>
                <a:stretch>
                  <a:fillRect l="-192" t="-14286" b="-35714"/>
                </a:stretch>
              </a:blipFill>
              <a:ln>
                <a:noFill/>
              </a:ln>
            </p:spPr>
            <p:txBody>
              <a:bodyPr/>
              <a:lstStyle/>
              <a:p>
                <a:r>
                  <a:rPr lang="ja-JP" altLang="en-US">
                    <a:noFill/>
                  </a:rPr>
                  <a:t> </a:t>
                </a:r>
              </a:p>
            </p:txBody>
          </p:sp>
        </mc:Fallback>
      </mc:AlternateContent>
      <p:graphicFrame>
        <p:nvGraphicFramePr>
          <p:cNvPr id="12" name="表 11">
            <a:extLst>
              <a:ext uri="{FF2B5EF4-FFF2-40B4-BE49-F238E27FC236}">
                <a16:creationId xmlns:a16="http://schemas.microsoft.com/office/drawing/2014/main" id="{C8725B59-7102-E5C8-8145-AEDC07847B70}"/>
              </a:ext>
            </a:extLst>
          </p:cNvPr>
          <p:cNvGraphicFramePr>
            <a:graphicFrameLocks noGrp="1"/>
          </p:cNvGraphicFramePr>
          <p:nvPr>
            <p:extLst>
              <p:ext uri="{D42A27DB-BD31-4B8C-83A1-F6EECF244321}">
                <p14:modId xmlns:p14="http://schemas.microsoft.com/office/powerpoint/2010/main" val="1245803585"/>
              </p:ext>
            </p:extLst>
          </p:nvPr>
        </p:nvGraphicFramePr>
        <p:xfrm>
          <a:off x="8715233" y="3412592"/>
          <a:ext cx="2875317" cy="2359208"/>
        </p:xfrm>
        <a:graphic>
          <a:graphicData uri="http://schemas.openxmlformats.org/drawingml/2006/table">
            <a:tbl>
              <a:tblPr firstRow="1" bandRow="1"/>
              <a:tblGrid>
                <a:gridCol w="575063">
                  <a:extLst>
                    <a:ext uri="{9D8B030D-6E8A-4147-A177-3AD203B41FA5}">
                      <a16:colId xmlns:a16="http://schemas.microsoft.com/office/drawing/2014/main" val="1187811139"/>
                    </a:ext>
                  </a:extLst>
                </a:gridCol>
                <a:gridCol w="627456">
                  <a:extLst>
                    <a:ext uri="{9D8B030D-6E8A-4147-A177-3AD203B41FA5}">
                      <a16:colId xmlns:a16="http://schemas.microsoft.com/office/drawing/2014/main" val="3724946390"/>
                    </a:ext>
                  </a:extLst>
                </a:gridCol>
                <a:gridCol w="574177">
                  <a:extLst>
                    <a:ext uri="{9D8B030D-6E8A-4147-A177-3AD203B41FA5}">
                      <a16:colId xmlns:a16="http://schemas.microsoft.com/office/drawing/2014/main" val="1629234053"/>
                    </a:ext>
                  </a:extLst>
                </a:gridCol>
                <a:gridCol w="523558">
                  <a:extLst>
                    <a:ext uri="{9D8B030D-6E8A-4147-A177-3AD203B41FA5}">
                      <a16:colId xmlns:a16="http://schemas.microsoft.com/office/drawing/2014/main" val="2295633697"/>
                    </a:ext>
                  </a:extLst>
                </a:gridCol>
                <a:gridCol w="575063">
                  <a:extLst>
                    <a:ext uri="{9D8B030D-6E8A-4147-A177-3AD203B41FA5}">
                      <a16:colId xmlns:a16="http://schemas.microsoft.com/office/drawing/2014/main" val="203250672"/>
                    </a:ext>
                  </a:extLst>
                </a:gridCol>
              </a:tblGrid>
              <a:tr h="312438">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tx1"/>
                          </a:solidFill>
                        </a:rPr>
                        <a:t>契約</a:t>
                      </a:r>
                      <a:endParaRPr kumimoji="1" lang="en-US" altLang="ja-JP"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bg1"/>
                          </a:solidFill>
                        </a:rPr>
                        <a:t>コマ</a:t>
                      </a:r>
                      <a:r>
                        <a:rPr kumimoji="1" lang="en-US" altLang="ja-JP" sz="800" dirty="0">
                          <a:solidFill>
                            <a:schemeClr val="bg1"/>
                          </a:solidFill>
                        </a:rPr>
                        <a:t>1</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1.51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1.33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6070">
                <a:tc>
                  <a:txBody>
                    <a:bodyPr/>
                    <a:lstStyle/>
                    <a:p>
                      <a:pPr algn="ctr"/>
                      <a:r>
                        <a:rPr kumimoji="1" lang="en-US" altLang="ja-JP" sz="800" dirty="0"/>
                        <a:t>2026/4/30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3.13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4.33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0.4</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0.22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6070">
                <a:tc>
                  <a:txBody>
                    <a:bodyPr/>
                    <a:lstStyle/>
                    <a:p>
                      <a:pPr algn="ctr"/>
                      <a:r>
                        <a:rPr kumimoji="1" lang="en-US" altLang="ja-JP" sz="800" dirty="0"/>
                        <a:t>2026/4/30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2.02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3.22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住友大阪</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2.26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2.08</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住友大阪</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sp>
        <p:nvSpPr>
          <p:cNvPr id="13" name="テキスト ボックス 12">
            <a:extLst>
              <a:ext uri="{FF2B5EF4-FFF2-40B4-BE49-F238E27FC236}">
                <a16:creationId xmlns:a16="http://schemas.microsoft.com/office/drawing/2014/main" id="{ED04CBF1-66BA-8B04-84A3-9BC510C83995}"/>
              </a:ext>
            </a:extLst>
          </p:cNvPr>
          <p:cNvSpPr txBox="1"/>
          <p:nvPr/>
        </p:nvSpPr>
        <p:spPr>
          <a:xfrm>
            <a:off x="647002" y="5979797"/>
            <a:ext cx="3172441" cy="523220"/>
          </a:xfrm>
          <a:prstGeom prst="rect">
            <a:avLst/>
          </a:prstGeom>
          <a:noFill/>
        </p:spPr>
        <p:txBody>
          <a:bodyPr wrap="square" rtlCol="0">
            <a:spAutoFit/>
          </a:bodyPr>
          <a:lstStyle/>
          <a:p>
            <a:r>
              <a:rPr kumimoji="1" lang="en-US" altLang="ja-JP" sz="1400" dirty="0"/>
              <a:t>AR(1)</a:t>
            </a:r>
            <a:r>
              <a:rPr kumimoji="1" lang="ja-JP" altLang="en-US" sz="1400" dirty="0"/>
              <a:t>モデルをもとに算出された</a:t>
            </a:r>
            <a:endParaRPr kumimoji="1" lang="en-US" altLang="ja-JP" sz="1400" dirty="0"/>
          </a:p>
          <a:p>
            <a:r>
              <a:rPr kumimoji="1" lang="ja-JP" altLang="en-US" sz="1400" dirty="0"/>
              <a:t>コマ別予想価格</a:t>
            </a:r>
          </a:p>
        </p:txBody>
      </p:sp>
      <p:sp>
        <p:nvSpPr>
          <p:cNvPr id="31" name="テキスト ボックス 30">
            <a:extLst>
              <a:ext uri="{FF2B5EF4-FFF2-40B4-BE49-F238E27FC236}">
                <a16:creationId xmlns:a16="http://schemas.microsoft.com/office/drawing/2014/main" id="{B75C0B58-B5B8-EE44-EF22-34F9DECAD435}"/>
              </a:ext>
            </a:extLst>
          </p:cNvPr>
          <p:cNvSpPr txBox="1"/>
          <p:nvPr/>
        </p:nvSpPr>
        <p:spPr>
          <a:xfrm>
            <a:off x="4234238" y="5979797"/>
            <a:ext cx="3057247" cy="523220"/>
          </a:xfrm>
          <a:prstGeom prst="rect">
            <a:avLst/>
          </a:prstGeom>
          <a:noFill/>
        </p:spPr>
        <p:txBody>
          <a:bodyPr wrap="none" rtlCol="0">
            <a:spAutoFit/>
          </a:bodyPr>
          <a:lstStyle/>
          <a:p>
            <a:r>
              <a:rPr lang="ja-JP" altLang="en-US" sz="1400" dirty="0"/>
              <a:t>燃料先物価格（月単位）をもとに</a:t>
            </a:r>
            <a:endParaRPr lang="en-US" altLang="ja-JP" sz="1400" dirty="0"/>
          </a:p>
          <a:p>
            <a:r>
              <a:rPr lang="ja-JP" altLang="en-US" sz="1400" dirty="0"/>
              <a:t>相対契約ごとの計算式での算出結果</a:t>
            </a:r>
            <a:endParaRPr lang="en-US" altLang="ja-JP" sz="1400" dirty="0"/>
          </a:p>
        </p:txBody>
      </p:sp>
      <p:sp>
        <p:nvSpPr>
          <p:cNvPr id="44" name="二等辺三角形 43">
            <a:extLst>
              <a:ext uri="{FF2B5EF4-FFF2-40B4-BE49-F238E27FC236}">
                <a16:creationId xmlns:a16="http://schemas.microsoft.com/office/drawing/2014/main" id="{B8762BE5-0A12-ED0A-4B6E-3D8B04269F7A}"/>
              </a:ext>
            </a:extLst>
          </p:cNvPr>
          <p:cNvSpPr/>
          <p:nvPr/>
        </p:nvSpPr>
        <p:spPr>
          <a:xfrm rot="5400000">
            <a:off x="7684038" y="3949282"/>
            <a:ext cx="898320" cy="477435"/>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A0E63766-FED9-B7AE-92FB-1A15C1A42F4D}"/>
              </a:ext>
            </a:extLst>
          </p:cNvPr>
          <p:cNvSpPr txBox="1"/>
          <p:nvPr/>
        </p:nvSpPr>
        <p:spPr>
          <a:xfrm>
            <a:off x="215757" y="1941816"/>
            <a:ext cx="2887039" cy="307777"/>
          </a:xfrm>
          <a:prstGeom prst="rect">
            <a:avLst/>
          </a:prstGeom>
          <a:noFill/>
        </p:spPr>
        <p:txBody>
          <a:bodyPr wrap="square" rtlCol="0">
            <a:spAutoFit/>
          </a:bodyPr>
          <a:lstStyle/>
          <a:p>
            <a:r>
              <a:rPr lang="ja-JP" altLang="en-US" sz="1400" dirty="0"/>
              <a:t>ペイオフ計算イメージ</a:t>
            </a:r>
            <a:endParaRPr kumimoji="1" lang="ja-JP" altLang="en-US" sz="1400" dirty="0"/>
          </a:p>
        </p:txBody>
      </p:sp>
    </p:spTree>
    <p:extLst>
      <p:ext uri="{BB962C8B-B14F-4D97-AF65-F5344CB8AC3E}">
        <p14:creationId xmlns:p14="http://schemas.microsoft.com/office/powerpoint/2010/main" val="1828810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16" name="グループ化 1015">
            <a:extLst>
              <a:ext uri="{FF2B5EF4-FFF2-40B4-BE49-F238E27FC236}">
                <a16:creationId xmlns:a16="http://schemas.microsoft.com/office/drawing/2014/main" id="{050F28A8-4092-5A46-2453-7DED11C435CF}"/>
              </a:ext>
            </a:extLst>
          </p:cNvPr>
          <p:cNvGrpSpPr/>
          <p:nvPr/>
        </p:nvGrpSpPr>
        <p:grpSpPr>
          <a:xfrm>
            <a:off x="776752" y="3029805"/>
            <a:ext cx="8738724" cy="3717070"/>
            <a:chOff x="329077" y="2544030"/>
            <a:chExt cx="8738724" cy="3717070"/>
          </a:xfrm>
        </p:grpSpPr>
        <p:sp>
          <p:nvSpPr>
            <p:cNvPr id="1017" name="正方形/長方形 1016">
              <a:extLst>
                <a:ext uri="{FF2B5EF4-FFF2-40B4-BE49-F238E27FC236}">
                  <a16:creationId xmlns:a16="http://schemas.microsoft.com/office/drawing/2014/main" id="{D4F13E0A-693B-12B4-B9EE-EE6ACA90C8B3}"/>
                </a:ext>
              </a:extLst>
            </p:cNvPr>
            <p:cNvSpPr/>
            <p:nvPr/>
          </p:nvSpPr>
          <p:spPr>
            <a:xfrm>
              <a:off x="329077" y="2546350"/>
              <a:ext cx="8738724" cy="3714750"/>
            </a:xfrm>
            <a:prstGeom prst="rect">
              <a:avLst/>
            </a:prstGeom>
            <a:solidFill>
              <a:schemeClr val="tx2">
                <a:lumMod val="10000"/>
                <a:lumOff val="90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018" name="グループ化 1017">
              <a:extLst>
                <a:ext uri="{FF2B5EF4-FFF2-40B4-BE49-F238E27FC236}">
                  <a16:creationId xmlns:a16="http://schemas.microsoft.com/office/drawing/2014/main" id="{7B93AC57-D50D-D704-152C-30095E064516}"/>
                </a:ext>
              </a:extLst>
            </p:cNvPr>
            <p:cNvGrpSpPr/>
            <p:nvPr/>
          </p:nvGrpSpPr>
          <p:grpSpPr>
            <a:xfrm>
              <a:off x="788341" y="2653271"/>
              <a:ext cx="5231459" cy="3541154"/>
              <a:chOff x="788341" y="2653271"/>
              <a:chExt cx="5231459" cy="3541154"/>
            </a:xfrm>
          </p:grpSpPr>
          <p:sp>
            <p:nvSpPr>
              <p:cNvPr id="1020" name="正方形/長方形 1019">
                <a:extLst>
                  <a:ext uri="{FF2B5EF4-FFF2-40B4-BE49-F238E27FC236}">
                    <a16:creationId xmlns:a16="http://schemas.microsoft.com/office/drawing/2014/main" id="{A5060C4F-BAF0-7538-2563-8273E812BAA0}"/>
                  </a:ext>
                </a:extLst>
              </p:cNvPr>
              <p:cNvSpPr/>
              <p:nvPr/>
            </p:nvSpPr>
            <p:spPr>
              <a:xfrm>
                <a:off x="914400" y="4843792"/>
                <a:ext cx="5105400" cy="1350633"/>
              </a:xfrm>
              <a:prstGeom prst="rect">
                <a:avLst/>
              </a:prstGeom>
              <a:solidFill>
                <a:schemeClr val="bg1">
                  <a:lumMod val="9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21" name="正方形/長方形 1020">
                <a:extLst>
                  <a:ext uri="{FF2B5EF4-FFF2-40B4-BE49-F238E27FC236}">
                    <a16:creationId xmlns:a16="http://schemas.microsoft.com/office/drawing/2014/main" id="{F3B832CA-ED6A-5752-B692-71726BB2BC6F}"/>
                  </a:ext>
                </a:extLst>
              </p:cNvPr>
              <p:cNvSpPr/>
              <p:nvPr/>
            </p:nvSpPr>
            <p:spPr>
              <a:xfrm>
                <a:off x="2140890" y="3988017"/>
                <a:ext cx="2799156" cy="603044"/>
              </a:xfrm>
              <a:prstGeom prst="rect">
                <a:avLst/>
              </a:prstGeom>
              <a:solidFill>
                <a:schemeClr val="bg1">
                  <a:lumMod val="9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022" name="直線コネクタ 1021">
                <a:extLst>
                  <a:ext uri="{FF2B5EF4-FFF2-40B4-BE49-F238E27FC236}">
                    <a16:creationId xmlns:a16="http://schemas.microsoft.com/office/drawing/2014/main" id="{CE6C54B2-6F1E-3E5D-2918-A1D8B17804E5}"/>
                  </a:ext>
                </a:extLst>
              </p:cNvPr>
              <p:cNvCxnSpPr>
                <a:cxnSpLocks/>
                <a:endCxn id="1026" idx="2"/>
              </p:cNvCxnSpPr>
              <p:nvPr/>
            </p:nvCxnSpPr>
            <p:spPr>
              <a:xfrm flipV="1">
                <a:off x="2713864" y="4110793"/>
                <a:ext cx="354448" cy="147775"/>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1023" name="直線コネクタ 1022">
                <a:extLst>
                  <a:ext uri="{FF2B5EF4-FFF2-40B4-BE49-F238E27FC236}">
                    <a16:creationId xmlns:a16="http://schemas.microsoft.com/office/drawing/2014/main" id="{827BDDF0-4814-C8E3-884E-73A7801A3E5F}"/>
                  </a:ext>
                </a:extLst>
              </p:cNvPr>
              <p:cNvCxnSpPr>
                <a:cxnSpLocks/>
                <a:stCxn id="1026" idx="6"/>
                <a:endCxn id="1027" idx="2"/>
              </p:cNvCxnSpPr>
              <p:nvPr/>
            </p:nvCxnSpPr>
            <p:spPr>
              <a:xfrm>
                <a:off x="3138884" y="4110793"/>
                <a:ext cx="345552" cy="210044"/>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1024" name="直線コネクタ 1023">
                <a:extLst>
                  <a:ext uri="{FF2B5EF4-FFF2-40B4-BE49-F238E27FC236}">
                    <a16:creationId xmlns:a16="http://schemas.microsoft.com/office/drawing/2014/main" id="{E116E973-2EB8-72FB-0598-053D475B2AA3}"/>
                  </a:ext>
                </a:extLst>
              </p:cNvPr>
              <p:cNvCxnSpPr>
                <a:cxnSpLocks/>
                <a:stCxn id="1027" idx="6"/>
              </p:cNvCxnSpPr>
              <p:nvPr/>
            </p:nvCxnSpPr>
            <p:spPr>
              <a:xfrm flipV="1">
                <a:off x="3555009" y="4224458"/>
                <a:ext cx="331438" cy="96379"/>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1025" name="直線コネクタ 1024">
                <a:extLst>
                  <a:ext uri="{FF2B5EF4-FFF2-40B4-BE49-F238E27FC236}">
                    <a16:creationId xmlns:a16="http://schemas.microsoft.com/office/drawing/2014/main" id="{BAC57C1F-63E8-A616-B8D8-258CDEE61A2A}"/>
                  </a:ext>
                </a:extLst>
              </p:cNvPr>
              <p:cNvCxnSpPr>
                <a:cxnSpLocks/>
              </p:cNvCxnSpPr>
              <p:nvPr/>
            </p:nvCxnSpPr>
            <p:spPr>
              <a:xfrm>
                <a:off x="3936350" y="4224458"/>
                <a:ext cx="352108" cy="172661"/>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1026" name="楕円 1025">
                <a:extLst>
                  <a:ext uri="{FF2B5EF4-FFF2-40B4-BE49-F238E27FC236}">
                    <a16:creationId xmlns:a16="http://schemas.microsoft.com/office/drawing/2014/main" id="{81E1231D-2F63-9EA4-F490-6B71E00ECF47}"/>
                  </a:ext>
                </a:extLst>
              </p:cNvPr>
              <p:cNvSpPr/>
              <p:nvPr/>
            </p:nvSpPr>
            <p:spPr>
              <a:xfrm>
                <a:off x="3068312" y="4075507"/>
                <a:ext cx="70572" cy="7057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27" name="楕円 1026">
                <a:extLst>
                  <a:ext uri="{FF2B5EF4-FFF2-40B4-BE49-F238E27FC236}">
                    <a16:creationId xmlns:a16="http://schemas.microsoft.com/office/drawing/2014/main" id="{122EBF58-96FA-6171-CDDB-3D2A478F5149}"/>
                  </a:ext>
                </a:extLst>
              </p:cNvPr>
              <p:cNvSpPr/>
              <p:nvPr/>
            </p:nvSpPr>
            <p:spPr>
              <a:xfrm>
                <a:off x="3484437" y="4285551"/>
                <a:ext cx="70572" cy="7057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28" name="楕円 1027">
                <a:extLst>
                  <a:ext uri="{FF2B5EF4-FFF2-40B4-BE49-F238E27FC236}">
                    <a16:creationId xmlns:a16="http://schemas.microsoft.com/office/drawing/2014/main" id="{8B27AFBC-2E9B-F8D4-4AB7-BB1CAA41D632}"/>
                  </a:ext>
                </a:extLst>
              </p:cNvPr>
              <p:cNvSpPr/>
              <p:nvPr/>
            </p:nvSpPr>
            <p:spPr>
              <a:xfrm>
                <a:off x="3876113" y="4184681"/>
                <a:ext cx="70572" cy="7057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29" name="楕円 1028">
                <a:extLst>
                  <a:ext uri="{FF2B5EF4-FFF2-40B4-BE49-F238E27FC236}">
                    <a16:creationId xmlns:a16="http://schemas.microsoft.com/office/drawing/2014/main" id="{06724FAE-B2DA-9642-2081-9D8162E40513}"/>
                  </a:ext>
                </a:extLst>
              </p:cNvPr>
              <p:cNvSpPr/>
              <p:nvPr/>
            </p:nvSpPr>
            <p:spPr>
              <a:xfrm>
                <a:off x="4278123" y="4371638"/>
                <a:ext cx="70572" cy="7057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030" name="直線コネクタ 1029">
                <a:extLst>
                  <a:ext uri="{FF2B5EF4-FFF2-40B4-BE49-F238E27FC236}">
                    <a16:creationId xmlns:a16="http://schemas.microsoft.com/office/drawing/2014/main" id="{042DC02F-606A-5844-CF69-D0512664D916}"/>
                  </a:ext>
                </a:extLst>
              </p:cNvPr>
              <p:cNvCxnSpPr>
                <a:cxnSpLocks/>
                <a:stCxn id="1029" idx="6"/>
              </p:cNvCxnSpPr>
              <p:nvPr/>
            </p:nvCxnSpPr>
            <p:spPr>
              <a:xfrm flipV="1">
                <a:off x="4348695" y="4371638"/>
                <a:ext cx="176682" cy="35286"/>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1031" name="正方形/長方形 1030">
                <a:extLst>
                  <a:ext uri="{FF2B5EF4-FFF2-40B4-BE49-F238E27FC236}">
                    <a16:creationId xmlns:a16="http://schemas.microsoft.com/office/drawing/2014/main" id="{95FE8DD0-22B5-D605-A77A-942410236492}"/>
                  </a:ext>
                </a:extLst>
              </p:cNvPr>
              <p:cNvSpPr/>
              <p:nvPr/>
            </p:nvSpPr>
            <p:spPr>
              <a:xfrm>
                <a:off x="1062934" y="5063143"/>
                <a:ext cx="1100259" cy="6001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32" name="正方形/長方形 1031">
                <a:extLst>
                  <a:ext uri="{FF2B5EF4-FFF2-40B4-BE49-F238E27FC236}">
                    <a16:creationId xmlns:a16="http://schemas.microsoft.com/office/drawing/2014/main" id="{FB3A870D-2C49-CB08-3C36-64173E8E6278}"/>
                  </a:ext>
                </a:extLst>
              </p:cNvPr>
              <p:cNvSpPr/>
              <p:nvPr/>
            </p:nvSpPr>
            <p:spPr>
              <a:xfrm>
                <a:off x="2286788" y="5445625"/>
                <a:ext cx="1100259" cy="6001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33" name="正方形/長方形 1032">
                <a:extLst>
                  <a:ext uri="{FF2B5EF4-FFF2-40B4-BE49-F238E27FC236}">
                    <a16:creationId xmlns:a16="http://schemas.microsoft.com/office/drawing/2014/main" id="{62CCC44A-6F01-18F5-D3BE-08FA293CE968}"/>
                  </a:ext>
                </a:extLst>
              </p:cNvPr>
              <p:cNvSpPr/>
              <p:nvPr/>
            </p:nvSpPr>
            <p:spPr>
              <a:xfrm>
                <a:off x="3522498" y="5145555"/>
                <a:ext cx="1100259" cy="6001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34" name="正方形/長方形 1033">
                <a:extLst>
                  <a:ext uri="{FF2B5EF4-FFF2-40B4-BE49-F238E27FC236}">
                    <a16:creationId xmlns:a16="http://schemas.microsoft.com/office/drawing/2014/main" id="{3C1DD6FF-B265-BABD-A30C-3186E9D7986D}"/>
                  </a:ext>
                </a:extLst>
              </p:cNvPr>
              <p:cNvSpPr/>
              <p:nvPr/>
            </p:nvSpPr>
            <p:spPr>
              <a:xfrm>
                <a:off x="4754669" y="5561791"/>
                <a:ext cx="1100259" cy="6001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035" name="直線矢印コネクタ 1034">
                <a:extLst>
                  <a:ext uri="{FF2B5EF4-FFF2-40B4-BE49-F238E27FC236}">
                    <a16:creationId xmlns:a16="http://schemas.microsoft.com/office/drawing/2014/main" id="{2C18C2BE-F98E-8469-F6B3-CBC7E23700E2}"/>
                  </a:ext>
                </a:extLst>
              </p:cNvPr>
              <p:cNvCxnSpPr>
                <a:cxnSpLocks/>
                <a:stCxn id="1026" idx="3"/>
                <a:endCxn id="1037" idx="6"/>
              </p:cNvCxnSpPr>
              <p:nvPr/>
            </p:nvCxnSpPr>
            <p:spPr>
              <a:xfrm flipH="1">
                <a:off x="1177412" y="4135744"/>
                <a:ext cx="1901236" cy="1119011"/>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1036" name="フリーフォーム: 図形 1035">
                <a:extLst>
                  <a:ext uri="{FF2B5EF4-FFF2-40B4-BE49-F238E27FC236}">
                    <a16:creationId xmlns:a16="http://schemas.microsoft.com/office/drawing/2014/main" id="{730283E7-F92A-DC49-AF2B-6AD7C69B3DFB}"/>
                  </a:ext>
                </a:extLst>
              </p:cNvPr>
              <p:cNvSpPr/>
              <p:nvPr/>
            </p:nvSpPr>
            <p:spPr>
              <a:xfrm>
                <a:off x="1148546" y="5178205"/>
                <a:ext cx="910381" cy="292204"/>
              </a:xfrm>
              <a:custGeom>
                <a:avLst/>
                <a:gdLst>
                  <a:gd name="csX0" fmla="*/ 0 w 819150"/>
                  <a:gd name="csY0" fmla="*/ 57931 h 262922"/>
                  <a:gd name="csX1" fmla="*/ 139700 w 819150"/>
                  <a:gd name="csY1" fmla="*/ 229381 h 262922"/>
                  <a:gd name="csX2" fmla="*/ 355600 w 819150"/>
                  <a:gd name="csY2" fmla="*/ 242081 h 262922"/>
                  <a:gd name="csX3" fmla="*/ 520700 w 819150"/>
                  <a:gd name="csY3" fmla="*/ 781 h 262922"/>
                  <a:gd name="csX4" fmla="*/ 819150 w 819150"/>
                  <a:gd name="csY4" fmla="*/ 159531 h 262922"/>
                  <a:gd name="csX5" fmla="*/ 819150 w 819150"/>
                  <a:gd name="csY5" fmla="*/ 159531 h 262922"/>
                </a:gdLst>
                <a:ahLst/>
                <a:cxnLst>
                  <a:cxn ang="0">
                    <a:pos x="csX0" y="csY0"/>
                  </a:cxn>
                  <a:cxn ang="0">
                    <a:pos x="csX1" y="csY1"/>
                  </a:cxn>
                  <a:cxn ang="0">
                    <a:pos x="csX2" y="csY2"/>
                  </a:cxn>
                  <a:cxn ang="0">
                    <a:pos x="csX3" y="csY3"/>
                  </a:cxn>
                  <a:cxn ang="0">
                    <a:pos x="csX4" y="csY4"/>
                  </a:cxn>
                  <a:cxn ang="0">
                    <a:pos x="csX5" y="csY5"/>
                  </a:cxn>
                </a:cxnLst>
                <a:rect l="l" t="t" r="r" b="b"/>
                <a:pathLst>
                  <a:path w="819150" h="262922">
                    <a:moveTo>
                      <a:pt x="0" y="57931"/>
                    </a:moveTo>
                    <a:cubicBezTo>
                      <a:pt x="40216" y="128310"/>
                      <a:pt x="80433" y="198689"/>
                      <a:pt x="139700" y="229381"/>
                    </a:cubicBezTo>
                    <a:cubicBezTo>
                      <a:pt x="198967" y="260073"/>
                      <a:pt x="292100" y="280181"/>
                      <a:pt x="355600" y="242081"/>
                    </a:cubicBezTo>
                    <a:cubicBezTo>
                      <a:pt x="419100" y="203981"/>
                      <a:pt x="443442" y="14539"/>
                      <a:pt x="520700" y="781"/>
                    </a:cubicBezTo>
                    <a:cubicBezTo>
                      <a:pt x="597958" y="-12977"/>
                      <a:pt x="819150" y="159531"/>
                      <a:pt x="819150" y="159531"/>
                    </a:cubicBezTo>
                    <a:lnTo>
                      <a:pt x="819150" y="159531"/>
                    </a:lnTo>
                  </a:path>
                </a:pathLst>
              </a:custGeom>
              <a:noFill/>
              <a:ln w="9525">
                <a:prstDash val="sysDot"/>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37" name="楕円 1036">
                <a:extLst>
                  <a:ext uri="{FF2B5EF4-FFF2-40B4-BE49-F238E27FC236}">
                    <a16:creationId xmlns:a16="http://schemas.microsoft.com/office/drawing/2014/main" id="{2F7A8BDA-7382-5CAC-0E15-4B2AEBAC865C}"/>
                  </a:ext>
                </a:extLst>
              </p:cNvPr>
              <p:cNvSpPr/>
              <p:nvPr/>
            </p:nvSpPr>
            <p:spPr>
              <a:xfrm>
                <a:off x="1145404" y="5238751"/>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38" name="楕円 1037">
                <a:extLst>
                  <a:ext uri="{FF2B5EF4-FFF2-40B4-BE49-F238E27FC236}">
                    <a16:creationId xmlns:a16="http://schemas.microsoft.com/office/drawing/2014/main" id="{7DDA8335-EFEC-8FF3-BA07-D3F1CA97A425}"/>
                  </a:ext>
                </a:extLst>
              </p:cNvPr>
              <p:cNvSpPr/>
              <p:nvPr/>
            </p:nvSpPr>
            <p:spPr>
              <a:xfrm>
                <a:off x="1177163" y="5294328"/>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39" name="楕円 1038">
                <a:extLst>
                  <a:ext uri="{FF2B5EF4-FFF2-40B4-BE49-F238E27FC236}">
                    <a16:creationId xmlns:a16="http://schemas.microsoft.com/office/drawing/2014/main" id="{9C41D104-993A-C462-932A-FE81A9AA09CB}"/>
                  </a:ext>
                </a:extLst>
              </p:cNvPr>
              <p:cNvSpPr/>
              <p:nvPr/>
            </p:nvSpPr>
            <p:spPr>
              <a:xfrm>
                <a:off x="1216860" y="5347260"/>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40" name="楕円 1039">
                <a:extLst>
                  <a:ext uri="{FF2B5EF4-FFF2-40B4-BE49-F238E27FC236}">
                    <a16:creationId xmlns:a16="http://schemas.microsoft.com/office/drawing/2014/main" id="{4B564597-9D6C-7369-23E0-3E2EB850B8F0}"/>
                  </a:ext>
                </a:extLst>
              </p:cNvPr>
              <p:cNvSpPr/>
              <p:nvPr/>
            </p:nvSpPr>
            <p:spPr>
              <a:xfrm>
                <a:off x="1252146" y="5397543"/>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41" name="楕円 1040">
                <a:extLst>
                  <a:ext uri="{FF2B5EF4-FFF2-40B4-BE49-F238E27FC236}">
                    <a16:creationId xmlns:a16="http://schemas.microsoft.com/office/drawing/2014/main" id="{036CB709-36A7-C6BF-8340-BD8D586AC839}"/>
                  </a:ext>
                </a:extLst>
              </p:cNvPr>
              <p:cNvSpPr/>
              <p:nvPr/>
            </p:nvSpPr>
            <p:spPr>
              <a:xfrm>
                <a:off x="1312132" y="5426658"/>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042" name="直線矢印コネクタ 1041">
                <a:extLst>
                  <a:ext uri="{FF2B5EF4-FFF2-40B4-BE49-F238E27FC236}">
                    <a16:creationId xmlns:a16="http://schemas.microsoft.com/office/drawing/2014/main" id="{96973709-D129-FC66-3137-9C6052A46BE9}"/>
                  </a:ext>
                </a:extLst>
              </p:cNvPr>
              <p:cNvCxnSpPr>
                <a:cxnSpLocks/>
                <a:stCxn id="1026" idx="3"/>
                <a:endCxn id="1038" idx="0"/>
              </p:cNvCxnSpPr>
              <p:nvPr/>
            </p:nvCxnSpPr>
            <p:spPr>
              <a:xfrm flipH="1">
                <a:off x="1193167" y="4135744"/>
                <a:ext cx="1885480" cy="1158584"/>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1043" name="楕円 1042">
                <a:extLst>
                  <a:ext uri="{FF2B5EF4-FFF2-40B4-BE49-F238E27FC236}">
                    <a16:creationId xmlns:a16="http://schemas.microsoft.com/office/drawing/2014/main" id="{0AFF02D5-DE13-2319-0D97-47622CD1D9AE}"/>
                  </a:ext>
                </a:extLst>
              </p:cNvPr>
              <p:cNvSpPr/>
              <p:nvPr/>
            </p:nvSpPr>
            <p:spPr>
              <a:xfrm>
                <a:off x="2029324" y="5334033"/>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044" name="直線矢印コネクタ 1043">
                <a:extLst>
                  <a:ext uri="{FF2B5EF4-FFF2-40B4-BE49-F238E27FC236}">
                    <a16:creationId xmlns:a16="http://schemas.microsoft.com/office/drawing/2014/main" id="{BD4476CD-E9AB-54E8-1A58-26E6C2DF132E}"/>
                  </a:ext>
                </a:extLst>
              </p:cNvPr>
              <p:cNvCxnSpPr>
                <a:cxnSpLocks/>
                <a:stCxn id="1026" idx="3"/>
                <a:endCxn id="1043" idx="0"/>
              </p:cNvCxnSpPr>
              <p:nvPr/>
            </p:nvCxnSpPr>
            <p:spPr>
              <a:xfrm flipH="1">
                <a:off x="2045328" y="4135744"/>
                <a:ext cx="1033319" cy="1198289"/>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1045" name="正方形/長方形 1044">
                <a:extLst>
                  <a:ext uri="{FF2B5EF4-FFF2-40B4-BE49-F238E27FC236}">
                    <a16:creationId xmlns:a16="http://schemas.microsoft.com/office/drawing/2014/main" id="{1F6BBDB9-CD40-D872-2B80-BDDA64EA263D}"/>
                  </a:ext>
                </a:extLst>
              </p:cNvPr>
              <p:cNvSpPr/>
              <p:nvPr/>
            </p:nvSpPr>
            <p:spPr>
              <a:xfrm>
                <a:off x="2135394" y="2730176"/>
                <a:ext cx="2810146" cy="1018630"/>
              </a:xfrm>
              <a:prstGeom prst="rect">
                <a:avLst/>
              </a:prstGeom>
              <a:solidFill>
                <a:schemeClr val="bg1">
                  <a:lumMod val="9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p>
            </p:txBody>
          </p:sp>
          <p:cxnSp>
            <p:nvCxnSpPr>
              <p:cNvPr id="1046" name="直線コネクタ 1045">
                <a:extLst>
                  <a:ext uri="{FF2B5EF4-FFF2-40B4-BE49-F238E27FC236}">
                    <a16:creationId xmlns:a16="http://schemas.microsoft.com/office/drawing/2014/main" id="{87C33167-38AD-50B2-7673-1BA191CDB75D}"/>
                  </a:ext>
                </a:extLst>
              </p:cNvPr>
              <p:cNvCxnSpPr>
                <a:cxnSpLocks/>
                <a:endCxn id="1050" idx="3"/>
              </p:cNvCxnSpPr>
              <p:nvPr/>
            </p:nvCxnSpPr>
            <p:spPr>
              <a:xfrm flipV="1">
                <a:off x="2713864" y="2829125"/>
                <a:ext cx="375117" cy="426641"/>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cxnSp>
            <p:nvCxnSpPr>
              <p:cNvPr id="1047" name="直線コネクタ 1046">
                <a:extLst>
                  <a:ext uri="{FF2B5EF4-FFF2-40B4-BE49-F238E27FC236}">
                    <a16:creationId xmlns:a16="http://schemas.microsoft.com/office/drawing/2014/main" id="{367B4870-89E5-ABDD-6E21-F675510228D5}"/>
                  </a:ext>
                </a:extLst>
              </p:cNvPr>
              <p:cNvCxnSpPr>
                <a:cxnSpLocks/>
                <a:stCxn id="1054" idx="5"/>
                <a:endCxn id="1048" idx="1"/>
              </p:cNvCxnSpPr>
              <p:nvPr/>
            </p:nvCxnSpPr>
            <p:spPr>
              <a:xfrm>
                <a:off x="3936350" y="3157286"/>
                <a:ext cx="352108" cy="44858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1048" name="楕円 1047">
                <a:extLst>
                  <a:ext uri="{FF2B5EF4-FFF2-40B4-BE49-F238E27FC236}">
                    <a16:creationId xmlns:a16="http://schemas.microsoft.com/office/drawing/2014/main" id="{30E903C3-8E8B-61D5-FE29-468E5007D2EC}"/>
                  </a:ext>
                </a:extLst>
              </p:cNvPr>
              <p:cNvSpPr/>
              <p:nvPr/>
            </p:nvSpPr>
            <p:spPr>
              <a:xfrm>
                <a:off x="4278123" y="3595539"/>
                <a:ext cx="70572" cy="705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049" name="直線コネクタ 1048">
                <a:extLst>
                  <a:ext uri="{FF2B5EF4-FFF2-40B4-BE49-F238E27FC236}">
                    <a16:creationId xmlns:a16="http://schemas.microsoft.com/office/drawing/2014/main" id="{96F7B1B1-3FB6-AE8D-27AA-CE8213D861A7}"/>
                  </a:ext>
                </a:extLst>
              </p:cNvPr>
              <p:cNvCxnSpPr>
                <a:cxnSpLocks/>
                <a:stCxn id="1048" idx="6"/>
              </p:cNvCxnSpPr>
              <p:nvPr/>
            </p:nvCxnSpPr>
            <p:spPr>
              <a:xfrm flipV="1">
                <a:off x="4348695" y="3513398"/>
                <a:ext cx="271954" cy="11742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1050" name="楕円 1049">
                <a:extLst>
                  <a:ext uri="{FF2B5EF4-FFF2-40B4-BE49-F238E27FC236}">
                    <a16:creationId xmlns:a16="http://schemas.microsoft.com/office/drawing/2014/main" id="{082B1480-8DE7-D2C4-557D-1C94C224C962}"/>
                  </a:ext>
                </a:extLst>
              </p:cNvPr>
              <p:cNvSpPr/>
              <p:nvPr/>
            </p:nvSpPr>
            <p:spPr>
              <a:xfrm>
                <a:off x="3078647" y="2768888"/>
                <a:ext cx="70572" cy="705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051" name="直線コネクタ 1050">
                <a:extLst>
                  <a:ext uri="{FF2B5EF4-FFF2-40B4-BE49-F238E27FC236}">
                    <a16:creationId xmlns:a16="http://schemas.microsoft.com/office/drawing/2014/main" id="{7866DD92-8D6A-2F30-A378-276F73CB7617}"/>
                  </a:ext>
                </a:extLst>
              </p:cNvPr>
              <p:cNvCxnSpPr>
                <a:cxnSpLocks/>
                <a:stCxn id="1050" idx="5"/>
                <a:endCxn id="1053" idx="1"/>
              </p:cNvCxnSpPr>
              <p:nvPr/>
            </p:nvCxnSpPr>
            <p:spPr>
              <a:xfrm>
                <a:off x="3138884" y="2829125"/>
                <a:ext cx="355887" cy="60641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cxnSp>
            <p:nvCxnSpPr>
              <p:cNvPr id="1052" name="直線コネクタ 1051">
                <a:extLst>
                  <a:ext uri="{FF2B5EF4-FFF2-40B4-BE49-F238E27FC236}">
                    <a16:creationId xmlns:a16="http://schemas.microsoft.com/office/drawing/2014/main" id="{A149A86E-7397-A9A6-7EB4-9168BBD2BFC4}"/>
                  </a:ext>
                </a:extLst>
              </p:cNvPr>
              <p:cNvCxnSpPr>
                <a:cxnSpLocks/>
                <a:stCxn id="1053" idx="7"/>
                <a:endCxn id="1054" idx="3"/>
              </p:cNvCxnSpPr>
              <p:nvPr/>
            </p:nvCxnSpPr>
            <p:spPr>
              <a:xfrm flipV="1">
                <a:off x="3544675" y="3157286"/>
                <a:ext cx="341773" cy="27825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1053" name="楕円 1052">
                <a:extLst>
                  <a:ext uri="{FF2B5EF4-FFF2-40B4-BE49-F238E27FC236}">
                    <a16:creationId xmlns:a16="http://schemas.microsoft.com/office/drawing/2014/main" id="{7DDFDA8B-CACD-6EA7-8EEB-E4E535D164F4}"/>
                  </a:ext>
                </a:extLst>
              </p:cNvPr>
              <p:cNvSpPr/>
              <p:nvPr/>
            </p:nvSpPr>
            <p:spPr>
              <a:xfrm>
                <a:off x="3484437" y="3425209"/>
                <a:ext cx="70572" cy="705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54" name="楕円 1053">
                <a:extLst>
                  <a:ext uri="{FF2B5EF4-FFF2-40B4-BE49-F238E27FC236}">
                    <a16:creationId xmlns:a16="http://schemas.microsoft.com/office/drawing/2014/main" id="{619305A7-0394-7E48-9335-31207954ABD0}"/>
                  </a:ext>
                </a:extLst>
              </p:cNvPr>
              <p:cNvSpPr/>
              <p:nvPr/>
            </p:nvSpPr>
            <p:spPr>
              <a:xfrm>
                <a:off x="3876113" y="3097048"/>
                <a:ext cx="70572" cy="705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55" name="フリーフォーム: 図形 1054">
                <a:extLst>
                  <a:ext uri="{FF2B5EF4-FFF2-40B4-BE49-F238E27FC236}">
                    <a16:creationId xmlns:a16="http://schemas.microsoft.com/office/drawing/2014/main" id="{A145DA3B-5E27-136A-E256-3024953CC863}"/>
                  </a:ext>
                </a:extLst>
              </p:cNvPr>
              <p:cNvSpPr/>
              <p:nvPr/>
            </p:nvSpPr>
            <p:spPr>
              <a:xfrm>
                <a:off x="2413563" y="5554497"/>
                <a:ext cx="889209" cy="365551"/>
              </a:xfrm>
              <a:custGeom>
                <a:avLst/>
                <a:gdLst>
                  <a:gd name="csX0" fmla="*/ 0 w 800100"/>
                  <a:gd name="csY0" fmla="*/ 166689 h 328919"/>
                  <a:gd name="csX1" fmla="*/ 119063 w 800100"/>
                  <a:gd name="csY1" fmla="*/ 276226 h 328919"/>
                  <a:gd name="csX2" fmla="*/ 285750 w 800100"/>
                  <a:gd name="csY2" fmla="*/ 1 h 328919"/>
                  <a:gd name="csX3" fmla="*/ 571500 w 800100"/>
                  <a:gd name="csY3" fmla="*/ 280989 h 328919"/>
                  <a:gd name="csX4" fmla="*/ 800100 w 800100"/>
                  <a:gd name="csY4" fmla="*/ 328614 h 328919"/>
                  <a:gd name="csX5" fmla="*/ 800100 w 800100"/>
                  <a:gd name="csY5" fmla="*/ 328614 h 328919"/>
                </a:gdLst>
                <a:ahLst/>
                <a:cxnLst>
                  <a:cxn ang="0">
                    <a:pos x="csX0" y="csY0"/>
                  </a:cxn>
                  <a:cxn ang="0">
                    <a:pos x="csX1" y="csY1"/>
                  </a:cxn>
                  <a:cxn ang="0">
                    <a:pos x="csX2" y="csY2"/>
                  </a:cxn>
                  <a:cxn ang="0">
                    <a:pos x="csX3" y="csY3"/>
                  </a:cxn>
                  <a:cxn ang="0">
                    <a:pos x="csX4" y="csY4"/>
                  </a:cxn>
                  <a:cxn ang="0">
                    <a:pos x="csX5" y="csY5"/>
                  </a:cxn>
                </a:cxnLst>
                <a:rect l="l" t="t" r="r" b="b"/>
                <a:pathLst>
                  <a:path w="800100" h="328919">
                    <a:moveTo>
                      <a:pt x="0" y="166689"/>
                    </a:moveTo>
                    <a:cubicBezTo>
                      <a:pt x="35719" y="235348"/>
                      <a:pt x="71438" y="304007"/>
                      <a:pt x="119063" y="276226"/>
                    </a:cubicBezTo>
                    <a:cubicBezTo>
                      <a:pt x="166688" y="248445"/>
                      <a:pt x="210344" y="-793"/>
                      <a:pt x="285750" y="1"/>
                    </a:cubicBezTo>
                    <a:cubicBezTo>
                      <a:pt x="361156" y="795"/>
                      <a:pt x="485775" y="226220"/>
                      <a:pt x="571500" y="280989"/>
                    </a:cubicBezTo>
                    <a:cubicBezTo>
                      <a:pt x="657225" y="335758"/>
                      <a:pt x="800100" y="328614"/>
                      <a:pt x="800100" y="328614"/>
                    </a:cubicBezTo>
                    <a:lnTo>
                      <a:pt x="800100" y="328614"/>
                    </a:lnTo>
                  </a:path>
                </a:pathLst>
              </a:custGeom>
              <a:noFill/>
              <a:ln w="952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56" name="フリーフォーム: 図形 1055">
                <a:extLst>
                  <a:ext uri="{FF2B5EF4-FFF2-40B4-BE49-F238E27FC236}">
                    <a16:creationId xmlns:a16="http://schemas.microsoft.com/office/drawing/2014/main" id="{900E0996-5827-C3F3-F56A-A793B646E88F}"/>
                  </a:ext>
                </a:extLst>
              </p:cNvPr>
              <p:cNvSpPr/>
              <p:nvPr/>
            </p:nvSpPr>
            <p:spPr>
              <a:xfrm>
                <a:off x="3578015" y="5291277"/>
                <a:ext cx="931553" cy="382312"/>
              </a:xfrm>
              <a:custGeom>
                <a:avLst/>
                <a:gdLst>
                  <a:gd name="csX0" fmla="*/ 0 w 838200"/>
                  <a:gd name="csY0" fmla="*/ 320188 h 344000"/>
                  <a:gd name="csX1" fmla="*/ 145256 w 838200"/>
                  <a:gd name="csY1" fmla="*/ 327332 h 344000"/>
                  <a:gd name="csX2" fmla="*/ 257175 w 838200"/>
                  <a:gd name="csY2" fmla="*/ 134450 h 344000"/>
                  <a:gd name="csX3" fmla="*/ 395287 w 838200"/>
                  <a:gd name="csY3" fmla="*/ 184457 h 344000"/>
                  <a:gd name="csX4" fmla="*/ 528637 w 838200"/>
                  <a:gd name="csY4" fmla="*/ 1100 h 344000"/>
                  <a:gd name="csX5" fmla="*/ 659606 w 838200"/>
                  <a:gd name="csY5" fmla="*/ 284469 h 344000"/>
                  <a:gd name="csX6" fmla="*/ 838200 w 838200"/>
                  <a:gd name="csY6" fmla="*/ 344000 h 344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38200" h="344000">
                    <a:moveTo>
                      <a:pt x="0" y="320188"/>
                    </a:moveTo>
                    <a:cubicBezTo>
                      <a:pt x="51197" y="339238"/>
                      <a:pt x="102394" y="358288"/>
                      <a:pt x="145256" y="327332"/>
                    </a:cubicBezTo>
                    <a:cubicBezTo>
                      <a:pt x="188119" y="296376"/>
                      <a:pt x="215503" y="158262"/>
                      <a:pt x="257175" y="134450"/>
                    </a:cubicBezTo>
                    <a:cubicBezTo>
                      <a:pt x="298847" y="110638"/>
                      <a:pt x="350043" y="206682"/>
                      <a:pt x="395287" y="184457"/>
                    </a:cubicBezTo>
                    <a:cubicBezTo>
                      <a:pt x="440531" y="162232"/>
                      <a:pt x="484584" y="-15569"/>
                      <a:pt x="528637" y="1100"/>
                    </a:cubicBezTo>
                    <a:cubicBezTo>
                      <a:pt x="572690" y="17769"/>
                      <a:pt x="608012" y="227319"/>
                      <a:pt x="659606" y="284469"/>
                    </a:cubicBezTo>
                    <a:cubicBezTo>
                      <a:pt x="711200" y="341619"/>
                      <a:pt x="774700" y="342809"/>
                      <a:pt x="838200" y="344000"/>
                    </a:cubicBezTo>
                  </a:path>
                </a:pathLst>
              </a:custGeom>
              <a:noFill/>
              <a:ln w="952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57" name="フリーフォーム: 図形 1056">
                <a:extLst>
                  <a:ext uri="{FF2B5EF4-FFF2-40B4-BE49-F238E27FC236}">
                    <a16:creationId xmlns:a16="http://schemas.microsoft.com/office/drawing/2014/main" id="{3FA08A14-9675-5244-8C95-DBEF75DAD0F6}"/>
                  </a:ext>
                </a:extLst>
              </p:cNvPr>
              <p:cNvSpPr/>
              <p:nvPr/>
            </p:nvSpPr>
            <p:spPr>
              <a:xfrm>
                <a:off x="4866839" y="5731782"/>
                <a:ext cx="926259" cy="328668"/>
              </a:xfrm>
              <a:custGeom>
                <a:avLst/>
                <a:gdLst>
                  <a:gd name="csX0" fmla="*/ 0 w 833437"/>
                  <a:gd name="csY0" fmla="*/ 178620 h 295731"/>
                  <a:gd name="csX1" fmla="*/ 178594 w 833437"/>
                  <a:gd name="csY1" fmla="*/ 250057 h 295731"/>
                  <a:gd name="csX2" fmla="*/ 335756 w 833437"/>
                  <a:gd name="csY2" fmla="*/ 104801 h 295731"/>
                  <a:gd name="csX3" fmla="*/ 492919 w 833437"/>
                  <a:gd name="csY3" fmla="*/ 4788 h 295731"/>
                  <a:gd name="csX4" fmla="*/ 759619 w 833437"/>
                  <a:gd name="csY4" fmla="*/ 259582 h 295731"/>
                  <a:gd name="csX5" fmla="*/ 833437 w 833437"/>
                  <a:gd name="csY5" fmla="*/ 288157 h 295731"/>
                </a:gdLst>
                <a:ahLst/>
                <a:cxnLst>
                  <a:cxn ang="0">
                    <a:pos x="csX0" y="csY0"/>
                  </a:cxn>
                  <a:cxn ang="0">
                    <a:pos x="csX1" y="csY1"/>
                  </a:cxn>
                  <a:cxn ang="0">
                    <a:pos x="csX2" y="csY2"/>
                  </a:cxn>
                  <a:cxn ang="0">
                    <a:pos x="csX3" y="csY3"/>
                  </a:cxn>
                  <a:cxn ang="0">
                    <a:pos x="csX4" y="csY4"/>
                  </a:cxn>
                  <a:cxn ang="0">
                    <a:pos x="csX5" y="csY5"/>
                  </a:cxn>
                </a:cxnLst>
                <a:rect l="l" t="t" r="r" b="b"/>
                <a:pathLst>
                  <a:path w="833437" h="295731">
                    <a:moveTo>
                      <a:pt x="0" y="178620"/>
                    </a:moveTo>
                    <a:cubicBezTo>
                      <a:pt x="61317" y="220490"/>
                      <a:pt x="122635" y="262360"/>
                      <a:pt x="178594" y="250057"/>
                    </a:cubicBezTo>
                    <a:cubicBezTo>
                      <a:pt x="234553" y="237754"/>
                      <a:pt x="283369" y="145679"/>
                      <a:pt x="335756" y="104801"/>
                    </a:cubicBezTo>
                    <a:cubicBezTo>
                      <a:pt x="388143" y="63923"/>
                      <a:pt x="422275" y="-21009"/>
                      <a:pt x="492919" y="4788"/>
                    </a:cubicBezTo>
                    <a:cubicBezTo>
                      <a:pt x="563563" y="30585"/>
                      <a:pt x="702866" y="212354"/>
                      <a:pt x="759619" y="259582"/>
                    </a:cubicBezTo>
                    <a:cubicBezTo>
                      <a:pt x="816372" y="306810"/>
                      <a:pt x="824904" y="297483"/>
                      <a:pt x="833437" y="288157"/>
                    </a:cubicBezTo>
                  </a:path>
                </a:pathLst>
              </a:custGeom>
              <a:noFill/>
              <a:ln w="952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058" name="直線矢印コネクタ 1057">
                <a:extLst>
                  <a:ext uri="{FF2B5EF4-FFF2-40B4-BE49-F238E27FC236}">
                    <a16:creationId xmlns:a16="http://schemas.microsoft.com/office/drawing/2014/main" id="{F54F3588-4F29-FEBB-6CB0-711B3B434295}"/>
                  </a:ext>
                </a:extLst>
              </p:cNvPr>
              <p:cNvCxnSpPr>
                <a:cxnSpLocks/>
                <a:stCxn id="1027" idx="3"/>
                <a:endCxn id="1059" idx="7"/>
              </p:cNvCxnSpPr>
              <p:nvPr/>
            </p:nvCxnSpPr>
            <p:spPr>
              <a:xfrm flipH="1">
                <a:off x="2440883" y="4345788"/>
                <a:ext cx="1053889" cy="1390682"/>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1059" name="楕円 1058">
                <a:extLst>
                  <a:ext uri="{FF2B5EF4-FFF2-40B4-BE49-F238E27FC236}">
                    <a16:creationId xmlns:a16="http://schemas.microsoft.com/office/drawing/2014/main" id="{6E421F5E-400A-446D-EE5E-3230262779D1}"/>
                  </a:ext>
                </a:extLst>
              </p:cNvPr>
              <p:cNvSpPr/>
              <p:nvPr/>
            </p:nvSpPr>
            <p:spPr>
              <a:xfrm>
                <a:off x="2413563" y="5731782"/>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060" name="直線矢印コネクタ 1059">
                <a:extLst>
                  <a:ext uri="{FF2B5EF4-FFF2-40B4-BE49-F238E27FC236}">
                    <a16:creationId xmlns:a16="http://schemas.microsoft.com/office/drawing/2014/main" id="{A214E32F-AB55-D741-FE2F-C3630513C70D}"/>
                  </a:ext>
                </a:extLst>
              </p:cNvPr>
              <p:cNvCxnSpPr>
                <a:cxnSpLocks/>
                <a:stCxn id="1027" idx="3"/>
                <a:endCxn id="1065" idx="0"/>
              </p:cNvCxnSpPr>
              <p:nvPr/>
            </p:nvCxnSpPr>
            <p:spPr>
              <a:xfrm flipH="1">
                <a:off x="3283490" y="4345788"/>
                <a:ext cx="211282" cy="1562425"/>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1061" name="直線矢印コネクタ 1060">
                <a:extLst>
                  <a:ext uri="{FF2B5EF4-FFF2-40B4-BE49-F238E27FC236}">
                    <a16:creationId xmlns:a16="http://schemas.microsoft.com/office/drawing/2014/main" id="{0964247B-2B63-CA37-C25F-E7D6CF849EFB}"/>
                  </a:ext>
                </a:extLst>
              </p:cNvPr>
              <p:cNvCxnSpPr>
                <a:cxnSpLocks/>
                <a:stCxn id="1026" idx="3"/>
                <a:endCxn id="1039" idx="1"/>
              </p:cNvCxnSpPr>
              <p:nvPr/>
            </p:nvCxnSpPr>
            <p:spPr>
              <a:xfrm flipH="1">
                <a:off x="1221548" y="4135744"/>
                <a:ext cx="1857100" cy="1216203"/>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1062" name="直線矢印コネクタ 1061">
                <a:extLst>
                  <a:ext uri="{FF2B5EF4-FFF2-40B4-BE49-F238E27FC236}">
                    <a16:creationId xmlns:a16="http://schemas.microsoft.com/office/drawing/2014/main" id="{9937DEAD-E7A4-1750-B051-32E8A8A5EDE6}"/>
                  </a:ext>
                </a:extLst>
              </p:cNvPr>
              <p:cNvCxnSpPr>
                <a:cxnSpLocks/>
                <a:stCxn id="1026" idx="3"/>
                <a:endCxn id="1040" idx="1"/>
              </p:cNvCxnSpPr>
              <p:nvPr/>
            </p:nvCxnSpPr>
            <p:spPr>
              <a:xfrm flipH="1">
                <a:off x="1256833" y="4135744"/>
                <a:ext cx="1821815" cy="1266487"/>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1063" name="直線矢印コネクタ 1062">
                <a:extLst>
                  <a:ext uri="{FF2B5EF4-FFF2-40B4-BE49-F238E27FC236}">
                    <a16:creationId xmlns:a16="http://schemas.microsoft.com/office/drawing/2014/main" id="{C3D228FD-6868-5E4D-1CB5-D906B985BC1E}"/>
                  </a:ext>
                </a:extLst>
              </p:cNvPr>
              <p:cNvCxnSpPr>
                <a:cxnSpLocks/>
                <a:stCxn id="1026" idx="3"/>
                <a:endCxn id="1041" idx="0"/>
              </p:cNvCxnSpPr>
              <p:nvPr/>
            </p:nvCxnSpPr>
            <p:spPr>
              <a:xfrm flipH="1">
                <a:off x="1328136" y="4135744"/>
                <a:ext cx="1750512" cy="1290914"/>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1064" name="テキスト ボックス 1063">
                <a:extLst>
                  <a:ext uri="{FF2B5EF4-FFF2-40B4-BE49-F238E27FC236}">
                    <a16:creationId xmlns:a16="http://schemas.microsoft.com/office/drawing/2014/main" id="{2D707187-0EDA-7371-5F07-717AB7D791CA}"/>
                  </a:ext>
                </a:extLst>
              </p:cNvPr>
              <p:cNvSpPr txBox="1"/>
              <p:nvPr/>
            </p:nvSpPr>
            <p:spPr>
              <a:xfrm>
                <a:off x="973168" y="4369540"/>
                <a:ext cx="1404416" cy="310305"/>
              </a:xfrm>
              <a:prstGeom prst="rect">
                <a:avLst/>
              </a:prstGeom>
              <a:noFill/>
            </p:spPr>
            <p:txBody>
              <a:bodyPr wrap="square" rtlCol="0">
                <a:spAutoFit/>
              </a:bodyPr>
              <a:lstStyle/>
              <a:p>
                <a:r>
                  <a:rPr kumimoji="1" lang="ja-JP" altLang="en-US" sz="800" dirty="0"/>
                  <a:t>平均値から</a:t>
                </a:r>
                <a:r>
                  <a:rPr lang="en-US" altLang="ja-JP" sz="800" dirty="0"/>
                  <a:t>48</a:t>
                </a:r>
                <a:r>
                  <a:rPr lang="ja-JP" altLang="en-US" sz="800" dirty="0"/>
                  <a:t>コマ分の</a:t>
                </a:r>
                <a:endParaRPr lang="en-US" altLang="ja-JP" sz="800" dirty="0"/>
              </a:p>
              <a:p>
                <a:r>
                  <a:rPr kumimoji="1" lang="ja-JP" altLang="en-US" sz="800" dirty="0"/>
                  <a:t>コマ別の価格へ変換</a:t>
                </a:r>
                <a:endParaRPr kumimoji="1" lang="en-US" altLang="ja-JP" sz="800" dirty="0"/>
              </a:p>
            </p:txBody>
          </p:sp>
          <p:sp>
            <p:nvSpPr>
              <p:cNvPr id="1065" name="楕円 1064">
                <a:extLst>
                  <a:ext uri="{FF2B5EF4-FFF2-40B4-BE49-F238E27FC236}">
                    <a16:creationId xmlns:a16="http://schemas.microsoft.com/office/drawing/2014/main" id="{7278C454-DB0A-E40A-B26D-64BE0F09E4ED}"/>
                  </a:ext>
                </a:extLst>
              </p:cNvPr>
              <p:cNvSpPr/>
              <p:nvPr/>
            </p:nvSpPr>
            <p:spPr>
              <a:xfrm>
                <a:off x="3267486" y="5908213"/>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066" name="直線矢印コネクタ 1065">
                <a:extLst>
                  <a:ext uri="{FF2B5EF4-FFF2-40B4-BE49-F238E27FC236}">
                    <a16:creationId xmlns:a16="http://schemas.microsoft.com/office/drawing/2014/main" id="{A39F4027-C38A-2A21-05F5-9F83C63AECEE}"/>
                  </a:ext>
                </a:extLst>
              </p:cNvPr>
              <p:cNvCxnSpPr>
                <a:cxnSpLocks/>
                <a:stCxn id="1028" idx="4"/>
                <a:endCxn id="1068" idx="0"/>
              </p:cNvCxnSpPr>
              <p:nvPr/>
            </p:nvCxnSpPr>
            <p:spPr>
              <a:xfrm flipH="1">
                <a:off x="3579901" y="4255253"/>
                <a:ext cx="331498" cy="1369783"/>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1067" name="直線矢印コネクタ 1066">
                <a:extLst>
                  <a:ext uri="{FF2B5EF4-FFF2-40B4-BE49-F238E27FC236}">
                    <a16:creationId xmlns:a16="http://schemas.microsoft.com/office/drawing/2014/main" id="{BB970E8F-EEAF-5959-FCA1-89583032B86D}"/>
                  </a:ext>
                </a:extLst>
              </p:cNvPr>
              <p:cNvCxnSpPr>
                <a:cxnSpLocks/>
                <a:stCxn id="1028" idx="4"/>
                <a:endCxn id="1069" idx="0"/>
              </p:cNvCxnSpPr>
              <p:nvPr/>
            </p:nvCxnSpPr>
            <p:spPr>
              <a:xfrm>
                <a:off x="3911399" y="4255253"/>
                <a:ext cx="589475" cy="1406834"/>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1068" name="楕円 1067">
                <a:extLst>
                  <a:ext uri="{FF2B5EF4-FFF2-40B4-BE49-F238E27FC236}">
                    <a16:creationId xmlns:a16="http://schemas.microsoft.com/office/drawing/2014/main" id="{FDFDADEC-2F28-F3FE-39F5-B100000DC46F}"/>
                  </a:ext>
                </a:extLst>
              </p:cNvPr>
              <p:cNvSpPr/>
              <p:nvPr/>
            </p:nvSpPr>
            <p:spPr>
              <a:xfrm>
                <a:off x="3563897" y="5625036"/>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69" name="楕円 1068">
                <a:extLst>
                  <a:ext uri="{FF2B5EF4-FFF2-40B4-BE49-F238E27FC236}">
                    <a16:creationId xmlns:a16="http://schemas.microsoft.com/office/drawing/2014/main" id="{EEB04060-CFA2-C85B-B2BE-1AE587C9203C}"/>
                  </a:ext>
                </a:extLst>
              </p:cNvPr>
              <p:cNvSpPr/>
              <p:nvPr/>
            </p:nvSpPr>
            <p:spPr>
              <a:xfrm>
                <a:off x="4484870" y="5662087"/>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070" name="直線矢印コネクタ 1069">
                <a:extLst>
                  <a:ext uri="{FF2B5EF4-FFF2-40B4-BE49-F238E27FC236}">
                    <a16:creationId xmlns:a16="http://schemas.microsoft.com/office/drawing/2014/main" id="{5C53729F-2E04-B9D1-AA05-E3C1A7D9F25B}"/>
                  </a:ext>
                </a:extLst>
              </p:cNvPr>
              <p:cNvCxnSpPr>
                <a:cxnSpLocks/>
                <a:stCxn id="1029" idx="5"/>
                <a:endCxn id="1057" idx="0"/>
              </p:cNvCxnSpPr>
              <p:nvPr/>
            </p:nvCxnSpPr>
            <p:spPr>
              <a:xfrm>
                <a:off x="4338359" y="4431875"/>
                <a:ext cx="528479" cy="1498421"/>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1071" name="直線矢印コネクタ 1070">
                <a:extLst>
                  <a:ext uri="{FF2B5EF4-FFF2-40B4-BE49-F238E27FC236}">
                    <a16:creationId xmlns:a16="http://schemas.microsoft.com/office/drawing/2014/main" id="{784871F5-14A1-985A-8BB2-10DB70149912}"/>
                  </a:ext>
                </a:extLst>
              </p:cNvPr>
              <p:cNvCxnSpPr>
                <a:cxnSpLocks/>
                <a:stCxn id="1029" idx="5"/>
                <a:endCxn id="1075" idx="1"/>
              </p:cNvCxnSpPr>
              <p:nvPr/>
            </p:nvCxnSpPr>
            <p:spPr>
              <a:xfrm>
                <a:off x="4338359" y="4431875"/>
                <a:ext cx="1434743" cy="1610699"/>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1072" name="テキスト ボックス 1071">
                <a:extLst>
                  <a:ext uri="{FF2B5EF4-FFF2-40B4-BE49-F238E27FC236}">
                    <a16:creationId xmlns:a16="http://schemas.microsoft.com/office/drawing/2014/main" id="{273455F3-18EC-D45A-B9E4-417433CECF47}"/>
                  </a:ext>
                </a:extLst>
              </p:cNvPr>
              <p:cNvSpPr txBox="1"/>
              <p:nvPr/>
            </p:nvSpPr>
            <p:spPr>
              <a:xfrm>
                <a:off x="4382845" y="4618858"/>
                <a:ext cx="263289" cy="197467"/>
              </a:xfrm>
              <a:prstGeom prst="rect">
                <a:avLst/>
              </a:prstGeom>
              <a:noFill/>
            </p:spPr>
            <p:txBody>
              <a:bodyPr wrap="none" rtlCol="0">
                <a:spAutoFit/>
              </a:bodyPr>
              <a:lstStyle/>
              <a:p>
                <a:pPr algn="ctr"/>
                <a:r>
                  <a:rPr kumimoji="1" lang="en-US" altLang="ja-JP" sz="800" dirty="0"/>
                  <a:t>…</a:t>
                </a:r>
                <a:endParaRPr kumimoji="1" lang="ja-JP" altLang="en-US" sz="800" dirty="0"/>
              </a:p>
            </p:txBody>
          </p:sp>
          <p:sp>
            <p:nvSpPr>
              <p:cNvPr id="1073" name="楕円 1072">
                <a:extLst>
                  <a:ext uri="{FF2B5EF4-FFF2-40B4-BE49-F238E27FC236}">
                    <a16:creationId xmlns:a16="http://schemas.microsoft.com/office/drawing/2014/main" id="{C17994E0-3DEB-26A7-0BDD-C0EDBB99ECD1}"/>
                  </a:ext>
                </a:extLst>
              </p:cNvPr>
              <p:cNvSpPr/>
              <p:nvPr/>
            </p:nvSpPr>
            <p:spPr>
              <a:xfrm>
                <a:off x="4318364" y="4666936"/>
                <a:ext cx="393036" cy="119204"/>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74" name="楕円 1073">
                <a:extLst>
                  <a:ext uri="{FF2B5EF4-FFF2-40B4-BE49-F238E27FC236}">
                    <a16:creationId xmlns:a16="http://schemas.microsoft.com/office/drawing/2014/main" id="{4B1DCBC5-358A-8C47-D0EB-99F16A291BA7}"/>
                  </a:ext>
                </a:extLst>
              </p:cNvPr>
              <p:cNvSpPr/>
              <p:nvPr/>
            </p:nvSpPr>
            <p:spPr>
              <a:xfrm>
                <a:off x="4855378" y="5910854"/>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75" name="楕円 1074">
                <a:extLst>
                  <a:ext uri="{FF2B5EF4-FFF2-40B4-BE49-F238E27FC236}">
                    <a16:creationId xmlns:a16="http://schemas.microsoft.com/office/drawing/2014/main" id="{2A7AA876-3788-8387-ED74-95003F618CF6}"/>
                  </a:ext>
                </a:extLst>
              </p:cNvPr>
              <p:cNvSpPr/>
              <p:nvPr/>
            </p:nvSpPr>
            <p:spPr>
              <a:xfrm>
                <a:off x="5768415" y="6037887"/>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76" name="テキスト ボックス 1075">
                <a:extLst>
                  <a:ext uri="{FF2B5EF4-FFF2-40B4-BE49-F238E27FC236}">
                    <a16:creationId xmlns:a16="http://schemas.microsoft.com/office/drawing/2014/main" id="{801D8D71-F99C-B84A-C249-97D788ACD394}"/>
                  </a:ext>
                </a:extLst>
              </p:cNvPr>
              <p:cNvSpPr txBox="1"/>
              <p:nvPr/>
            </p:nvSpPr>
            <p:spPr>
              <a:xfrm>
                <a:off x="3819049" y="4607790"/>
                <a:ext cx="263289" cy="197467"/>
              </a:xfrm>
              <a:prstGeom prst="rect">
                <a:avLst/>
              </a:prstGeom>
              <a:noFill/>
            </p:spPr>
            <p:txBody>
              <a:bodyPr wrap="none" rtlCol="0">
                <a:spAutoFit/>
              </a:bodyPr>
              <a:lstStyle/>
              <a:p>
                <a:pPr algn="ctr"/>
                <a:r>
                  <a:rPr kumimoji="1" lang="en-US" altLang="ja-JP" sz="800" dirty="0"/>
                  <a:t>…</a:t>
                </a:r>
                <a:endParaRPr kumimoji="1" lang="ja-JP" altLang="en-US" sz="800" dirty="0"/>
              </a:p>
            </p:txBody>
          </p:sp>
          <p:sp>
            <p:nvSpPr>
              <p:cNvPr id="1077" name="楕円 1076">
                <a:extLst>
                  <a:ext uri="{FF2B5EF4-FFF2-40B4-BE49-F238E27FC236}">
                    <a16:creationId xmlns:a16="http://schemas.microsoft.com/office/drawing/2014/main" id="{F3A21B0D-C653-8FED-B5A7-A2072DA40FD3}"/>
                  </a:ext>
                </a:extLst>
              </p:cNvPr>
              <p:cNvSpPr/>
              <p:nvPr/>
            </p:nvSpPr>
            <p:spPr>
              <a:xfrm>
                <a:off x="3754567" y="4655868"/>
                <a:ext cx="393036" cy="119204"/>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78" name="テキスト ボックス 1077">
                <a:extLst>
                  <a:ext uri="{FF2B5EF4-FFF2-40B4-BE49-F238E27FC236}">
                    <a16:creationId xmlns:a16="http://schemas.microsoft.com/office/drawing/2014/main" id="{7FA15110-57A5-856A-4893-5FE802152658}"/>
                  </a:ext>
                </a:extLst>
              </p:cNvPr>
              <p:cNvSpPr txBox="1"/>
              <p:nvPr/>
            </p:nvSpPr>
            <p:spPr>
              <a:xfrm>
                <a:off x="3200472" y="4601748"/>
                <a:ext cx="263289" cy="197467"/>
              </a:xfrm>
              <a:prstGeom prst="rect">
                <a:avLst/>
              </a:prstGeom>
              <a:noFill/>
            </p:spPr>
            <p:txBody>
              <a:bodyPr wrap="none" rtlCol="0">
                <a:spAutoFit/>
              </a:bodyPr>
              <a:lstStyle/>
              <a:p>
                <a:pPr algn="ctr"/>
                <a:r>
                  <a:rPr kumimoji="1" lang="en-US" altLang="ja-JP" sz="800" dirty="0"/>
                  <a:t>…</a:t>
                </a:r>
                <a:endParaRPr kumimoji="1" lang="ja-JP" altLang="en-US" sz="800" dirty="0"/>
              </a:p>
            </p:txBody>
          </p:sp>
          <p:sp>
            <p:nvSpPr>
              <p:cNvPr id="1079" name="楕円 1078">
                <a:extLst>
                  <a:ext uri="{FF2B5EF4-FFF2-40B4-BE49-F238E27FC236}">
                    <a16:creationId xmlns:a16="http://schemas.microsoft.com/office/drawing/2014/main" id="{33943FE6-FB02-BF31-906D-2C8A0C59A321}"/>
                  </a:ext>
                </a:extLst>
              </p:cNvPr>
              <p:cNvSpPr/>
              <p:nvPr/>
            </p:nvSpPr>
            <p:spPr>
              <a:xfrm>
                <a:off x="3135992" y="4649827"/>
                <a:ext cx="393036" cy="119204"/>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80" name="テキスト ボックス 1079">
                <a:extLst>
                  <a:ext uri="{FF2B5EF4-FFF2-40B4-BE49-F238E27FC236}">
                    <a16:creationId xmlns:a16="http://schemas.microsoft.com/office/drawing/2014/main" id="{DEE4E70F-88D3-AFFF-0AC3-C3D6D8670B67}"/>
                  </a:ext>
                </a:extLst>
              </p:cNvPr>
              <p:cNvSpPr txBox="1"/>
              <p:nvPr/>
            </p:nvSpPr>
            <p:spPr>
              <a:xfrm rot="2848417">
                <a:off x="2175690" y="4764057"/>
                <a:ext cx="263289" cy="197467"/>
              </a:xfrm>
              <a:prstGeom prst="rect">
                <a:avLst/>
              </a:prstGeom>
              <a:noFill/>
            </p:spPr>
            <p:txBody>
              <a:bodyPr wrap="none" rtlCol="0">
                <a:spAutoFit/>
              </a:bodyPr>
              <a:lstStyle/>
              <a:p>
                <a:pPr algn="ctr"/>
                <a:r>
                  <a:rPr kumimoji="1" lang="en-US" altLang="ja-JP" sz="800" dirty="0"/>
                  <a:t>…</a:t>
                </a:r>
                <a:endParaRPr kumimoji="1" lang="ja-JP" altLang="en-US" sz="800" dirty="0"/>
              </a:p>
            </p:txBody>
          </p:sp>
          <p:sp>
            <p:nvSpPr>
              <p:cNvPr id="1081" name="楕円 1080">
                <a:extLst>
                  <a:ext uri="{FF2B5EF4-FFF2-40B4-BE49-F238E27FC236}">
                    <a16:creationId xmlns:a16="http://schemas.microsoft.com/office/drawing/2014/main" id="{8EF9A7AF-A36B-8737-0C4C-D7694ED4711A}"/>
                  </a:ext>
                </a:extLst>
              </p:cNvPr>
              <p:cNvSpPr/>
              <p:nvPr/>
            </p:nvSpPr>
            <p:spPr>
              <a:xfrm rot="2848417">
                <a:off x="2019825" y="4736796"/>
                <a:ext cx="476883" cy="119204"/>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082" name="直線矢印コネクタ 1081">
                <a:extLst>
                  <a:ext uri="{FF2B5EF4-FFF2-40B4-BE49-F238E27FC236}">
                    <a16:creationId xmlns:a16="http://schemas.microsoft.com/office/drawing/2014/main" id="{24E1C82E-EC87-E79C-30BB-7E5EA8AB602D}"/>
                  </a:ext>
                </a:extLst>
              </p:cNvPr>
              <p:cNvCxnSpPr>
                <a:cxnSpLocks/>
                <a:stCxn id="1045" idx="2"/>
                <a:endCxn id="1021" idx="0"/>
              </p:cNvCxnSpPr>
              <p:nvPr/>
            </p:nvCxnSpPr>
            <p:spPr>
              <a:xfrm>
                <a:off x="3540468" y="3748805"/>
                <a:ext cx="1" cy="239211"/>
              </a:xfrm>
              <a:prstGeom prst="straightConnector1">
                <a:avLst/>
              </a:prstGeom>
              <a:ln w="19050">
                <a:solidFill>
                  <a:schemeClr val="bg1">
                    <a:lumMod val="50000"/>
                  </a:schemeClr>
                </a:solidFill>
                <a:prstDash val="solid"/>
                <a:tailEnd type="triangle" w="lg" len="med"/>
              </a:ln>
            </p:spPr>
            <p:style>
              <a:lnRef idx="2">
                <a:schemeClr val="accent1"/>
              </a:lnRef>
              <a:fillRef idx="0">
                <a:schemeClr val="accent1"/>
              </a:fillRef>
              <a:effectRef idx="1">
                <a:schemeClr val="accent1"/>
              </a:effectRef>
              <a:fontRef idx="minor">
                <a:schemeClr val="tx1"/>
              </a:fontRef>
            </p:style>
          </p:cxnSp>
          <p:sp>
            <p:nvSpPr>
              <p:cNvPr id="1083" name="正方形/長方形 1082">
                <a:extLst>
                  <a:ext uri="{FF2B5EF4-FFF2-40B4-BE49-F238E27FC236}">
                    <a16:creationId xmlns:a16="http://schemas.microsoft.com/office/drawing/2014/main" id="{90CB7FFC-2811-31D3-4239-506D282128F4}"/>
                  </a:ext>
                </a:extLst>
              </p:cNvPr>
              <p:cNvSpPr/>
              <p:nvPr/>
            </p:nvSpPr>
            <p:spPr>
              <a:xfrm>
                <a:off x="1922266" y="2653271"/>
                <a:ext cx="1098265" cy="1974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6000" rIns="0" rtlCol="0" anchor="ctr">
                <a:spAutoFit/>
              </a:bodyPr>
              <a:lstStyle/>
              <a:p>
                <a:pPr algn="ctr"/>
                <a:r>
                  <a:rPr kumimoji="1" lang="ja-JP" altLang="en-US" sz="800" dirty="0"/>
                  <a:t>対数日次スポット価格</a:t>
                </a:r>
              </a:p>
            </p:txBody>
          </p:sp>
          <p:sp>
            <p:nvSpPr>
              <p:cNvPr id="1084" name="正方形/長方形 1083">
                <a:extLst>
                  <a:ext uri="{FF2B5EF4-FFF2-40B4-BE49-F238E27FC236}">
                    <a16:creationId xmlns:a16="http://schemas.microsoft.com/office/drawing/2014/main" id="{1A03E794-A0D6-4AF4-0BFA-DE72BCFD2320}"/>
                  </a:ext>
                </a:extLst>
              </p:cNvPr>
              <p:cNvSpPr/>
              <p:nvPr/>
            </p:nvSpPr>
            <p:spPr>
              <a:xfrm>
                <a:off x="1922266" y="3898112"/>
                <a:ext cx="1098265" cy="1974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6000" rIns="0" rtlCol="0" anchor="ctr">
                <a:spAutoFit/>
              </a:bodyPr>
              <a:lstStyle/>
              <a:p>
                <a:pPr algn="ctr"/>
                <a:r>
                  <a:rPr kumimoji="1" lang="ja-JP" altLang="en-US" sz="800" dirty="0"/>
                  <a:t>日次スポット価格</a:t>
                </a:r>
              </a:p>
            </p:txBody>
          </p:sp>
          <p:sp>
            <p:nvSpPr>
              <p:cNvPr id="1085" name="正方形/長方形 1084">
                <a:extLst>
                  <a:ext uri="{FF2B5EF4-FFF2-40B4-BE49-F238E27FC236}">
                    <a16:creationId xmlns:a16="http://schemas.microsoft.com/office/drawing/2014/main" id="{C7F89049-02EC-2ECB-9DD2-65FB1CFEB7A8}"/>
                  </a:ext>
                </a:extLst>
              </p:cNvPr>
              <p:cNvSpPr/>
              <p:nvPr/>
            </p:nvSpPr>
            <p:spPr>
              <a:xfrm>
                <a:off x="788341" y="4741575"/>
                <a:ext cx="1098265" cy="1974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6000" rIns="0" rtlCol="0" anchor="ctr">
                <a:spAutoFit/>
              </a:bodyPr>
              <a:lstStyle/>
              <a:p>
                <a:pPr algn="ctr"/>
                <a:r>
                  <a:rPr lang="ja-JP" altLang="en-US" sz="800" dirty="0"/>
                  <a:t>コマ別</a:t>
                </a:r>
                <a:r>
                  <a:rPr kumimoji="1" lang="ja-JP" altLang="en-US" sz="800" dirty="0"/>
                  <a:t>スポット価格</a:t>
                </a:r>
              </a:p>
            </p:txBody>
          </p:sp>
          <p:sp>
            <p:nvSpPr>
              <p:cNvPr id="1086" name="テキスト ボックス 1085">
                <a:extLst>
                  <a:ext uri="{FF2B5EF4-FFF2-40B4-BE49-F238E27FC236}">
                    <a16:creationId xmlns:a16="http://schemas.microsoft.com/office/drawing/2014/main" id="{353F78E7-80F1-7AD4-ED32-F64363A45C2C}"/>
                  </a:ext>
                </a:extLst>
              </p:cNvPr>
              <p:cNvSpPr txBox="1"/>
              <p:nvPr/>
            </p:nvSpPr>
            <p:spPr>
              <a:xfrm>
                <a:off x="3597188" y="3765445"/>
                <a:ext cx="1337364" cy="197467"/>
              </a:xfrm>
              <a:prstGeom prst="rect">
                <a:avLst/>
              </a:prstGeom>
              <a:noFill/>
            </p:spPr>
            <p:txBody>
              <a:bodyPr wrap="square" rtlCol="0">
                <a:spAutoFit/>
              </a:bodyPr>
              <a:lstStyle/>
              <a:p>
                <a:r>
                  <a:rPr lang="ja-JP" altLang="en-US" sz="800" dirty="0"/>
                  <a:t>指数関数で変換</a:t>
                </a:r>
                <a:endParaRPr kumimoji="1" lang="en-US" altLang="ja-JP" sz="800" dirty="0"/>
              </a:p>
            </p:txBody>
          </p:sp>
        </p:grpSp>
        <p:sp>
          <p:nvSpPr>
            <p:cNvPr id="1019" name="正方形/長方形 1018">
              <a:extLst>
                <a:ext uri="{FF2B5EF4-FFF2-40B4-BE49-F238E27FC236}">
                  <a16:creationId xmlns:a16="http://schemas.microsoft.com/office/drawing/2014/main" id="{E01851F8-C6F2-2ADD-6C3E-E5F8D7D1DFFD}"/>
                </a:ext>
              </a:extLst>
            </p:cNvPr>
            <p:cNvSpPr/>
            <p:nvPr/>
          </p:nvSpPr>
          <p:spPr>
            <a:xfrm>
              <a:off x="346438" y="2544030"/>
              <a:ext cx="1507378" cy="240721"/>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t>シミュレーションパス１本目</a:t>
              </a:r>
              <a:endParaRPr kumimoji="1" lang="ja-JP" altLang="en-US" sz="800" dirty="0"/>
            </a:p>
          </p:txBody>
        </p:sp>
      </p:grpSp>
      <p:graphicFrame>
        <p:nvGraphicFramePr>
          <p:cNvPr id="1087" name="表 1086">
            <a:extLst>
              <a:ext uri="{FF2B5EF4-FFF2-40B4-BE49-F238E27FC236}">
                <a16:creationId xmlns:a16="http://schemas.microsoft.com/office/drawing/2014/main" id="{E200FDBF-83E9-5C59-1155-77EFAFB85042}"/>
              </a:ext>
            </a:extLst>
          </p:cNvPr>
          <p:cNvGraphicFramePr>
            <a:graphicFrameLocks noGrp="1"/>
          </p:cNvGraphicFramePr>
          <p:nvPr>
            <p:extLst>
              <p:ext uri="{D42A27DB-BD31-4B8C-83A1-F6EECF244321}">
                <p14:modId xmlns:p14="http://schemas.microsoft.com/office/powerpoint/2010/main" val="3475947332"/>
              </p:ext>
            </p:extLst>
          </p:nvPr>
        </p:nvGraphicFramePr>
        <p:xfrm>
          <a:off x="6776855" y="4645210"/>
          <a:ext cx="2590180" cy="2052720"/>
        </p:xfrm>
        <a:graphic>
          <a:graphicData uri="http://schemas.openxmlformats.org/drawingml/2006/table">
            <a:tbl>
              <a:tblPr firstRow="1" bandRow="1"/>
              <a:tblGrid>
                <a:gridCol w="518036">
                  <a:extLst>
                    <a:ext uri="{9D8B030D-6E8A-4147-A177-3AD203B41FA5}">
                      <a16:colId xmlns:a16="http://schemas.microsoft.com/office/drawing/2014/main" val="1187811139"/>
                    </a:ext>
                  </a:extLst>
                </a:gridCol>
                <a:gridCol w="518036">
                  <a:extLst>
                    <a:ext uri="{9D8B030D-6E8A-4147-A177-3AD203B41FA5}">
                      <a16:colId xmlns:a16="http://schemas.microsoft.com/office/drawing/2014/main" val="3724946390"/>
                    </a:ext>
                  </a:extLst>
                </a:gridCol>
                <a:gridCol w="518036">
                  <a:extLst>
                    <a:ext uri="{9D8B030D-6E8A-4147-A177-3AD203B41FA5}">
                      <a16:colId xmlns:a16="http://schemas.microsoft.com/office/drawing/2014/main" val="1629234053"/>
                    </a:ext>
                  </a:extLst>
                </a:gridCol>
                <a:gridCol w="518036">
                  <a:extLst>
                    <a:ext uri="{9D8B030D-6E8A-4147-A177-3AD203B41FA5}">
                      <a16:colId xmlns:a16="http://schemas.microsoft.com/office/drawing/2014/main" val="2295633697"/>
                    </a:ext>
                  </a:extLst>
                </a:gridCol>
                <a:gridCol w="518036">
                  <a:extLst>
                    <a:ext uri="{9D8B030D-6E8A-4147-A177-3AD203B41FA5}">
                      <a16:colId xmlns:a16="http://schemas.microsoft.com/office/drawing/2014/main" val="203250672"/>
                    </a:ext>
                  </a:extLst>
                </a:gridCol>
              </a:tblGrid>
              <a:tr h="247744">
                <a:tc>
                  <a:txBody>
                    <a:bodyPr/>
                    <a:lstStyle/>
                    <a:p>
                      <a:pPr algn="ctr"/>
                      <a:r>
                        <a:rPr kumimoji="1" lang="ja-JP" altLang="en-US" sz="600" dirty="0">
                          <a:solidFill>
                            <a:schemeClr val="bg1"/>
                          </a:solidFill>
                        </a:rPr>
                        <a:t>将来予測</a:t>
                      </a:r>
                      <a:endParaRPr kumimoji="1" lang="en-US" altLang="ja-JP" sz="600" dirty="0">
                        <a:solidFill>
                          <a:schemeClr val="bg1"/>
                        </a:solidFill>
                      </a:endParaRPr>
                    </a:p>
                    <a:p>
                      <a:pPr algn="ctr"/>
                      <a:r>
                        <a:rPr kumimoji="1" lang="ja-JP" altLang="en-US" sz="600" dirty="0">
                          <a:solidFill>
                            <a:schemeClr val="bg1"/>
                          </a:solidFill>
                        </a:rPr>
                        <a:t>日付</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600" dirty="0">
                          <a:solidFill>
                            <a:schemeClr val="bg1"/>
                          </a:solidFill>
                        </a:rPr>
                        <a:t>コマ１</a:t>
                      </a:r>
                      <a:endParaRPr kumimoji="1" lang="en-US" altLang="ja-JP" sz="600" dirty="0">
                        <a:solidFill>
                          <a:schemeClr val="bg1"/>
                        </a:solidFill>
                      </a:endParaRPr>
                    </a:p>
                    <a:p>
                      <a:pPr algn="ctr"/>
                      <a:r>
                        <a:rPr kumimoji="1" lang="ja-JP" altLang="en-US" sz="6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600" dirty="0">
                          <a:solidFill>
                            <a:schemeClr val="bg1"/>
                          </a:solidFill>
                        </a:rPr>
                        <a:t>コマ２</a:t>
                      </a:r>
                      <a:endParaRPr kumimoji="1" lang="en-US" altLang="ja-JP" sz="600" dirty="0">
                        <a:solidFill>
                          <a:schemeClr val="bg1"/>
                        </a:solidFill>
                      </a:endParaRPr>
                    </a:p>
                    <a:p>
                      <a:pPr algn="ctr"/>
                      <a:r>
                        <a:rPr kumimoji="1" lang="ja-JP" altLang="en-US" sz="6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600" dirty="0">
                          <a:solidFill>
                            <a:schemeClr val="bg1"/>
                          </a:solidFill>
                        </a:rPr>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600" dirty="0">
                          <a:solidFill>
                            <a:schemeClr val="bg1"/>
                          </a:solidFill>
                        </a:rPr>
                        <a:t>コマ</a:t>
                      </a:r>
                      <a:r>
                        <a:rPr kumimoji="1" lang="en-US" altLang="ja-JP" sz="600" dirty="0">
                          <a:solidFill>
                            <a:schemeClr val="bg1"/>
                          </a:solidFill>
                        </a:rPr>
                        <a:t>48</a:t>
                      </a:r>
                    </a:p>
                    <a:p>
                      <a:pPr algn="ctr"/>
                      <a:r>
                        <a:rPr kumimoji="1" lang="ja-JP" altLang="en-US" sz="6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47542">
                <a:tc>
                  <a:txBody>
                    <a:bodyPr/>
                    <a:lstStyle/>
                    <a:p>
                      <a:pPr algn="ctr"/>
                      <a:r>
                        <a:rPr kumimoji="1" lang="en-US" altLang="ja-JP" sz="600" dirty="0"/>
                        <a:t>2025/4/1</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47542">
                <a:tc>
                  <a:txBody>
                    <a:bodyPr/>
                    <a:lstStyle/>
                    <a:p>
                      <a:pPr algn="ctr"/>
                      <a:r>
                        <a:rPr kumimoji="1" lang="en-US" altLang="ja-JP" sz="600" dirty="0"/>
                        <a:t>2025/4/2</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47542">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47542">
                <a:tc>
                  <a:txBody>
                    <a:bodyPr/>
                    <a:lstStyle/>
                    <a:p>
                      <a:pPr algn="ctr"/>
                      <a:r>
                        <a:rPr kumimoji="1" lang="en-US" altLang="ja-JP" sz="600" dirty="0"/>
                        <a:t>2025/4/31</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47542">
                <a:tc>
                  <a:txBody>
                    <a:bodyPr/>
                    <a:lstStyle/>
                    <a:p>
                      <a:pPr algn="ctr"/>
                      <a:r>
                        <a:rPr kumimoji="1" lang="en-US" altLang="ja-JP" sz="600" dirty="0"/>
                        <a:t>2025/5/1</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47542">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47542">
                <a:tc>
                  <a:txBody>
                    <a:bodyPr/>
                    <a:lstStyle/>
                    <a:p>
                      <a:pPr algn="ctr"/>
                      <a:r>
                        <a:rPr kumimoji="1" lang="en-US" altLang="ja-JP" sz="600" dirty="0"/>
                        <a:t>2025/5/31</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47542">
                <a:tc>
                  <a:txBody>
                    <a:bodyPr/>
                    <a:lstStyle/>
                    <a:p>
                      <a:pPr algn="ctr"/>
                      <a:r>
                        <a:rPr kumimoji="1" lang="en-US" altLang="ja-JP" sz="600" dirty="0"/>
                        <a:t>2025/6/1</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47542">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47542">
                <a:tc>
                  <a:txBody>
                    <a:bodyPr/>
                    <a:lstStyle/>
                    <a:p>
                      <a:pPr algn="ctr"/>
                      <a:r>
                        <a:rPr kumimoji="1" lang="en-US" altLang="ja-JP" sz="600" dirty="0"/>
                        <a:t>2025/6/30</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47542">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sp>
        <p:nvSpPr>
          <p:cNvPr id="1088" name="正方形/長方形 1087">
            <a:extLst>
              <a:ext uri="{FF2B5EF4-FFF2-40B4-BE49-F238E27FC236}">
                <a16:creationId xmlns:a16="http://schemas.microsoft.com/office/drawing/2014/main" id="{11F65C2B-8B1C-D15A-473E-6BDA23912FDE}"/>
              </a:ext>
            </a:extLst>
          </p:cNvPr>
          <p:cNvSpPr/>
          <p:nvPr/>
        </p:nvSpPr>
        <p:spPr>
          <a:xfrm>
            <a:off x="6740139" y="4612699"/>
            <a:ext cx="2671031" cy="2085231"/>
          </a:xfrm>
          <a:prstGeom prst="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9" name="正方形/長方形 1088">
            <a:extLst>
              <a:ext uri="{FF2B5EF4-FFF2-40B4-BE49-F238E27FC236}">
                <a16:creationId xmlns:a16="http://schemas.microsoft.com/office/drawing/2014/main" id="{5D64A2C4-46E4-81F8-64B8-248C824AC3A2}"/>
              </a:ext>
            </a:extLst>
          </p:cNvPr>
          <p:cNvSpPr/>
          <p:nvPr/>
        </p:nvSpPr>
        <p:spPr>
          <a:xfrm>
            <a:off x="1446202" y="5479805"/>
            <a:ext cx="4929833" cy="1186297"/>
          </a:xfrm>
          <a:prstGeom prst="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90" name="直線矢印コネクタ 1089">
            <a:extLst>
              <a:ext uri="{FF2B5EF4-FFF2-40B4-BE49-F238E27FC236}">
                <a16:creationId xmlns:a16="http://schemas.microsoft.com/office/drawing/2014/main" id="{7F0561B0-B072-F2AB-88C1-B94876BA1BED}"/>
              </a:ext>
            </a:extLst>
          </p:cNvPr>
          <p:cNvCxnSpPr>
            <a:cxnSpLocks/>
          </p:cNvCxnSpPr>
          <p:nvPr/>
        </p:nvCxnSpPr>
        <p:spPr>
          <a:xfrm>
            <a:off x="6376035" y="6076597"/>
            <a:ext cx="364104" cy="0"/>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nvGrpSpPr>
          <p:cNvPr id="941" name="グループ化 940">
            <a:extLst>
              <a:ext uri="{FF2B5EF4-FFF2-40B4-BE49-F238E27FC236}">
                <a16:creationId xmlns:a16="http://schemas.microsoft.com/office/drawing/2014/main" id="{60316F28-9D40-97D2-66D8-B7D102D25575}"/>
              </a:ext>
            </a:extLst>
          </p:cNvPr>
          <p:cNvGrpSpPr/>
          <p:nvPr/>
        </p:nvGrpSpPr>
        <p:grpSpPr>
          <a:xfrm>
            <a:off x="424327" y="2639280"/>
            <a:ext cx="8738724" cy="3717070"/>
            <a:chOff x="329077" y="2544030"/>
            <a:chExt cx="8738724" cy="3717070"/>
          </a:xfrm>
        </p:grpSpPr>
        <p:sp>
          <p:nvSpPr>
            <p:cNvPr id="942" name="正方形/長方形 941">
              <a:extLst>
                <a:ext uri="{FF2B5EF4-FFF2-40B4-BE49-F238E27FC236}">
                  <a16:creationId xmlns:a16="http://schemas.microsoft.com/office/drawing/2014/main" id="{A9B82BB7-2C42-924F-A143-1BBF67BAE704}"/>
                </a:ext>
              </a:extLst>
            </p:cNvPr>
            <p:cNvSpPr/>
            <p:nvPr/>
          </p:nvSpPr>
          <p:spPr>
            <a:xfrm>
              <a:off x="329077" y="2546350"/>
              <a:ext cx="8738724" cy="3714750"/>
            </a:xfrm>
            <a:prstGeom prst="rect">
              <a:avLst/>
            </a:prstGeom>
            <a:solidFill>
              <a:schemeClr val="tx2">
                <a:lumMod val="10000"/>
                <a:lumOff val="90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943" name="グループ化 942">
              <a:extLst>
                <a:ext uri="{FF2B5EF4-FFF2-40B4-BE49-F238E27FC236}">
                  <a16:creationId xmlns:a16="http://schemas.microsoft.com/office/drawing/2014/main" id="{4B98B094-596B-AA56-EB3D-2A538F31D646}"/>
                </a:ext>
              </a:extLst>
            </p:cNvPr>
            <p:cNvGrpSpPr/>
            <p:nvPr/>
          </p:nvGrpSpPr>
          <p:grpSpPr>
            <a:xfrm>
              <a:off x="788341" y="2653271"/>
              <a:ext cx="5231459" cy="3541154"/>
              <a:chOff x="788341" y="2653271"/>
              <a:chExt cx="5231459" cy="3541154"/>
            </a:xfrm>
          </p:grpSpPr>
          <p:sp>
            <p:nvSpPr>
              <p:cNvPr id="945" name="正方形/長方形 944">
                <a:extLst>
                  <a:ext uri="{FF2B5EF4-FFF2-40B4-BE49-F238E27FC236}">
                    <a16:creationId xmlns:a16="http://schemas.microsoft.com/office/drawing/2014/main" id="{E01B71CD-F9E9-2109-0DEB-98144872349F}"/>
                  </a:ext>
                </a:extLst>
              </p:cNvPr>
              <p:cNvSpPr/>
              <p:nvPr/>
            </p:nvSpPr>
            <p:spPr>
              <a:xfrm>
                <a:off x="914400" y="4843792"/>
                <a:ext cx="5105400" cy="1350633"/>
              </a:xfrm>
              <a:prstGeom prst="rect">
                <a:avLst/>
              </a:prstGeom>
              <a:solidFill>
                <a:schemeClr val="bg1">
                  <a:lumMod val="9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46" name="正方形/長方形 945">
                <a:extLst>
                  <a:ext uri="{FF2B5EF4-FFF2-40B4-BE49-F238E27FC236}">
                    <a16:creationId xmlns:a16="http://schemas.microsoft.com/office/drawing/2014/main" id="{5EE47D14-3500-3890-367E-55677C91845B}"/>
                  </a:ext>
                </a:extLst>
              </p:cNvPr>
              <p:cNvSpPr/>
              <p:nvPr/>
            </p:nvSpPr>
            <p:spPr>
              <a:xfrm>
                <a:off x="2140890" y="3988017"/>
                <a:ext cx="2799156" cy="603044"/>
              </a:xfrm>
              <a:prstGeom prst="rect">
                <a:avLst/>
              </a:prstGeom>
              <a:solidFill>
                <a:schemeClr val="bg1">
                  <a:lumMod val="9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947" name="直線コネクタ 946">
                <a:extLst>
                  <a:ext uri="{FF2B5EF4-FFF2-40B4-BE49-F238E27FC236}">
                    <a16:creationId xmlns:a16="http://schemas.microsoft.com/office/drawing/2014/main" id="{A5882AD8-E7C3-5681-71C6-0DD9BF7FAAD2}"/>
                  </a:ext>
                </a:extLst>
              </p:cNvPr>
              <p:cNvCxnSpPr>
                <a:cxnSpLocks/>
                <a:endCxn id="951" idx="2"/>
              </p:cNvCxnSpPr>
              <p:nvPr/>
            </p:nvCxnSpPr>
            <p:spPr>
              <a:xfrm flipV="1">
                <a:off x="2713864" y="4110793"/>
                <a:ext cx="354448" cy="147775"/>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948" name="直線コネクタ 947">
                <a:extLst>
                  <a:ext uri="{FF2B5EF4-FFF2-40B4-BE49-F238E27FC236}">
                    <a16:creationId xmlns:a16="http://schemas.microsoft.com/office/drawing/2014/main" id="{250CC29D-DDB9-A980-1743-B72C4C8627EF}"/>
                  </a:ext>
                </a:extLst>
              </p:cNvPr>
              <p:cNvCxnSpPr>
                <a:cxnSpLocks/>
                <a:stCxn id="951" idx="6"/>
                <a:endCxn id="952" idx="2"/>
              </p:cNvCxnSpPr>
              <p:nvPr/>
            </p:nvCxnSpPr>
            <p:spPr>
              <a:xfrm>
                <a:off x="3138884" y="4110793"/>
                <a:ext cx="345552" cy="210044"/>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949" name="直線コネクタ 948">
                <a:extLst>
                  <a:ext uri="{FF2B5EF4-FFF2-40B4-BE49-F238E27FC236}">
                    <a16:creationId xmlns:a16="http://schemas.microsoft.com/office/drawing/2014/main" id="{B26126B3-4E18-CB53-D051-E315C1447F88}"/>
                  </a:ext>
                </a:extLst>
              </p:cNvPr>
              <p:cNvCxnSpPr>
                <a:cxnSpLocks/>
                <a:stCxn id="952" idx="6"/>
              </p:cNvCxnSpPr>
              <p:nvPr/>
            </p:nvCxnSpPr>
            <p:spPr>
              <a:xfrm flipV="1">
                <a:off x="3555009" y="4224458"/>
                <a:ext cx="331438" cy="96379"/>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950" name="直線コネクタ 949">
                <a:extLst>
                  <a:ext uri="{FF2B5EF4-FFF2-40B4-BE49-F238E27FC236}">
                    <a16:creationId xmlns:a16="http://schemas.microsoft.com/office/drawing/2014/main" id="{583D6F07-A1AC-6EB7-D3F4-8D8D00BAEC32}"/>
                  </a:ext>
                </a:extLst>
              </p:cNvPr>
              <p:cNvCxnSpPr>
                <a:cxnSpLocks/>
              </p:cNvCxnSpPr>
              <p:nvPr/>
            </p:nvCxnSpPr>
            <p:spPr>
              <a:xfrm>
                <a:off x="3936350" y="4224458"/>
                <a:ext cx="352108" cy="172661"/>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951" name="楕円 950">
                <a:extLst>
                  <a:ext uri="{FF2B5EF4-FFF2-40B4-BE49-F238E27FC236}">
                    <a16:creationId xmlns:a16="http://schemas.microsoft.com/office/drawing/2014/main" id="{71C7C1F4-50E4-766B-4E9E-89D3916337DA}"/>
                  </a:ext>
                </a:extLst>
              </p:cNvPr>
              <p:cNvSpPr/>
              <p:nvPr/>
            </p:nvSpPr>
            <p:spPr>
              <a:xfrm>
                <a:off x="3068312" y="4075507"/>
                <a:ext cx="70572" cy="7057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52" name="楕円 951">
                <a:extLst>
                  <a:ext uri="{FF2B5EF4-FFF2-40B4-BE49-F238E27FC236}">
                    <a16:creationId xmlns:a16="http://schemas.microsoft.com/office/drawing/2014/main" id="{ED58EF24-4875-818C-048C-8088D1EE33F4}"/>
                  </a:ext>
                </a:extLst>
              </p:cNvPr>
              <p:cNvSpPr/>
              <p:nvPr/>
            </p:nvSpPr>
            <p:spPr>
              <a:xfrm>
                <a:off x="3484437" y="4285551"/>
                <a:ext cx="70572" cy="7057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53" name="楕円 952">
                <a:extLst>
                  <a:ext uri="{FF2B5EF4-FFF2-40B4-BE49-F238E27FC236}">
                    <a16:creationId xmlns:a16="http://schemas.microsoft.com/office/drawing/2014/main" id="{5AC6DF73-D161-CFC9-32CC-5A143B98DEE4}"/>
                  </a:ext>
                </a:extLst>
              </p:cNvPr>
              <p:cNvSpPr/>
              <p:nvPr/>
            </p:nvSpPr>
            <p:spPr>
              <a:xfrm>
                <a:off x="3876113" y="4184681"/>
                <a:ext cx="70572" cy="7057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54" name="楕円 953">
                <a:extLst>
                  <a:ext uri="{FF2B5EF4-FFF2-40B4-BE49-F238E27FC236}">
                    <a16:creationId xmlns:a16="http://schemas.microsoft.com/office/drawing/2014/main" id="{FAA0BF94-EB5B-B9F7-2AAF-4076FE4C5DE5}"/>
                  </a:ext>
                </a:extLst>
              </p:cNvPr>
              <p:cNvSpPr/>
              <p:nvPr/>
            </p:nvSpPr>
            <p:spPr>
              <a:xfrm>
                <a:off x="4278123" y="4371638"/>
                <a:ext cx="70572" cy="7057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955" name="直線コネクタ 954">
                <a:extLst>
                  <a:ext uri="{FF2B5EF4-FFF2-40B4-BE49-F238E27FC236}">
                    <a16:creationId xmlns:a16="http://schemas.microsoft.com/office/drawing/2014/main" id="{54169D3E-7AA8-A46E-E4ED-9A84C05A8145}"/>
                  </a:ext>
                </a:extLst>
              </p:cNvPr>
              <p:cNvCxnSpPr>
                <a:cxnSpLocks/>
                <a:stCxn id="954" idx="6"/>
              </p:cNvCxnSpPr>
              <p:nvPr/>
            </p:nvCxnSpPr>
            <p:spPr>
              <a:xfrm flipV="1">
                <a:off x="4348695" y="4371638"/>
                <a:ext cx="176682" cy="35286"/>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956" name="正方形/長方形 955">
                <a:extLst>
                  <a:ext uri="{FF2B5EF4-FFF2-40B4-BE49-F238E27FC236}">
                    <a16:creationId xmlns:a16="http://schemas.microsoft.com/office/drawing/2014/main" id="{2F553D3E-C3F5-DD13-2FF0-3A8F3A6EC102}"/>
                  </a:ext>
                </a:extLst>
              </p:cNvPr>
              <p:cNvSpPr/>
              <p:nvPr/>
            </p:nvSpPr>
            <p:spPr>
              <a:xfrm>
                <a:off x="1062934" y="5063143"/>
                <a:ext cx="1100259" cy="6001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57" name="正方形/長方形 956">
                <a:extLst>
                  <a:ext uri="{FF2B5EF4-FFF2-40B4-BE49-F238E27FC236}">
                    <a16:creationId xmlns:a16="http://schemas.microsoft.com/office/drawing/2014/main" id="{44839A18-5F36-BF3F-1CD0-5E0DF4A5F490}"/>
                  </a:ext>
                </a:extLst>
              </p:cNvPr>
              <p:cNvSpPr/>
              <p:nvPr/>
            </p:nvSpPr>
            <p:spPr>
              <a:xfrm>
                <a:off x="2286788" y="5445625"/>
                <a:ext cx="1100259" cy="6001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58" name="正方形/長方形 957">
                <a:extLst>
                  <a:ext uri="{FF2B5EF4-FFF2-40B4-BE49-F238E27FC236}">
                    <a16:creationId xmlns:a16="http://schemas.microsoft.com/office/drawing/2014/main" id="{86AD67AE-5DA4-87C5-C523-8B2939ECAF0B}"/>
                  </a:ext>
                </a:extLst>
              </p:cNvPr>
              <p:cNvSpPr/>
              <p:nvPr/>
            </p:nvSpPr>
            <p:spPr>
              <a:xfrm>
                <a:off x="3522498" y="5145555"/>
                <a:ext cx="1100259" cy="6001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59" name="正方形/長方形 958">
                <a:extLst>
                  <a:ext uri="{FF2B5EF4-FFF2-40B4-BE49-F238E27FC236}">
                    <a16:creationId xmlns:a16="http://schemas.microsoft.com/office/drawing/2014/main" id="{D4CF4783-7232-0F51-EABC-8514BB926C38}"/>
                  </a:ext>
                </a:extLst>
              </p:cNvPr>
              <p:cNvSpPr/>
              <p:nvPr/>
            </p:nvSpPr>
            <p:spPr>
              <a:xfrm>
                <a:off x="4754669" y="5561791"/>
                <a:ext cx="1100259" cy="6001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960" name="直線矢印コネクタ 959">
                <a:extLst>
                  <a:ext uri="{FF2B5EF4-FFF2-40B4-BE49-F238E27FC236}">
                    <a16:creationId xmlns:a16="http://schemas.microsoft.com/office/drawing/2014/main" id="{EB5F2573-9DF1-8362-047F-1FFF04C777C9}"/>
                  </a:ext>
                </a:extLst>
              </p:cNvPr>
              <p:cNvCxnSpPr>
                <a:cxnSpLocks/>
                <a:stCxn id="951" idx="3"/>
                <a:endCxn id="962" idx="6"/>
              </p:cNvCxnSpPr>
              <p:nvPr/>
            </p:nvCxnSpPr>
            <p:spPr>
              <a:xfrm flipH="1">
                <a:off x="1177412" y="4135744"/>
                <a:ext cx="1901236" cy="1119011"/>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961" name="フリーフォーム: 図形 960">
                <a:extLst>
                  <a:ext uri="{FF2B5EF4-FFF2-40B4-BE49-F238E27FC236}">
                    <a16:creationId xmlns:a16="http://schemas.microsoft.com/office/drawing/2014/main" id="{2A74CC07-06CE-922F-8F93-92584AC26261}"/>
                  </a:ext>
                </a:extLst>
              </p:cNvPr>
              <p:cNvSpPr/>
              <p:nvPr/>
            </p:nvSpPr>
            <p:spPr>
              <a:xfrm>
                <a:off x="1148546" y="5178205"/>
                <a:ext cx="910381" cy="292204"/>
              </a:xfrm>
              <a:custGeom>
                <a:avLst/>
                <a:gdLst>
                  <a:gd name="csX0" fmla="*/ 0 w 819150"/>
                  <a:gd name="csY0" fmla="*/ 57931 h 262922"/>
                  <a:gd name="csX1" fmla="*/ 139700 w 819150"/>
                  <a:gd name="csY1" fmla="*/ 229381 h 262922"/>
                  <a:gd name="csX2" fmla="*/ 355600 w 819150"/>
                  <a:gd name="csY2" fmla="*/ 242081 h 262922"/>
                  <a:gd name="csX3" fmla="*/ 520700 w 819150"/>
                  <a:gd name="csY3" fmla="*/ 781 h 262922"/>
                  <a:gd name="csX4" fmla="*/ 819150 w 819150"/>
                  <a:gd name="csY4" fmla="*/ 159531 h 262922"/>
                  <a:gd name="csX5" fmla="*/ 819150 w 819150"/>
                  <a:gd name="csY5" fmla="*/ 159531 h 262922"/>
                </a:gdLst>
                <a:ahLst/>
                <a:cxnLst>
                  <a:cxn ang="0">
                    <a:pos x="csX0" y="csY0"/>
                  </a:cxn>
                  <a:cxn ang="0">
                    <a:pos x="csX1" y="csY1"/>
                  </a:cxn>
                  <a:cxn ang="0">
                    <a:pos x="csX2" y="csY2"/>
                  </a:cxn>
                  <a:cxn ang="0">
                    <a:pos x="csX3" y="csY3"/>
                  </a:cxn>
                  <a:cxn ang="0">
                    <a:pos x="csX4" y="csY4"/>
                  </a:cxn>
                  <a:cxn ang="0">
                    <a:pos x="csX5" y="csY5"/>
                  </a:cxn>
                </a:cxnLst>
                <a:rect l="l" t="t" r="r" b="b"/>
                <a:pathLst>
                  <a:path w="819150" h="262922">
                    <a:moveTo>
                      <a:pt x="0" y="57931"/>
                    </a:moveTo>
                    <a:cubicBezTo>
                      <a:pt x="40216" y="128310"/>
                      <a:pt x="80433" y="198689"/>
                      <a:pt x="139700" y="229381"/>
                    </a:cubicBezTo>
                    <a:cubicBezTo>
                      <a:pt x="198967" y="260073"/>
                      <a:pt x="292100" y="280181"/>
                      <a:pt x="355600" y="242081"/>
                    </a:cubicBezTo>
                    <a:cubicBezTo>
                      <a:pt x="419100" y="203981"/>
                      <a:pt x="443442" y="14539"/>
                      <a:pt x="520700" y="781"/>
                    </a:cubicBezTo>
                    <a:cubicBezTo>
                      <a:pt x="597958" y="-12977"/>
                      <a:pt x="819150" y="159531"/>
                      <a:pt x="819150" y="159531"/>
                    </a:cubicBezTo>
                    <a:lnTo>
                      <a:pt x="819150" y="159531"/>
                    </a:lnTo>
                  </a:path>
                </a:pathLst>
              </a:custGeom>
              <a:noFill/>
              <a:ln w="9525">
                <a:prstDash val="sysDot"/>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62" name="楕円 961">
                <a:extLst>
                  <a:ext uri="{FF2B5EF4-FFF2-40B4-BE49-F238E27FC236}">
                    <a16:creationId xmlns:a16="http://schemas.microsoft.com/office/drawing/2014/main" id="{0F65E246-BE7D-EA78-FAE6-8F9FC1F58299}"/>
                  </a:ext>
                </a:extLst>
              </p:cNvPr>
              <p:cNvSpPr/>
              <p:nvPr/>
            </p:nvSpPr>
            <p:spPr>
              <a:xfrm>
                <a:off x="1145404" y="5238751"/>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63" name="楕円 962">
                <a:extLst>
                  <a:ext uri="{FF2B5EF4-FFF2-40B4-BE49-F238E27FC236}">
                    <a16:creationId xmlns:a16="http://schemas.microsoft.com/office/drawing/2014/main" id="{017179E0-37FD-4239-CF98-D386668B9EB3}"/>
                  </a:ext>
                </a:extLst>
              </p:cNvPr>
              <p:cNvSpPr/>
              <p:nvPr/>
            </p:nvSpPr>
            <p:spPr>
              <a:xfrm>
                <a:off x="1177163" y="5294328"/>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64" name="楕円 963">
                <a:extLst>
                  <a:ext uri="{FF2B5EF4-FFF2-40B4-BE49-F238E27FC236}">
                    <a16:creationId xmlns:a16="http://schemas.microsoft.com/office/drawing/2014/main" id="{B8A6C7E1-3D45-2A6B-33EB-A1E23C069A62}"/>
                  </a:ext>
                </a:extLst>
              </p:cNvPr>
              <p:cNvSpPr/>
              <p:nvPr/>
            </p:nvSpPr>
            <p:spPr>
              <a:xfrm>
                <a:off x="1216860" y="5347260"/>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65" name="楕円 964">
                <a:extLst>
                  <a:ext uri="{FF2B5EF4-FFF2-40B4-BE49-F238E27FC236}">
                    <a16:creationId xmlns:a16="http://schemas.microsoft.com/office/drawing/2014/main" id="{A8365D0C-2402-8260-511A-2B8F9970BFC0}"/>
                  </a:ext>
                </a:extLst>
              </p:cNvPr>
              <p:cNvSpPr/>
              <p:nvPr/>
            </p:nvSpPr>
            <p:spPr>
              <a:xfrm>
                <a:off x="1252146" y="5397543"/>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66" name="楕円 965">
                <a:extLst>
                  <a:ext uri="{FF2B5EF4-FFF2-40B4-BE49-F238E27FC236}">
                    <a16:creationId xmlns:a16="http://schemas.microsoft.com/office/drawing/2014/main" id="{C28F8725-E6C8-83F3-F574-C92E850B43CD}"/>
                  </a:ext>
                </a:extLst>
              </p:cNvPr>
              <p:cNvSpPr/>
              <p:nvPr/>
            </p:nvSpPr>
            <p:spPr>
              <a:xfrm>
                <a:off x="1312132" y="5426658"/>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967" name="直線矢印コネクタ 966">
                <a:extLst>
                  <a:ext uri="{FF2B5EF4-FFF2-40B4-BE49-F238E27FC236}">
                    <a16:creationId xmlns:a16="http://schemas.microsoft.com/office/drawing/2014/main" id="{A5E2D014-59D7-D783-0C04-F6668D81A825}"/>
                  </a:ext>
                </a:extLst>
              </p:cNvPr>
              <p:cNvCxnSpPr>
                <a:cxnSpLocks/>
                <a:stCxn id="951" idx="3"/>
                <a:endCxn id="963" idx="0"/>
              </p:cNvCxnSpPr>
              <p:nvPr/>
            </p:nvCxnSpPr>
            <p:spPr>
              <a:xfrm flipH="1">
                <a:off x="1193167" y="4135744"/>
                <a:ext cx="1885480" cy="1158584"/>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968" name="楕円 967">
                <a:extLst>
                  <a:ext uri="{FF2B5EF4-FFF2-40B4-BE49-F238E27FC236}">
                    <a16:creationId xmlns:a16="http://schemas.microsoft.com/office/drawing/2014/main" id="{656A31B2-B2F5-827A-75BF-791628F70949}"/>
                  </a:ext>
                </a:extLst>
              </p:cNvPr>
              <p:cNvSpPr/>
              <p:nvPr/>
            </p:nvSpPr>
            <p:spPr>
              <a:xfrm>
                <a:off x="2029324" y="5334033"/>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969" name="直線矢印コネクタ 968">
                <a:extLst>
                  <a:ext uri="{FF2B5EF4-FFF2-40B4-BE49-F238E27FC236}">
                    <a16:creationId xmlns:a16="http://schemas.microsoft.com/office/drawing/2014/main" id="{4CD098B5-0D0C-E95A-6348-0CD2ECB82601}"/>
                  </a:ext>
                </a:extLst>
              </p:cNvPr>
              <p:cNvCxnSpPr>
                <a:cxnSpLocks/>
                <a:stCxn id="951" idx="3"/>
                <a:endCxn id="968" idx="0"/>
              </p:cNvCxnSpPr>
              <p:nvPr/>
            </p:nvCxnSpPr>
            <p:spPr>
              <a:xfrm flipH="1">
                <a:off x="2045328" y="4135744"/>
                <a:ext cx="1033319" cy="1198289"/>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970" name="正方形/長方形 969">
                <a:extLst>
                  <a:ext uri="{FF2B5EF4-FFF2-40B4-BE49-F238E27FC236}">
                    <a16:creationId xmlns:a16="http://schemas.microsoft.com/office/drawing/2014/main" id="{2E75611F-FF73-DDEC-96C2-8D4B6015976C}"/>
                  </a:ext>
                </a:extLst>
              </p:cNvPr>
              <p:cNvSpPr/>
              <p:nvPr/>
            </p:nvSpPr>
            <p:spPr>
              <a:xfrm>
                <a:off x="2135394" y="2730176"/>
                <a:ext cx="2810146" cy="1018630"/>
              </a:xfrm>
              <a:prstGeom prst="rect">
                <a:avLst/>
              </a:prstGeom>
              <a:solidFill>
                <a:schemeClr val="bg1">
                  <a:lumMod val="9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p>
            </p:txBody>
          </p:sp>
          <p:cxnSp>
            <p:nvCxnSpPr>
              <p:cNvPr id="971" name="直線コネクタ 970">
                <a:extLst>
                  <a:ext uri="{FF2B5EF4-FFF2-40B4-BE49-F238E27FC236}">
                    <a16:creationId xmlns:a16="http://schemas.microsoft.com/office/drawing/2014/main" id="{3BA3C0B9-FFC6-1692-A4D5-25DF8CF7700B}"/>
                  </a:ext>
                </a:extLst>
              </p:cNvPr>
              <p:cNvCxnSpPr>
                <a:cxnSpLocks/>
                <a:endCxn id="975" idx="3"/>
              </p:cNvCxnSpPr>
              <p:nvPr/>
            </p:nvCxnSpPr>
            <p:spPr>
              <a:xfrm flipV="1">
                <a:off x="2713864" y="2829125"/>
                <a:ext cx="375117" cy="426641"/>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cxnSp>
            <p:nvCxnSpPr>
              <p:cNvPr id="972" name="直線コネクタ 971">
                <a:extLst>
                  <a:ext uri="{FF2B5EF4-FFF2-40B4-BE49-F238E27FC236}">
                    <a16:creationId xmlns:a16="http://schemas.microsoft.com/office/drawing/2014/main" id="{28A5D58F-6C73-2C93-EDBD-E352D618DA5C}"/>
                  </a:ext>
                </a:extLst>
              </p:cNvPr>
              <p:cNvCxnSpPr>
                <a:cxnSpLocks/>
                <a:stCxn id="979" idx="5"/>
                <a:endCxn id="973" idx="1"/>
              </p:cNvCxnSpPr>
              <p:nvPr/>
            </p:nvCxnSpPr>
            <p:spPr>
              <a:xfrm>
                <a:off x="3936350" y="3157286"/>
                <a:ext cx="352108" cy="44858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973" name="楕円 972">
                <a:extLst>
                  <a:ext uri="{FF2B5EF4-FFF2-40B4-BE49-F238E27FC236}">
                    <a16:creationId xmlns:a16="http://schemas.microsoft.com/office/drawing/2014/main" id="{1366F89D-D7DC-36B7-AD99-7470E9F4EAD4}"/>
                  </a:ext>
                </a:extLst>
              </p:cNvPr>
              <p:cNvSpPr/>
              <p:nvPr/>
            </p:nvSpPr>
            <p:spPr>
              <a:xfrm>
                <a:off x="4278123" y="3595539"/>
                <a:ext cx="70572" cy="705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974" name="直線コネクタ 973">
                <a:extLst>
                  <a:ext uri="{FF2B5EF4-FFF2-40B4-BE49-F238E27FC236}">
                    <a16:creationId xmlns:a16="http://schemas.microsoft.com/office/drawing/2014/main" id="{45889562-1ABC-28B2-AB2F-448C2B38A937}"/>
                  </a:ext>
                </a:extLst>
              </p:cNvPr>
              <p:cNvCxnSpPr>
                <a:cxnSpLocks/>
                <a:stCxn id="973" idx="6"/>
              </p:cNvCxnSpPr>
              <p:nvPr/>
            </p:nvCxnSpPr>
            <p:spPr>
              <a:xfrm flipV="1">
                <a:off x="4348695" y="3513398"/>
                <a:ext cx="271954" cy="11742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975" name="楕円 974">
                <a:extLst>
                  <a:ext uri="{FF2B5EF4-FFF2-40B4-BE49-F238E27FC236}">
                    <a16:creationId xmlns:a16="http://schemas.microsoft.com/office/drawing/2014/main" id="{363B3B1E-A5D3-CA62-E119-1584BCA382D5}"/>
                  </a:ext>
                </a:extLst>
              </p:cNvPr>
              <p:cNvSpPr/>
              <p:nvPr/>
            </p:nvSpPr>
            <p:spPr>
              <a:xfrm>
                <a:off x="3078647" y="2768888"/>
                <a:ext cx="70572" cy="705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976" name="直線コネクタ 975">
                <a:extLst>
                  <a:ext uri="{FF2B5EF4-FFF2-40B4-BE49-F238E27FC236}">
                    <a16:creationId xmlns:a16="http://schemas.microsoft.com/office/drawing/2014/main" id="{1589E4DD-F0BB-E556-9391-6D67A60ACB97}"/>
                  </a:ext>
                </a:extLst>
              </p:cNvPr>
              <p:cNvCxnSpPr>
                <a:cxnSpLocks/>
                <a:stCxn id="975" idx="5"/>
                <a:endCxn id="978" idx="1"/>
              </p:cNvCxnSpPr>
              <p:nvPr/>
            </p:nvCxnSpPr>
            <p:spPr>
              <a:xfrm>
                <a:off x="3138884" y="2829125"/>
                <a:ext cx="355887" cy="60641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cxnSp>
            <p:nvCxnSpPr>
              <p:cNvPr id="977" name="直線コネクタ 976">
                <a:extLst>
                  <a:ext uri="{FF2B5EF4-FFF2-40B4-BE49-F238E27FC236}">
                    <a16:creationId xmlns:a16="http://schemas.microsoft.com/office/drawing/2014/main" id="{BB669AE0-9463-4CED-E749-E77DC819562C}"/>
                  </a:ext>
                </a:extLst>
              </p:cNvPr>
              <p:cNvCxnSpPr>
                <a:cxnSpLocks/>
                <a:stCxn id="978" idx="7"/>
                <a:endCxn id="979" idx="3"/>
              </p:cNvCxnSpPr>
              <p:nvPr/>
            </p:nvCxnSpPr>
            <p:spPr>
              <a:xfrm flipV="1">
                <a:off x="3544675" y="3157286"/>
                <a:ext cx="341773" cy="27825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978" name="楕円 977">
                <a:extLst>
                  <a:ext uri="{FF2B5EF4-FFF2-40B4-BE49-F238E27FC236}">
                    <a16:creationId xmlns:a16="http://schemas.microsoft.com/office/drawing/2014/main" id="{FF407A4A-0964-8CD0-D2AB-56B20825CC27}"/>
                  </a:ext>
                </a:extLst>
              </p:cNvPr>
              <p:cNvSpPr/>
              <p:nvPr/>
            </p:nvSpPr>
            <p:spPr>
              <a:xfrm>
                <a:off x="3484437" y="3425209"/>
                <a:ext cx="70572" cy="705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79" name="楕円 978">
                <a:extLst>
                  <a:ext uri="{FF2B5EF4-FFF2-40B4-BE49-F238E27FC236}">
                    <a16:creationId xmlns:a16="http://schemas.microsoft.com/office/drawing/2014/main" id="{363FCCAC-E357-C88C-1009-73DA8E77CFBA}"/>
                  </a:ext>
                </a:extLst>
              </p:cNvPr>
              <p:cNvSpPr/>
              <p:nvPr/>
            </p:nvSpPr>
            <p:spPr>
              <a:xfrm>
                <a:off x="3876113" y="3097048"/>
                <a:ext cx="70572" cy="705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80" name="フリーフォーム: 図形 979">
                <a:extLst>
                  <a:ext uri="{FF2B5EF4-FFF2-40B4-BE49-F238E27FC236}">
                    <a16:creationId xmlns:a16="http://schemas.microsoft.com/office/drawing/2014/main" id="{E0FF5AA5-F14C-3FB1-3F25-62E8C244BDA5}"/>
                  </a:ext>
                </a:extLst>
              </p:cNvPr>
              <p:cNvSpPr/>
              <p:nvPr/>
            </p:nvSpPr>
            <p:spPr>
              <a:xfrm>
                <a:off x="2413563" y="5554497"/>
                <a:ext cx="889209" cy="365551"/>
              </a:xfrm>
              <a:custGeom>
                <a:avLst/>
                <a:gdLst>
                  <a:gd name="csX0" fmla="*/ 0 w 800100"/>
                  <a:gd name="csY0" fmla="*/ 166689 h 328919"/>
                  <a:gd name="csX1" fmla="*/ 119063 w 800100"/>
                  <a:gd name="csY1" fmla="*/ 276226 h 328919"/>
                  <a:gd name="csX2" fmla="*/ 285750 w 800100"/>
                  <a:gd name="csY2" fmla="*/ 1 h 328919"/>
                  <a:gd name="csX3" fmla="*/ 571500 w 800100"/>
                  <a:gd name="csY3" fmla="*/ 280989 h 328919"/>
                  <a:gd name="csX4" fmla="*/ 800100 w 800100"/>
                  <a:gd name="csY4" fmla="*/ 328614 h 328919"/>
                  <a:gd name="csX5" fmla="*/ 800100 w 800100"/>
                  <a:gd name="csY5" fmla="*/ 328614 h 328919"/>
                </a:gdLst>
                <a:ahLst/>
                <a:cxnLst>
                  <a:cxn ang="0">
                    <a:pos x="csX0" y="csY0"/>
                  </a:cxn>
                  <a:cxn ang="0">
                    <a:pos x="csX1" y="csY1"/>
                  </a:cxn>
                  <a:cxn ang="0">
                    <a:pos x="csX2" y="csY2"/>
                  </a:cxn>
                  <a:cxn ang="0">
                    <a:pos x="csX3" y="csY3"/>
                  </a:cxn>
                  <a:cxn ang="0">
                    <a:pos x="csX4" y="csY4"/>
                  </a:cxn>
                  <a:cxn ang="0">
                    <a:pos x="csX5" y="csY5"/>
                  </a:cxn>
                </a:cxnLst>
                <a:rect l="l" t="t" r="r" b="b"/>
                <a:pathLst>
                  <a:path w="800100" h="328919">
                    <a:moveTo>
                      <a:pt x="0" y="166689"/>
                    </a:moveTo>
                    <a:cubicBezTo>
                      <a:pt x="35719" y="235348"/>
                      <a:pt x="71438" y="304007"/>
                      <a:pt x="119063" y="276226"/>
                    </a:cubicBezTo>
                    <a:cubicBezTo>
                      <a:pt x="166688" y="248445"/>
                      <a:pt x="210344" y="-793"/>
                      <a:pt x="285750" y="1"/>
                    </a:cubicBezTo>
                    <a:cubicBezTo>
                      <a:pt x="361156" y="795"/>
                      <a:pt x="485775" y="226220"/>
                      <a:pt x="571500" y="280989"/>
                    </a:cubicBezTo>
                    <a:cubicBezTo>
                      <a:pt x="657225" y="335758"/>
                      <a:pt x="800100" y="328614"/>
                      <a:pt x="800100" y="328614"/>
                    </a:cubicBezTo>
                    <a:lnTo>
                      <a:pt x="800100" y="328614"/>
                    </a:lnTo>
                  </a:path>
                </a:pathLst>
              </a:custGeom>
              <a:noFill/>
              <a:ln w="952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81" name="フリーフォーム: 図形 980">
                <a:extLst>
                  <a:ext uri="{FF2B5EF4-FFF2-40B4-BE49-F238E27FC236}">
                    <a16:creationId xmlns:a16="http://schemas.microsoft.com/office/drawing/2014/main" id="{30700CA1-B114-2508-E4C1-56513739E818}"/>
                  </a:ext>
                </a:extLst>
              </p:cNvPr>
              <p:cNvSpPr/>
              <p:nvPr/>
            </p:nvSpPr>
            <p:spPr>
              <a:xfrm>
                <a:off x="3578015" y="5291277"/>
                <a:ext cx="931553" cy="382312"/>
              </a:xfrm>
              <a:custGeom>
                <a:avLst/>
                <a:gdLst>
                  <a:gd name="csX0" fmla="*/ 0 w 838200"/>
                  <a:gd name="csY0" fmla="*/ 320188 h 344000"/>
                  <a:gd name="csX1" fmla="*/ 145256 w 838200"/>
                  <a:gd name="csY1" fmla="*/ 327332 h 344000"/>
                  <a:gd name="csX2" fmla="*/ 257175 w 838200"/>
                  <a:gd name="csY2" fmla="*/ 134450 h 344000"/>
                  <a:gd name="csX3" fmla="*/ 395287 w 838200"/>
                  <a:gd name="csY3" fmla="*/ 184457 h 344000"/>
                  <a:gd name="csX4" fmla="*/ 528637 w 838200"/>
                  <a:gd name="csY4" fmla="*/ 1100 h 344000"/>
                  <a:gd name="csX5" fmla="*/ 659606 w 838200"/>
                  <a:gd name="csY5" fmla="*/ 284469 h 344000"/>
                  <a:gd name="csX6" fmla="*/ 838200 w 838200"/>
                  <a:gd name="csY6" fmla="*/ 344000 h 344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38200" h="344000">
                    <a:moveTo>
                      <a:pt x="0" y="320188"/>
                    </a:moveTo>
                    <a:cubicBezTo>
                      <a:pt x="51197" y="339238"/>
                      <a:pt x="102394" y="358288"/>
                      <a:pt x="145256" y="327332"/>
                    </a:cubicBezTo>
                    <a:cubicBezTo>
                      <a:pt x="188119" y="296376"/>
                      <a:pt x="215503" y="158262"/>
                      <a:pt x="257175" y="134450"/>
                    </a:cubicBezTo>
                    <a:cubicBezTo>
                      <a:pt x="298847" y="110638"/>
                      <a:pt x="350043" y="206682"/>
                      <a:pt x="395287" y="184457"/>
                    </a:cubicBezTo>
                    <a:cubicBezTo>
                      <a:pt x="440531" y="162232"/>
                      <a:pt x="484584" y="-15569"/>
                      <a:pt x="528637" y="1100"/>
                    </a:cubicBezTo>
                    <a:cubicBezTo>
                      <a:pt x="572690" y="17769"/>
                      <a:pt x="608012" y="227319"/>
                      <a:pt x="659606" y="284469"/>
                    </a:cubicBezTo>
                    <a:cubicBezTo>
                      <a:pt x="711200" y="341619"/>
                      <a:pt x="774700" y="342809"/>
                      <a:pt x="838200" y="344000"/>
                    </a:cubicBezTo>
                  </a:path>
                </a:pathLst>
              </a:custGeom>
              <a:noFill/>
              <a:ln w="952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82" name="フリーフォーム: 図形 981">
                <a:extLst>
                  <a:ext uri="{FF2B5EF4-FFF2-40B4-BE49-F238E27FC236}">
                    <a16:creationId xmlns:a16="http://schemas.microsoft.com/office/drawing/2014/main" id="{EA2FB0B0-6BBC-8D8A-EC34-8AA35A6D4F7A}"/>
                  </a:ext>
                </a:extLst>
              </p:cNvPr>
              <p:cNvSpPr/>
              <p:nvPr/>
            </p:nvSpPr>
            <p:spPr>
              <a:xfrm>
                <a:off x="4866839" y="5731782"/>
                <a:ext cx="926259" cy="328668"/>
              </a:xfrm>
              <a:custGeom>
                <a:avLst/>
                <a:gdLst>
                  <a:gd name="csX0" fmla="*/ 0 w 833437"/>
                  <a:gd name="csY0" fmla="*/ 178620 h 295731"/>
                  <a:gd name="csX1" fmla="*/ 178594 w 833437"/>
                  <a:gd name="csY1" fmla="*/ 250057 h 295731"/>
                  <a:gd name="csX2" fmla="*/ 335756 w 833437"/>
                  <a:gd name="csY2" fmla="*/ 104801 h 295731"/>
                  <a:gd name="csX3" fmla="*/ 492919 w 833437"/>
                  <a:gd name="csY3" fmla="*/ 4788 h 295731"/>
                  <a:gd name="csX4" fmla="*/ 759619 w 833437"/>
                  <a:gd name="csY4" fmla="*/ 259582 h 295731"/>
                  <a:gd name="csX5" fmla="*/ 833437 w 833437"/>
                  <a:gd name="csY5" fmla="*/ 288157 h 295731"/>
                </a:gdLst>
                <a:ahLst/>
                <a:cxnLst>
                  <a:cxn ang="0">
                    <a:pos x="csX0" y="csY0"/>
                  </a:cxn>
                  <a:cxn ang="0">
                    <a:pos x="csX1" y="csY1"/>
                  </a:cxn>
                  <a:cxn ang="0">
                    <a:pos x="csX2" y="csY2"/>
                  </a:cxn>
                  <a:cxn ang="0">
                    <a:pos x="csX3" y="csY3"/>
                  </a:cxn>
                  <a:cxn ang="0">
                    <a:pos x="csX4" y="csY4"/>
                  </a:cxn>
                  <a:cxn ang="0">
                    <a:pos x="csX5" y="csY5"/>
                  </a:cxn>
                </a:cxnLst>
                <a:rect l="l" t="t" r="r" b="b"/>
                <a:pathLst>
                  <a:path w="833437" h="295731">
                    <a:moveTo>
                      <a:pt x="0" y="178620"/>
                    </a:moveTo>
                    <a:cubicBezTo>
                      <a:pt x="61317" y="220490"/>
                      <a:pt x="122635" y="262360"/>
                      <a:pt x="178594" y="250057"/>
                    </a:cubicBezTo>
                    <a:cubicBezTo>
                      <a:pt x="234553" y="237754"/>
                      <a:pt x="283369" y="145679"/>
                      <a:pt x="335756" y="104801"/>
                    </a:cubicBezTo>
                    <a:cubicBezTo>
                      <a:pt x="388143" y="63923"/>
                      <a:pt x="422275" y="-21009"/>
                      <a:pt x="492919" y="4788"/>
                    </a:cubicBezTo>
                    <a:cubicBezTo>
                      <a:pt x="563563" y="30585"/>
                      <a:pt x="702866" y="212354"/>
                      <a:pt x="759619" y="259582"/>
                    </a:cubicBezTo>
                    <a:cubicBezTo>
                      <a:pt x="816372" y="306810"/>
                      <a:pt x="824904" y="297483"/>
                      <a:pt x="833437" y="288157"/>
                    </a:cubicBezTo>
                  </a:path>
                </a:pathLst>
              </a:custGeom>
              <a:noFill/>
              <a:ln w="952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983" name="直線矢印コネクタ 982">
                <a:extLst>
                  <a:ext uri="{FF2B5EF4-FFF2-40B4-BE49-F238E27FC236}">
                    <a16:creationId xmlns:a16="http://schemas.microsoft.com/office/drawing/2014/main" id="{FBE56FB1-EADA-D1E4-F032-DE678E01CB1E}"/>
                  </a:ext>
                </a:extLst>
              </p:cNvPr>
              <p:cNvCxnSpPr>
                <a:cxnSpLocks/>
                <a:stCxn id="952" idx="3"/>
                <a:endCxn id="984" idx="7"/>
              </p:cNvCxnSpPr>
              <p:nvPr/>
            </p:nvCxnSpPr>
            <p:spPr>
              <a:xfrm flipH="1">
                <a:off x="2440883" y="4345788"/>
                <a:ext cx="1053889" cy="1390682"/>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984" name="楕円 983">
                <a:extLst>
                  <a:ext uri="{FF2B5EF4-FFF2-40B4-BE49-F238E27FC236}">
                    <a16:creationId xmlns:a16="http://schemas.microsoft.com/office/drawing/2014/main" id="{3036E376-60AF-2DA5-241B-191937E05954}"/>
                  </a:ext>
                </a:extLst>
              </p:cNvPr>
              <p:cNvSpPr/>
              <p:nvPr/>
            </p:nvSpPr>
            <p:spPr>
              <a:xfrm>
                <a:off x="2413563" y="5731782"/>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985" name="直線矢印コネクタ 984">
                <a:extLst>
                  <a:ext uri="{FF2B5EF4-FFF2-40B4-BE49-F238E27FC236}">
                    <a16:creationId xmlns:a16="http://schemas.microsoft.com/office/drawing/2014/main" id="{22EFF39E-D65D-0E37-C4C5-E30249484851}"/>
                  </a:ext>
                </a:extLst>
              </p:cNvPr>
              <p:cNvCxnSpPr>
                <a:cxnSpLocks/>
                <a:stCxn id="952" idx="3"/>
                <a:endCxn id="990" idx="0"/>
              </p:cNvCxnSpPr>
              <p:nvPr/>
            </p:nvCxnSpPr>
            <p:spPr>
              <a:xfrm flipH="1">
                <a:off x="3283490" y="4345788"/>
                <a:ext cx="211282" cy="1562425"/>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986" name="直線矢印コネクタ 985">
                <a:extLst>
                  <a:ext uri="{FF2B5EF4-FFF2-40B4-BE49-F238E27FC236}">
                    <a16:creationId xmlns:a16="http://schemas.microsoft.com/office/drawing/2014/main" id="{B522BA13-9258-000A-82F3-E06228C24449}"/>
                  </a:ext>
                </a:extLst>
              </p:cNvPr>
              <p:cNvCxnSpPr>
                <a:cxnSpLocks/>
                <a:stCxn id="951" idx="3"/>
                <a:endCxn id="964" idx="1"/>
              </p:cNvCxnSpPr>
              <p:nvPr/>
            </p:nvCxnSpPr>
            <p:spPr>
              <a:xfrm flipH="1">
                <a:off x="1221548" y="4135744"/>
                <a:ext cx="1857100" cy="1216203"/>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987" name="直線矢印コネクタ 986">
                <a:extLst>
                  <a:ext uri="{FF2B5EF4-FFF2-40B4-BE49-F238E27FC236}">
                    <a16:creationId xmlns:a16="http://schemas.microsoft.com/office/drawing/2014/main" id="{47E5D28A-FD15-0CBA-832A-40600B90C482}"/>
                  </a:ext>
                </a:extLst>
              </p:cNvPr>
              <p:cNvCxnSpPr>
                <a:cxnSpLocks/>
                <a:stCxn id="951" idx="3"/>
                <a:endCxn id="965" idx="1"/>
              </p:cNvCxnSpPr>
              <p:nvPr/>
            </p:nvCxnSpPr>
            <p:spPr>
              <a:xfrm flipH="1">
                <a:off x="1256833" y="4135744"/>
                <a:ext cx="1821815" cy="1266487"/>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988" name="直線矢印コネクタ 987">
                <a:extLst>
                  <a:ext uri="{FF2B5EF4-FFF2-40B4-BE49-F238E27FC236}">
                    <a16:creationId xmlns:a16="http://schemas.microsoft.com/office/drawing/2014/main" id="{76868D9B-DB91-9AE0-D9CD-9F8F52B7E14B}"/>
                  </a:ext>
                </a:extLst>
              </p:cNvPr>
              <p:cNvCxnSpPr>
                <a:cxnSpLocks/>
                <a:stCxn id="951" idx="3"/>
                <a:endCxn id="966" idx="0"/>
              </p:cNvCxnSpPr>
              <p:nvPr/>
            </p:nvCxnSpPr>
            <p:spPr>
              <a:xfrm flipH="1">
                <a:off x="1328136" y="4135744"/>
                <a:ext cx="1750512" cy="1290914"/>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989" name="テキスト ボックス 988">
                <a:extLst>
                  <a:ext uri="{FF2B5EF4-FFF2-40B4-BE49-F238E27FC236}">
                    <a16:creationId xmlns:a16="http://schemas.microsoft.com/office/drawing/2014/main" id="{A4FF9524-6658-2743-AF87-73FF4D802765}"/>
                  </a:ext>
                </a:extLst>
              </p:cNvPr>
              <p:cNvSpPr txBox="1"/>
              <p:nvPr/>
            </p:nvSpPr>
            <p:spPr>
              <a:xfrm>
                <a:off x="973168" y="4369540"/>
                <a:ext cx="1404416" cy="310305"/>
              </a:xfrm>
              <a:prstGeom prst="rect">
                <a:avLst/>
              </a:prstGeom>
              <a:noFill/>
            </p:spPr>
            <p:txBody>
              <a:bodyPr wrap="square" rtlCol="0">
                <a:spAutoFit/>
              </a:bodyPr>
              <a:lstStyle/>
              <a:p>
                <a:r>
                  <a:rPr kumimoji="1" lang="ja-JP" altLang="en-US" sz="800" dirty="0"/>
                  <a:t>平均値から</a:t>
                </a:r>
                <a:r>
                  <a:rPr lang="en-US" altLang="ja-JP" sz="800" dirty="0"/>
                  <a:t>48</a:t>
                </a:r>
                <a:r>
                  <a:rPr lang="ja-JP" altLang="en-US" sz="800" dirty="0"/>
                  <a:t>コマ分の</a:t>
                </a:r>
                <a:endParaRPr lang="en-US" altLang="ja-JP" sz="800" dirty="0"/>
              </a:p>
              <a:p>
                <a:r>
                  <a:rPr kumimoji="1" lang="ja-JP" altLang="en-US" sz="800" dirty="0"/>
                  <a:t>コマ別の価格へ変換</a:t>
                </a:r>
                <a:endParaRPr kumimoji="1" lang="en-US" altLang="ja-JP" sz="800" dirty="0"/>
              </a:p>
            </p:txBody>
          </p:sp>
          <p:sp>
            <p:nvSpPr>
              <p:cNvPr id="990" name="楕円 989">
                <a:extLst>
                  <a:ext uri="{FF2B5EF4-FFF2-40B4-BE49-F238E27FC236}">
                    <a16:creationId xmlns:a16="http://schemas.microsoft.com/office/drawing/2014/main" id="{F50239D3-B742-1608-5069-24C0C8E604E0}"/>
                  </a:ext>
                </a:extLst>
              </p:cNvPr>
              <p:cNvSpPr/>
              <p:nvPr/>
            </p:nvSpPr>
            <p:spPr>
              <a:xfrm>
                <a:off x="3267486" y="5908213"/>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991" name="直線矢印コネクタ 990">
                <a:extLst>
                  <a:ext uri="{FF2B5EF4-FFF2-40B4-BE49-F238E27FC236}">
                    <a16:creationId xmlns:a16="http://schemas.microsoft.com/office/drawing/2014/main" id="{83E6B7AF-AF1E-D823-11C6-5965C0FC860B}"/>
                  </a:ext>
                </a:extLst>
              </p:cNvPr>
              <p:cNvCxnSpPr>
                <a:cxnSpLocks/>
                <a:stCxn id="953" idx="4"/>
                <a:endCxn id="993" idx="0"/>
              </p:cNvCxnSpPr>
              <p:nvPr/>
            </p:nvCxnSpPr>
            <p:spPr>
              <a:xfrm flipH="1">
                <a:off x="3579901" y="4255253"/>
                <a:ext cx="331498" cy="1369783"/>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992" name="直線矢印コネクタ 991">
                <a:extLst>
                  <a:ext uri="{FF2B5EF4-FFF2-40B4-BE49-F238E27FC236}">
                    <a16:creationId xmlns:a16="http://schemas.microsoft.com/office/drawing/2014/main" id="{0BE3D6BC-04B7-1539-ADF0-866EA5B97AD7}"/>
                  </a:ext>
                </a:extLst>
              </p:cNvPr>
              <p:cNvCxnSpPr>
                <a:cxnSpLocks/>
                <a:stCxn id="953" idx="4"/>
                <a:endCxn id="994" idx="0"/>
              </p:cNvCxnSpPr>
              <p:nvPr/>
            </p:nvCxnSpPr>
            <p:spPr>
              <a:xfrm>
                <a:off x="3911399" y="4255253"/>
                <a:ext cx="589475" cy="1406834"/>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993" name="楕円 992">
                <a:extLst>
                  <a:ext uri="{FF2B5EF4-FFF2-40B4-BE49-F238E27FC236}">
                    <a16:creationId xmlns:a16="http://schemas.microsoft.com/office/drawing/2014/main" id="{1E1B6379-7F02-F82B-9E06-B46DCAA3EB42}"/>
                  </a:ext>
                </a:extLst>
              </p:cNvPr>
              <p:cNvSpPr/>
              <p:nvPr/>
            </p:nvSpPr>
            <p:spPr>
              <a:xfrm>
                <a:off x="3563897" y="5625036"/>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94" name="楕円 993">
                <a:extLst>
                  <a:ext uri="{FF2B5EF4-FFF2-40B4-BE49-F238E27FC236}">
                    <a16:creationId xmlns:a16="http://schemas.microsoft.com/office/drawing/2014/main" id="{E10B5208-EBF4-E275-5D87-35D7BEFCF331}"/>
                  </a:ext>
                </a:extLst>
              </p:cNvPr>
              <p:cNvSpPr/>
              <p:nvPr/>
            </p:nvSpPr>
            <p:spPr>
              <a:xfrm>
                <a:off x="4484870" y="5662087"/>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995" name="直線矢印コネクタ 994">
                <a:extLst>
                  <a:ext uri="{FF2B5EF4-FFF2-40B4-BE49-F238E27FC236}">
                    <a16:creationId xmlns:a16="http://schemas.microsoft.com/office/drawing/2014/main" id="{2378FB71-8CD8-C41B-867B-41E6B48E717A}"/>
                  </a:ext>
                </a:extLst>
              </p:cNvPr>
              <p:cNvCxnSpPr>
                <a:cxnSpLocks/>
                <a:stCxn id="954" idx="5"/>
                <a:endCxn id="982" idx="0"/>
              </p:cNvCxnSpPr>
              <p:nvPr/>
            </p:nvCxnSpPr>
            <p:spPr>
              <a:xfrm>
                <a:off x="4338359" y="4431875"/>
                <a:ext cx="528479" cy="1498421"/>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996" name="直線矢印コネクタ 995">
                <a:extLst>
                  <a:ext uri="{FF2B5EF4-FFF2-40B4-BE49-F238E27FC236}">
                    <a16:creationId xmlns:a16="http://schemas.microsoft.com/office/drawing/2014/main" id="{7D582F0B-EE18-5372-F623-61B963126DC9}"/>
                  </a:ext>
                </a:extLst>
              </p:cNvPr>
              <p:cNvCxnSpPr>
                <a:cxnSpLocks/>
                <a:stCxn id="954" idx="5"/>
                <a:endCxn id="1000" idx="1"/>
              </p:cNvCxnSpPr>
              <p:nvPr/>
            </p:nvCxnSpPr>
            <p:spPr>
              <a:xfrm>
                <a:off x="4338359" y="4431875"/>
                <a:ext cx="1434743" cy="1610699"/>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997" name="テキスト ボックス 996">
                <a:extLst>
                  <a:ext uri="{FF2B5EF4-FFF2-40B4-BE49-F238E27FC236}">
                    <a16:creationId xmlns:a16="http://schemas.microsoft.com/office/drawing/2014/main" id="{9FF66D6D-6C92-2230-1573-E3C91056DB7C}"/>
                  </a:ext>
                </a:extLst>
              </p:cNvPr>
              <p:cNvSpPr txBox="1"/>
              <p:nvPr/>
            </p:nvSpPr>
            <p:spPr>
              <a:xfrm>
                <a:off x="4382845" y="4618858"/>
                <a:ext cx="263289" cy="197467"/>
              </a:xfrm>
              <a:prstGeom prst="rect">
                <a:avLst/>
              </a:prstGeom>
              <a:noFill/>
            </p:spPr>
            <p:txBody>
              <a:bodyPr wrap="none" rtlCol="0">
                <a:spAutoFit/>
              </a:bodyPr>
              <a:lstStyle/>
              <a:p>
                <a:pPr algn="ctr"/>
                <a:r>
                  <a:rPr kumimoji="1" lang="en-US" altLang="ja-JP" sz="800" dirty="0"/>
                  <a:t>…</a:t>
                </a:r>
                <a:endParaRPr kumimoji="1" lang="ja-JP" altLang="en-US" sz="800" dirty="0"/>
              </a:p>
            </p:txBody>
          </p:sp>
          <p:sp>
            <p:nvSpPr>
              <p:cNvPr id="998" name="楕円 997">
                <a:extLst>
                  <a:ext uri="{FF2B5EF4-FFF2-40B4-BE49-F238E27FC236}">
                    <a16:creationId xmlns:a16="http://schemas.microsoft.com/office/drawing/2014/main" id="{5EB33D1C-C981-DD13-F824-1B7FF7684653}"/>
                  </a:ext>
                </a:extLst>
              </p:cNvPr>
              <p:cNvSpPr/>
              <p:nvPr/>
            </p:nvSpPr>
            <p:spPr>
              <a:xfrm>
                <a:off x="4318364" y="4666936"/>
                <a:ext cx="393036" cy="119204"/>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99" name="楕円 998">
                <a:extLst>
                  <a:ext uri="{FF2B5EF4-FFF2-40B4-BE49-F238E27FC236}">
                    <a16:creationId xmlns:a16="http://schemas.microsoft.com/office/drawing/2014/main" id="{BEB20751-3184-8471-EDE5-44AF8C0E39AA}"/>
                  </a:ext>
                </a:extLst>
              </p:cNvPr>
              <p:cNvSpPr/>
              <p:nvPr/>
            </p:nvSpPr>
            <p:spPr>
              <a:xfrm>
                <a:off x="4855378" y="5910854"/>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00" name="楕円 999">
                <a:extLst>
                  <a:ext uri="{FF2B5EF4-FFF2-40B4-BE49-F238E27FC236}">
                    <a16:creationId xmlns:a16="http://schemas.microsoft.com/office/drawing/2014/main" id="{789EACB5-107F-4450-C0AD-E706D4790A3F}"/>
                  </a:ext>
                </a:extLst>
              </p:cNvPr>
              <p:cNvSpPr/>
              <p:nvPr/>
            </p:nvSpPr>
            <p:spPr>
              <a:xfrm>
                <a:off x="5768415" y="6037887"/>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01" name="テキスト ボックス 1000">
                <a:extLst>
                  <a:ext uri="{FF2B5EF4-FFF2-40B4-BE49-F238E27FC236}">
                    <a16:creationId xmlns:a16="http://schemas.microsoft.com/office/drawing/2014/main" id="{A7EA168F-E9E2-BC3D-46BA-23744C5C1E83}"/>
                  </a:ext>
                </a:extLst>
              </p:cNvPr>
              <p:cNvSpPr txBox="1"/>
              <p:nvPr/>
            </p:nvSpPr>
            <p:spPr>
              <a:xfrm>
                <a:off x="3819049" y="4607790"/>
                <a:ext cx="263289" cy="197467"/>
              </a:xfrm>
              <a:prstGeom prst="rect">
                <a:avLst/>
              </a:prstGeom>
              <a:noFill/>
            </p:spPr>
            <p:txBody>
              <a:bodyPr wrap="none" rtlCol="0">
                <a:spAutoFit/>
              </a:bodyPr>
              <a:lstStyle/>
              <a:p>
                <a:pPr algn="ctr"/>
                <a:r>
                  <a:rPr kumimoji="1" lang="en-US" altLang="ja-JP" sz="800" dirty="0"/>
                  <a:t>…</a:t>
                </a:r>
                <a:endParaRPr kumimoji="1" lang="ja-JP" altLang="en-US" sz="800" dirty="0"/>
              </a:p>
            </p:txBody>
          </p:sp>
          <p:sp>
            <p:nvSpPr>
              <p:cNvPr id="1002" name="楕円 1001">
                <a:extLst>
                  <a:ext uri="{FF2B5EF4-FFF2-40B4-BE49-F238E27FC236}">
                    <a16:creationId xmlns:a16="http://schemas.microsoft.com/office/drawing/2014/main" id="{B429ABBC-8944-1D30-61D8-DB8097DA075F}"/>
                  </a:ext>
                </a:extLst>
              </p:cNvPr>
              <p:cNvSpPr/>
              <p:nvPr/>
            </p:nvSpPr>
            <p:spPr>
              <a:xfrm>
                <a:off x="3754567" y="4655868"/>
                <a:ext cx="393036" cy="119204"/>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03" name="テキスト ボックス 1002">
                <a:extLst>
                  <a:ext uri="{FF2B5EF4-FFF2-40B4-BE49-F238E27FC236}">
                    <a16:creationId xmlns:a16="http://schemas.microsoft.com/office/drawing/2014/main" id="{2F5AF29A-8039-C8C7-B049-D611FA8DA9B6}"/>
                  </a:ext>
                </a:extLst>
              </p:cNvPr>
              <p:cNvSpPr txBox="1"/>
              <p:nvPr/>
            </p:nvSpPr>
            <p:spPr>
              <a:xfrm>
                <a:off x="3200472" y="4601748"/>
                <a:ext cx="263289" cy="197467"/>
              </a:xfrm>
              <a:prstGeom prst="rect">
                <a:avLst/>
              </a:prstGeom>
              <a:noFill/>
            </p:spPr>
            <p:txBody>
              <a:bodyPr wrap="none" rtlCol="0">
                <a:spAutoFit/>
              </a:bodyPr>
              <a:lstStyle/>
              <a:p>
                <a:pPr algn="ctr"/>
                <a:r>
                  <a:rPr kumimoji="1" lang="en-US" altLang="ja-JP" sz="800" dirty="0"/>
                  <a:t>…</a:t>
                </a:r>
                <a:endParaRPr kumimoji="1" lang="ja-JP" altLang="en-US" sz="800" dirty="0"/>
              </a:p>
            </p:txBody>
          </p:sp>
          <p:sp>
            <p:nvSpPr>
              <p:cNvPr id="1004" name="楕円 1003">
                <a:extLst>
                  <a:ext uri="{FF2B5EF4-FFF2-40B4-BE49-F238E27FC236}">
                    <a16:creationId xmlns:a16="http://schemas.microsoft.com/office/drawing/2014/main" id="{93EEF60E-D1CF-38AE-98DD-2361EDAA8E06}"/>
                  </a:ext>
                </a:extLst>
              </p:cNvPr>
              <p:cNvSpPr/>
              <p:nvPr/>
            </p:nvSpPr>
            <p:spPr>
              <a:xfrm>
                <a:off x="3135992" y="4649827"/>
                <a:ext cx="393036" cy="119204"/>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005" name="テキスト ボックス 1004">
                <a:extLst>
                  <a:ext uri="{FF2B5EF4-FFF2-40B4-BE49-F238E27FC236}">
                    <a16:creationId xmlns:a16="http://schemas.microsoft.com/office/drawing/2014/main" id="{1ECACA72-38E2-C138-6028-8B6ED4FE82C5}"/>
                  </a:ext>
                </a:extLst>
              </p:cNvPr>
              <p:cNvSpPr txBox="1"/>
              <p:nvPr/>
            </p:nvSpPr>
            <p:spPr>
              <a:xfrm rot="2848417">
                <a:off x="2175690" y="4764057"/>
                <a:ext cx="263289" cy="197467"/>
              </a:xfrm>
              <a:prstGeom prst="rect">
                <a:avLst/>
              </a:prstGeom>
              <a:noFill/>
            </p:spPr>
            <p:txBody>
              <a:bodyPr wrap="none" rtlCol="0">
                <a:spAutoFit/>
              </a:bodyPr>
              <a:lstStyle/>
              <a:p>
                <a:pPr algn="ctr"/>
                <a:r>
                  <a:rPr kumimoji="1" lang="en-US" altLang="ja-JP" sz="800" dirty="0"/>
                  <a:t>…</a:t>
                </a:r>
                <a:endParaRPr kumimoji="1" lang="ja-JP" altLang="en-US" sz="800" dirty="0"/>
              </a:p>
            </p:txBody>
          </p:sp>
          <p:sp>
            <p:nvSpPr>
              <p:cNvPr id="1006" name="楕円 1005">
                <a:extLst>
                  <a:ext uri="{FF2B5EF4-FFF2-40B4-BE49-F238E27FC236}">
                    <a16:creationId xmlns:a16="http://schemas.microsoft.com/office/drawing/2014/main" id="{219E9FCD-6BE2-6E07-A70D-1EFDB2734199}"/>
                  </a:ext>
                </a:extLst>
              </p:cNvPr>
              <p:cNvSpPr/>
              <p:nvPr/>
            </p:nvSpPr>
            <p:spPr>
              <a:xfrm rot="2848417">
                <a:off x="2019825" y="4736796"/>
                <a:ext cx="476883" cy="119204"/>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007" name="直線矢印コネクタ 1006">
                <a:extLst>
                  <a:ext uri="{FF2B5EF4-FFF2-40B4-BE49-F238E27FC236}">
                    <a16:creationId xmlns:a16="http://schemas.microsoft.com/office/drawing/2014/main" id="{4BFB01FA-B103-703E-D8C3-0E560EECCB03}"/>
                  </a:ext>
                </a:extLst>
              </p:cNvPr>
              <p:cNvCxnSpPr>
                <a:cxnSpLocks/>
                <a:stCxn id="970" idx="2"/>
                <a:endCxn id="946" idx="0"/>
              </p:cNvCxnSpPr>
              <p:nvPr/>
            </p:nvCxnSpPr>
            <p:spPr>
              <a:xfrm>
                <a:off x="3540468" y="3748805"/>
                <a:ext cx="1" cy="239211"/>
              </a:xfrm>
              <a:prstGeom prst="straightConnector1">
                <a:avLst/>
              </a:prstGeom>
              <a:ln w="19050">
                <a:solidFill>
                  <a:schemeClr val="bg1">
                    <a:lumMod val="50000"/>
                  </a:schemeClr>
                </a:solidFill>
                <a:prstDash val="solid"/>
                <a:tailEnd type="triangle" w="lg" len="med"/>
              </a:ln>
            </p:spPr>
            <p:style>
              <a:lnRef idx="2">
                <a:schemeClr val="accent1"/>
              </a:lnRef>
              <a:fillRef idx="0">
                <a:schemeClr val="accent1"/>
              </a:fillRef>
              <a:effectRef idx="1">
                <a:schemeClr val="accent1"/>
              </a:effectRef>
              <a:fontRef idx="minor">
                <a:schemeClr val="tx1"/>
              </a:fontRef>
            </p:style>
          </p:cxnSp>
          <p:sp>
            <p:nvSpPr>
              <p:cNvPr id="1008" name="正方形/長方形 1007">
                <a:extLst>
                  <a:ext uri="{FF2B5EF4-FFF2-40B4-BE49-F238E27FC236}">
                    <a16:creationId xmlns:a16="http://schemas.microsoft.com/office/drawing/2014/main" id="{31B50856-AE29-BBEA-8B76-5D0D7E18B60D}"/>
                  </a:ext>
                </a:extLst>
              </p:cNvPr>
              <p:cNvSpPr/>
              <p:nvPr/>
            </p:nvSpPr>
            <p:spPr>
              <a:xfrm>
                <a:off x="1922266" y="2653271"/>
                <a:ext cx="1098265" cy="1974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6000" rIns="0" rtlCol="0" anchor="ctr">
                <a:spAutoFit/>
              </a:bodyPr>
              <a:lstStyle/>
              <a:p>
                <a:pPr algn="ctr"/>
                <a:r>
                  <a:rPr kumimoji="1" lang="ja-JP" altLang="en-US" sz="800" dirty="0"/>
                  <a:t>対数日次スポット価格</a:t>
                </a:r>
              </a:p>
            </p:txBody>
          </p:sp>
          <p:sp>
            <p:nvSpPr>
              <p:cNvPr id="1009" name="正方形/長方形 1008">
                <a:extLst>
                  <a:ext uri="{FF2B5EF4-FFF2-40B4-BE49-F238E27FC236}">
                    <a16:creationId xmlns:a16="http://schemas.microsoft.com/office/drawing/2014/main" id="{1B521C6F-6217-47B1-09EC-8D45A964DB00}"/>
                  </a:ext>
                </a:extLst>
              </p:cNvPr>
              <p:cNvSpPr/>
              <p:nvPr/>
            </p:nvSpPr>
            <p:spPr>
              <a:xfrm>
                <a:off x="1922266" y="3898112"/>
                <a:ext cx="1098265" cy="1974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6000" rIns="0" rtlCol="0" anchor="ctr">
                <a:spAutoFit/>
              </a:bodyPr>
              <a:lstStyle/>
              <a:p>
                <a:pPr algn="ctr"/>
                <a:r>
                  <a:rPr kumimoji="1" lang="ja-JP" altLang="en-US" sz="800" dirty="0"/>
                  <a:t>日次スポット価格</a:t>
                </a:r>
              </a:p>
            </p:txBody>
          </p:sp>
          <p:sp>
            <p:nvSpPr>
              <p:cNvPr id="1010" name="正方形/長方形 1009">
                <a:extLst>
                  <a:ext uri="{FF2B5EF4-FFF2-40B4-BE49-F238E27FC236}">
                    <a16:creationId xmlns:a16="http://schemas.microsoft.com/office/drawing/2014/main" id="{4CAE8A31-DB85-F03F-0FBF-56F66F9CAB96}"/>
                  </a:ext>
                </a:extLst>
              </p:cNvPr>
              <p:cNvSpPr/>
              <p:nvPr/>
            </p:nvSpPr>
            <p:spPr>
              <a:xfrm>
                <a:off x="788341" y="4741575"/>
                <a:ext cx="1098265" cy="1974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6000" rIns="0" rtlCol="0" anchor="ctr">
                <a:spAutoFit/>
              </a:bodyPr>
              <a:lstStyle/>
              <a:p>
                <a:pPr algn="ctr"/>
                <a:r>
                  <a:rPr lang="ja-JP" altLang="en-US" sz="800" dirty="0"/>
                  <a:t>コマ別</a:t>
                </a:r>
                <a:r>
                  <a:rPr kumimoji="1" lang="ja-JP" altLang="en-US" sz="800" dirty="0"/>
                  <a:t>スポット価格</a:t>
                </a:r>
              </a:p>
            </p:txBody>
          </p:sp>
          <p:sp>
            <p:nvSpPr>
              <p:cNvPr id="1011" name="テキスト ボックス 1010">
                <a:extLst>
                  <a:ext uri="{FF2B5EF4-FFF2-40B4-BE49-F238E27FC236}">
                    <a16:creationId xmlns:a16="http://schemas.microsoft.com/office/drawing/2014/main" id="{5B487C8E-72ED-C225-86D2-F079BB0A06E3}"/>
                  </a:ext>
                </a:extLst>
              </p:cNvPr>
              <p:cNvSpPr txBox="1"/>
              <p:nvPr/>
            </p:nvSpPr>
            <p:spPr>
              <a:xfrm>
                <a:off x="3597188" y="3765445"/>
                <a:ext cx="1337364" cy="197467"/>
              </a:xfrm>
              <a:prstGeom prst="rect">
                <a:avLst/>
              </a:prstGeom>
              <a:noFill/>
            </p:spPr>
            <p:txBody>
              <a:bodyPr wrap="square" rtlCol="0">
                <a:spAutoFit/>
              </a:bodyPr>
              <a:lstStyle/>
              <a:p>
                <a:r>
                  <a:rPr lang="ja-JP" altLang="en-US" sz="800" dirty="0"/>
                  <a:t>指数関数で変換</a:t>
                </a:r>
                <a:endParaRPr kumimoji="1" lang="en-US" altLang="ja-JP" sz="800" dirty="0"/>
              </a:p>
            </p:txBody>
          </p:sp>
        </p:grpSp>
        <p:sp>
          <p:nvSpPr>
            <p:cNvPr id="944" name="正方形/長方形 943">
              <a:extLst>
                <a:ext uri="{FF2B5EF4-FFF2-40B4-BE49-F238E27FC236}">
                  <a16:creationId xmlns:a16="http://schemas.microsoft.com/office/drawing/2014/main" id="{BD33C6F6-6C5E-0613-0D98-6A0555905EA6}"/>
                </a:ext>
              </a:extLst>
            </p:cNvPr>
            <p:cNvSpPr/>
            <p:nvPr/>
          </p:nvSpPr>
          <p:spPr>
            <a:xfrm>
              <a:off x="346438" y="2544030"/>
              <a:ext cx="1507378" cy="240721"/>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t>シミュレーションパス１本目</a:t>
              </a:r>
              <a:endParaRPr kumimoji="1" lang="ja-JP" altLang="en-US" sz="800" dirty="0"/>
            </a:p>
          </p:txBody>
        </p:sp>
      </p:grpSp>
      <p:graphicFrame>
        <p:nvGraphicFramePr>
          <p:cNvPr id="1012" name="表 1011">
            <a:extLst>
              <a:ext uri="{FF2B5EF4-FFF2-40B4-BE49-F238E27FC236}">
                <a16:creationId xmlns:a16="http://schemas.microsoft.com/office/drawing/2014/main" id="{4771608D-AF7F-62C2-46AE-DFEB2A42EEFC}"/>
              </a:ext>
            </a:extLst>
          </p:cNvPr>
          <p:cNvGraphicFramePr>
            <a:graphicFrameLocks noGrp="1"/>
          </p:cNvGraphicFramePr>
          <p:nvPr>
            <p:extLst>
              <p:ext uri="{D42A27DB-BD31-4B8C-83A1-F6EECF244321}">
                <p14:modId xmlns:p14="http://schemas.microsoft.com/office/powerpoint/2010/main" val="1286697344"/>
              </p:ext>
            </p:extLst>
          </p:nvPr>
        </p:nvGraphicFramePr>
        <p:xfrm>
          <a:off x="6424430" y="4254685"/>
          <a:ext cx="2590180" cy="2052720"/>
        </p:xfrm>
        <a:graphic>
          <a:graphicData uri="http://schemas.openxmlformats.org/drawingml/2006/table">
            <a:tbl>
              <a:tblPr firstRow="1" bandRow="1"/>
              <a:tblGrid>
                <a:gridCol w="518036">
                  <a:extLst>
                    <a:ext uri="{9D8B030D-6E8A-4147-A177-3AD203B41FA5}">
                      <a16:colId xmlns:a16="http://schemas.microsoft.com/office/drawing/2014/main" val="1187811139"/>
                    </a:ext>
                  </a:extLst>
                </a:gridCol>
                <a:gridCol w="518036">
                  <a:extLst>
                    <a:ext uri="{9D8B030D-6E8A-4147-A177-3AD203B41FA5}">
                      <a16:colId xmlns:a16="http://schemas.microsoft.com/office/drawing/2014/main" val="3724946390"/>
                    </a:ext>
                  </a:extLst>
                </a:gridCol>
                <a:gridCol w="518036">
                  <a:extLst>
                    <a:ext uri="{9D8B030D-6E8A-4147-A177-3AD203B41FA5}">
                      <a16:colId xmlns:a16="http://schemas.microsoft.com/office/drawing/2014/main" val="1629234053"/>
                    </a:ext>
                  </a:extLst>
                </a:gridCol>
                <a:gridCol w="518036">
                  <a:extLst>
                    <a:ext uri="{9D8B030D-6E8A-4147-A177-3AD203B41FA5}">
                      <a16:colId xmlns:a16="http://schemas.microsoft.com/office/drawing/2014/main" val="2295633697"/>
                    </a:ext>
                  </a:extLst>
                </a:gridCol>
                <a:gridCol w="518036">
                  <a:extLst>
                    <a:ext uri="{9D8B030D-6E8A-4147-A177-3AD203B41FA5}">
                      <a16:colId xmlns:a16="http://schemas.microsoft.com/office/drawing/2014/main" val="203250672"/>
                    </a:ext>
                  </a:extLst>
                </a:gridCol>
              </a:tblGrid>
              <a:tr h="247744">
                <a:tc>
                  <a:txBody>
                    <a:bodyPr/>
                    <a:lstStyle/>
                    <a:p>
                      <a:pPr algn="ctr"/>
                      <a:r>
                        <a:rPr kumimoji="1" lang="ja-JP" altLang="en-US" sz="600" dirty="0">
                          <a:solidFill>
                            <a:schemeClr val="bg1"/>
                          </a:solidFill>
                        </a:rPr>
                        <a:t>将来予測</a:t>
                      </a:r>
                      <a:endParaRPr kumimoji="1" lang="en-US" altLang="ja-JP" sz="600" dirty="0">
                        <a:solidFill>
                          <a:schemeClr val="bg1"/>
                        </a:solidFill>
                      </a:endParaRPr>
                    </a:p>
                    <a:p>
                      <a:pPr algn="ctr"/>
                      <a:r>
                        <a:rPr kumimoji="1" lang="ja-JP" altLang="en-US" sz="600" dirty="0">
                          <a:solidFill>
                            <a:schemeClr val="bg1"/>
                          </a:solidFill>
                        </a:rPr>
                        <a:t>日付</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600" dirty="0">
                          <a:solidFill>
                            <a:schemeClr val="bg1"/>
                          </a:solidFill>
                        </a:rPr>
                        <a:t>コマ１</a:t>
                      </a:r>
                      <a:endParaRPr kumimoji="1" lang="en-US" altLang="ja-JP" sz="600" dirty="0">
                        <a:solidFill>
                          <a:schemeClr val="bg1"/>
                        </a:solidFill>
                      </a:endParaRPr>
                    </a:p>
                    <a:p>
                      <a:pPr algn="ctr"/>
                      <a:r>
                        <a:rPr kumimoji="1" lang="ja-JP" altLang="en-US" sz="6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600" dirty="0">
                          <a:solidFill>
                            <a:schemeClr val="bg1"/>
                          </a:solidFill>
                        </a:rPr>
                        <a:t>コマ２</a:t>
                      </a:r>
                      <a:endParaRPr kumimoji="1" lang="en-US" altLang="ja-JP" sz="600" dirty="0">
                        <a:solidFill>
                          <a:schemeClr val="bg1"/>
                        </a:solidFill>
                      </a:endParaRPr>
                    </a:p>
                    <a:p>
                      <a:pPr algn="ctr"/>
                      <a:r>
                        <a:rPr kumimoji="1" lang="ja-JP" altLang="en-US" sz="6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600" dirty="0">
                          <a:solidFill>
                            <a:schemeClr val="bg1"/>
                          </a:solidFill>
                        </a:rPr>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600" dirty="0">
                          <a:solidFill>
                            <a:schemeClr val="bg1"/>
                          </a:solidFill>
                        </a:rPr>
                        <a:t>コマ</a:t>
                      </a:r>
                      <a:r>
                        <a:rPr kumimoji="1" lang="en-US" altLang="ja-JP" sz="600" dirty="0">
                          <a:solidFill>
                            <a:schemeClr val="bg1"/>
                          </a:solidFill>
                        </a:rPr>
                        <a:t>48</a:t>
                      </a:r>
                    </a:p>
                    <a:p>
                      <a:pPr algn="ctr"/>
                      <a:r>
                        <a:rPr kumimoji="1" lang="ja-JP" altLang="en-US" sz="6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47542">
                <a:tc>
                  <a:txBody>
                    <a:bodyPr/>
                    <a:lstStyle/>
                    <a:p>
                      <a:pPr algn="ctr"/>
                      <a:r>
                        <a:rPr kumimoji="1" lang="en-US" altLang="ja-JP" sz="600" dirty="0"/>
                        <a:t>2025/4/1</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47542">
                <a:tc>
                  <a:txBody>
                    <a:bodyPr/>
                    <a:lstStyle/>
                    <a:p>
                      <a:pPr algn="ctr"/>
                      <a:r>
                        <a:rPr kumimoji="1" lang="en-US" altLang="ja-JP" sz="600" dirty="0"/>
                        <a:t>2025/4/2</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47542">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47542">
                <a:tc>
                  <a:txBody>
                    <a:bodyPr/>
                    <a:lstStyle/>
                    <a:p>
                      <a:pPr algn="ctr"/>
                      <a:r>
                        <a:rPr kumimoji="1" lang="en-US" altLang="ja-JP" sz="600" dirty="0"/>
                        <a:t>2025/4/31</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47542">
                <a:tc>
                  <a:txBody>
                    <a:bodyPr/>
                    <a:lstStyle/>
                    <a:p>
                      <a:pPr algn="ctr"/>
                      <a:r>
                        <a:rPr kumimoji="1" lang="en-US" altLang="ja-JP" sz="600" dirty="0"/>
                        <a:t>2025/5/1</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47542">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47542">
                <a:tc>
                  <a:txBody>
                    <a:bodyPr/>
                    <a:lstStyle/>
                    <a:p>
                      <a:pPr algn="ctr"/>
                      <a:r>
                        <a:rPr kumimoji="1" lang="en-US" altLang="ja-JP" sz="600" dirty="0"/>
                        <a:t>2025/5/31</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47542">
                <a:tc>
                  <a:txBody>
                    <a:bodyPr/>
                    <a:lstStyle/>
                    <a:p>
                      <a:pPr algn="ctr"/>
                      <a:r>
                        <a:rPr kumimoji="1" lang="en-US" altLang="ja-JP" sz="600" dirty="0"/>
                        <a:t>2025/6/1</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47542">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47542">
                <a:tc>
                  <a:txBody>
                    <a:bodyPr/>
                    <a:lstStyle/>
                    <a:p>
                      <a:pPr algn="ctr"/>
                      <a:r>
                        <a:rPr kumimoji="1" lang="en-US" altLang="ja-JP" sz="600" dirty="0"/>
                        <a:t>2025/6/30</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47542">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sp>
        <p:nvSpPr>
          <p:cNvPr id="1013" name="正方形/長方形 1012">
            <a:extLst>
              <a:ext uri="{FF2B5EF4-FFF2-40B4-BE49-F238E27FC236}">
                <a16:creationId xmlns:a16="http://schemas.microsoft.com/office/drawing/2014/main" id="{6BE1AA51-33DF-6D19-693E-D5C0B8F22652}"/>
              </a:ext>
            </a:extLst>
          </p:cNvPr>
          <p:cNvSpPr/>
          <p:nvPr/>
        </p:nvSpPr>
        <p:spPr>
          <a:xfrm>
            <a:off x="6387714" y="4222174"/>
            <a:ext cx="2671031" cy="2085231"/>
          </a:xfrm>
          <a:prstGeom prst="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14" name="正方形/長方形 1013">
            <a:extLst>
              <a:ext uri="{FF2B5EF4-FFF2-40B4-BE49-F238E27FC236}">
                <a16:creationId xmlns:a16="http://schemas.microsoft.com/office/drawing/2014/main" id="{4EAB1332-DBE7-59CA-C75D-A84059B5C67E}"/>
              </a:ext>
            </a:extLst>
          </p:cNvPr>
          <p:cNvSpPr/>
          <p:nvPr/>
        </p:nvSpPr>
        <p:spPr>
          <a:xfrm>
            <a:off x="1093777" y="5089280"/>
            <a:ext cx="4929833" cy="1186297"/>
          </a:xfrm>
          <a:prstGeom prst="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15" name="直線矢印コネクタ 1014">
            <a:extLst>
              <a:ext uri="{FF2B5EF4-FFF2-40B4-BE49-F238E27FC236}">
                <a16:creationId xmlns:a16="http://schemas.microsoft.com/office/drawing/2014/main" id="{A54C918F-5422-41EC-7919-5FE761856B17}"/>
              </a:ext>
            </a:extLst>
          </p:cNvPr>
          <p:cNvCxnSpPr>
            <a:cxnSpLocks/>
          </p:cNvCxnSpPr>
          <p:nvPr/>
        </p:nvCxnSpPr>
        <p:spPr>
          <a:xfrm>
            <a:off x="6023610" y="5686072"/>
            <a:ext cx="364104" cy="0"/>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 name="タイトル 1">
            <a:extLst>
              <a:ext uri="{FF2B5EF4-FFF2-40B4-BE49-F238E27FC236}">
                <a16:creationId xmlns:a16="http://schemas.microsoft.com/office/drawing/2014/main" id="{9AB43B49-0436-77C9-C71F-60EE044B27C7}"/>
              </a:ext>
            </a:extLst>
          </p:cNvPr>
          <p:cNvSpPr>
            <a:spLocks noGrp="1"/>
          </p:cNvSpPr>
          <p:nvPr>
            <p:ph type="title"/>
          </p:nvPr>
        </p:nvSpPr>
        <p:spPr>
          <a:xfrm>
            <a:off x="331773" y="-17761"/>
            <a:ext cx="11531151" cy="524999"/>
          </a:xfrm>
        </p:spPr>
        <p:txBody>
          <a:bodyPr>
            <a:normAutofit/>
          </a:bodyPr>
          <a:lstStyle/>
          <a:p>
            <a:r>
              <a:rPr lang="ja-JP" altLang="en-US" dirty="0"/>
              <a:t>シミュレーションに関する基本設定　シミュレーションに関する補足？</a:t>
            </a:r>
            <a:endParaRPr kumimoji="1" lang="ja-JP" altLang="en-US" dirty="0"/>
          </a:p>
        </p:txBody>
      </p:sp>
      <p:sp>
        <p:nvSpPr>
          <p:cNvPr id="3" name="コンテンツ プレースホルダー 2">
            <a:extLst>
              <a:ext uri="{FF2B5EF4-FFF2-40B4-BE49-F238E27FC236}">
                <a16:creationId xmlns:a16="http://schemas.microsoft.com/office/drawing/2014/main" id="{B14003B2-52CC-EC11-1EF9-3240A5BC264C}"/>
              </a:ext>
            </a:extLst>
          </p:cNvPr>
          <p:cNvSpPr>
            <a:spLocks noGrp="1"/>
          </p:cNvSpPr>
          <p:nvPr>
            <p:ph idx="1"/>
          </p:nvPr>
        </p:nvSpPr>
        <p:spPr>
          <a:xfrm>
            <a:off x="331773" y="386195"/>
            <a:ext cx="11531151" cy="2393219"/>
          </a:xfrm>
        </p:spPr>
        <p:txBody>
          <a:bodyPr/>
          <a:lstStyle/>
          <a:p>
            <a:pPr marL="0" indent="0">
              <a:buNone/>
            </a:pPr>
            <a:r>
              <a:rPr lang="ja-JP" altLang="en-US" dirty="0"/>
              <a:t>シミュレーションとして複数のサンプルパスを発生させる対象は原資産価格であるスポット価格とする。</a:t>
            </a:r>
            <a:endParaRPr lang="en-US" altLang="ja-JP" dirty="0"/>
          </a:p>
          <a:p>
            <a:pPr marL="0" indent="0">
              <a:buNone/>
            </a:pPr>
            <a:r>
              <a:rPr lang="ja-JP" altLang="en-US" dirty="0"/>
              <a:t>行使価格である</a:t>
            </a:r>
            <a:r>
              <a:rPr lang="ja-JP" altLang="en-US" b="1" dirty="0">
                <a:solidFill>
                  <a:srgbClr val="FF0000"/>
                </a:solidFill>
              </a:rPr>
              <a:t>各発電所における発電コスト</a:t>
            </a:r>
            <a:r>
              <a:rPr lang="ja-JP" altLang="en-US" dirty="0"/>
              <a:t>は、与えられた燃料価格データをインプットとして相対契約別の計算フォーミュラにより算出するため乱数を用いたサンプルパスの生成は行わない。</a:t>
            </a:r>
            <a:endParaRPr lang="en-US" altLang="ja-JP" dirty="0"/>
          </a:p>
          <a:p>
            <a:r>
              <a:rPr lang="ja-JP" altLang="en-US" dirty="0"/>
              <a:t>乱数の利用箇所とサンプル回数</a:t>
            </a:r>
            <a:endParaRPr lang="en-US" altLang="ja-JP" dirty="0"/>
          </a:p>
          <a:p>
            <a:pPr lvl="1"/>
            <a:r>
              <a:rPr lang="ja-JP" altLang="en-US" dirty="0"/>
              <a:t>日次平均対数スポット価格の</a:t>
            </a:r>
            <a:r>
              <a:rPr lang="en-US" altLang="ja-JP" dirty="0"/>
              <a:t>AR(1)</a:t>
            </a:r>
            <a:r>
              <a:rPr lang="ja-JP" altLang="en-US" dirty="0"/>
              <a:t>モデルを用いた将来パス生成時の観測ノイズ（正規ノイズ）</a:t>
            </a:r>
            <a:endParaRPr lang="en-US" altLang="ja-JP" dirty="0"/>
          </a:p>
          <a:p>
            <a:pPr lvl="2"/>
            <a:r>
              <a:rPr lang="ja-JP" altLang="en-US" dirty="0"/>
              <a:t>指定したシミュレーション回数分、サンプルパスの生成を行う。</a:t>
            </a:r>
            <a:endParaRPr lang="en-US" altLang="ja-JP" dirty="0"/>
          </a:p>
          <a:p>
            <a:pPr lvl="1"/>
            <a:r>
              <a:rPr lang="ja-JP" altLang="en-US" dirty="0"/>
              <a:t>日次平均スポット価格からコマ別価格へ変換する際に利用する過去倍率データの対象日（一様サンプリング）</a:t>
            </a:r>
            <a:endParaRPr lang="en-US" altLang="ja-JP" dirty="0"/>
          </a:p>
          <a:p>
            <a:pPr lvl="2"/>
            <a:r>
              <a:rPr lang="ja-JP" altLang="en-US" dirty="0"/>
              <a:t>シミュレーションパス１本に対して、シミュレーション期間の日数回、サンプリングを行う。</a:t>
            </a:r>
            <a:endParaRPr lang="en-US" altLang="ja-JP" dirty="0"/>
          </a:p>
          <a:p>
            <a:endParaRPr kumimoji="1" lang="ja-JP" altLang="en-US" dirty="0"/>
          </a:p>
        </p:txBody>
      </p:sp>
      <p:grpSp>
        <p:nvGrpSpPr>
          <p:cNvPr id="501" name="グループ化 500">
            <a:extLst>
              <a:ext uri="{FF2B5EF4-FFF2-40B4-BE49-F238E27FC236}">
                <a16:creationId xmlns:a16="http://schemas.microsoft.com/office/drawing/2014/main" id="{962C6810-8B9C-6C31-0DD2-DC07600958A3}"/>
              </a:ext>
            </a:extLst>
          </p:cNvPr>
          <p:cNvGrpSpPr/>
          <p:nvPr/>
        </p:nvGrpSpPr>
        <p:grpSpPr>
          <a:xfrm>
            <a:off x="329077" y="2544030"/>
            <a:ext cx="8738724" cy="3717070"/>
            <a:chOff x="329077" y="2544030"/>
            <a:chExt cx="8738724" cy="3717070"/>
          </a:xfrm>
        </p:grpSpPr>
        <p:sp>
          <p:nvSpPr>
            <p:cNvPr id="178" name="正方形/長方形 177">
              <a:extLst>
                <a:ext uri="{FF2B5EF4-FFF2-40B4-BE49-F238E27FC236}">
                  <a16:creationId xmlns:a16="http://schemas.microsoft.com/office/drawing/2014/main" id="{2D0B4F1E-E9E8-167F-8F17-A0ED7304CB68}"/>
                </a:ext>
              </a:extLst>
            </p:cNvPr>
            <p:cNvSpPr/>
            <p:nvPr/>
          </p:nvSpPr>
          <p:spPr>
            <a:xfrm>
              <a:off x="329077" y="2546350"/>
              <a:ext cx="8738724" cy="3714750"/>
            </a:xfrm>
            <a:prstGeom prst="rect">
              <a:avLst/>
            </a:prstGeom>
            <a:solidFill>
              <a:schemeClr val="tx2">
                <a:lumMod val="10000"/>
                <a:lumOff val="90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500" name="グループ化 499">
              <a:extLst>
                <a:ext uri="{FF2B5EF4-FFF2-40B4-BE49-F238E27FC236}">
                  <a16:creationId xmlns:a16="http://schemas.microsoft.com/office/drawing/2014/main" id="{FA273FB5-29FB-854F-767E-C49BDBFD9B43}"/>
                </a:ext>
              </a:extLst>
            </p:cNvPr>
            <p:cNvGrpSpPr/>
            <p:nvPr/>
          </p:nvGrpSpPr>
          <p:grpSpPr>
            <a:xfrm>
              <a:off x="788341" y="2653271"/>
              <a:ext cx="5231459" cy="3541154"/>
              <a:chOff x="788341" y="2653271"/>
              <a:chExt cx="5231459" cy="3541154"/>
            </a:xfrm>
          </p:grpSpPr>
          <p:sp>
            <p:nvSpPr>
              <p:cNvPr id="12" name="正方形/長方形 11">
                <a:extLst>
                  <a:ext uri="{FF2B5EF4-FFF2-40B4-BE49-F238E27FC236}">
                    <a16:creationId xmlns:a16="http://schemas.microsoft.com/office/drawing/2014/main" id="{A7C0780B-E6A4-A48E-0E77-60B222ACE6AA}"/>
                  </a:ext>
                </a:extLst>
              </p:cNvPr>
              <p:cNvSpPr/>
              <p:nvPr/>
            </p:nvSpPr>
            <p:spPr>
              <a:xfrm>
                <a:off x="914400" y="4843792"/>
                <a:ext cx="5105400" cy="1350633"/>
              </a:xfrm>
              <a:prstGeom prst="rect">
                <a:avLst/>
              </a:prstGeom>
              <a:solidFill>
                <a:schemeClr val="bg1">
                  <a:lumMod val="9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3" name="正方形/長方形 12">
                <a:extLst>
                  <a:ext uri="{FF2B5EF4-FFF2-40B4-BE49-F238E27FC236}">
                    <a16:creationId xmlns:a16="http://schemas.microsoft.com/office/drawing/2014/main" id="{4F6ECF81-2268-9004-7892-969AD7CC25B0}"/>
                  </a:ext>
                </a:extLst>
              </p:cNvPr>
              <p:cNvSpPr/>
              <p:nvPr/>
            </p:nvSpPr>
            <p:spPr>
              <a:xfrm>
                <a:off x="2140890" y="3988017"/>
                <a:ext cx="2799156" cy="603044"/>
              </a:xfrm>
              <a:prstGeom prst="rect">
                <a:avLst/>
              </a:prstGeom>
              <a:solidFill>
                <a:schemeClr val="bg1">
                  <a:lumMod val="9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5" name="直線コネクタ 14">
                <a:extLst>
                  <a:ext uri="{FF2B5EF4-FFF2-40B4-BE49-F238E27FC236}">
                    <a16:creationId xmlns:a16="http://schemas.microsoft.com/office/drawing/2014/main" id="{468C07F0-7547-548E-9555-E629BE10D779}"/>
                  </a:ext>
                </a:extLst>
              </p:cNvPr>
              <p:cNvCxnSpPr>
                <a:cxnSpLocks/>
                <a:endCxn id="19" idx="2"/>
              </p:cNvCxnSpPr>
              <p:nvPr/>
            </p:nvCxnSpPr>
            <p:spPr>
              <a:xfrm flipV="1">
                <a:off x="2713864" y="4110793"/>
                <a:ext cx="354448" cy="147775"/>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88842F2D-80F4-CE52-A127-128213F0330E}"/>
                  </a:ext>
                </a:extLst>
              </p:cNvPr>
              <p:cNvCxnSpPr>
                <a:cxnSpLocks/>
                <a:stCxn id="19" idx="6"/>
                <a:endCxn id="20" idx="2"/>
              </p:cNvCxnSpPr>
              <p:nvPr/>
            </p:nvCxnSpPr>
            <p:spPr>
              <a:xfrm>
                <a:off x="3138884" y="4110793"/>
                <a:ext cx="345552" cy="210044"/>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0844C57F-FC29-84A5-83EE-CFBF208D6EA0}"/>
                  </a:ext>
                </a:extLst>
              </p:cNvPr>
              <p:cNvCxnSpPr>
                <a:cxnSpLocks/>
                <a:stCxn id="20" idx="6"/>
              </p:cNvCxnSpPr>
              <p:nvPr/>
            </p:nvCxnSpPr>
            <p:spPr>
              <a:xfrm flipV="1">
                <a:off x="3555009" y="4224458"/>
                <a:ext cx="331438" cy="96379"/>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785E1320-140D-A366-6EF8-60E42418F1C4}"/>
                  </a:ext>
                </a:extLst>
              </p:cNvPr>
              <p:cNvCxnSpPr>
                <a:cxnSpLocks/>
              </p:cNvCxnSpPr>
              <p:nvPr/>
            </p:nvCxnSpPr>
            <p:spPr>
              <a:xfrm>
                <a:off x="3936350" y="4224458"/>
                <a:ext cx="352108" cy="172661"/>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19" name="楕円 18">
                <a:extLst>
                  <a:ext uri="{FF2B5EF4-FFF2-40B4-BE49-F238E27FC236}">
                    <a16:creationId xmlns:a16="http://schemas.microsoft.com/office/drawing/2014/main" id="{C11E986F-6F05-91F8-9A5C-455D707E9E66}"/>
                  </a:ext>
                </a:extLst>
              </p:cNvPr>
              <p:cNvSpPr/>
              <p:nvPr/>
            </p:nvSpPr>
            <p:spPr>
              <a:xfrm>
                <a:off x="3068312" y="4075507"/>
                <a:ext cx="70572" cy="7057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20" name="楕円 19">
                <a:extLst>
                  <a:ext uri="{FF2B5EF4-FFF2-40B4-BE49-F238E27FC236}">
                    <a16:creationId xmlns:a16="http://schemas.microsoft.com/office/drawing/2014/main" id="{536F2E5D-AF43-E5B5-B106-8962B793A0AB}"/>
                  </a:ext>
                </a:extLst>
              </p:cNvPr>
              <p:cNvSpPr/>
              <p:nvPr/>
            </p:nvSpPr>
            <p:spPr>
              <a:xfrm>
                <a:off x="3484437" y="4285551"/>
                <a:ext cx="70572" cy="7057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21" name="楕円 20">
                <a:extLst>
                  <a:ext uri="{FF2B5EF4-FFF2-40B4-BE49-F238E27FC236}">
                    <a16:creationId xmlns:a16="http://schemas.microsoft.com/office/drawing/2014/main" id="{A1349203-5D62-12BC-8470-046E4B496573}"/>
                  </a:ext>
                </a:extLst>
              </p:cNvPr>
              <p:cNvSpPr/>
              <p:nvPr/>
            </p:nvSpPr>
            <p:spPr>
              <a:xfrm>
                <a:off x="3876113" y="4184681"/>
                <a:ext cx="70572" cy="7057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22" name="楕円 21">
                <a:extLst>
                  <a:ext uri="{FF2B5EF4-FFF2-40B4-BE49-F238E27FC236}">
                    <a16:creationId xmlns:a16="http://schemas.microsoft.com/office/drawing/2014/main" id="{FF6D1B62-BDB5-A793-526E-BD7E13DF378F}"/>
                  </a:ext>
                </a:extLst>
              </p:cNvPr>
              <p:cNvSpPr/>
              <p:nvPr/>
            </p:nvSpPr>
            <p:spPr>
              <a:xfrm>
                <a:off x="4278123" y="4371638"/>
                <a:ext cx="70572" cy="7057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23" name="直線コネクタ 22">
                <a:extLst>
                  <a:ext uri="{FF2B5EF4-FFF2-40B4-BE49-F238E27FC236}">
                    <a16:creationId xmlns:a16="http://schemas.microsoft.com/office/drawing/2014/main" id="{E4CE45D1-7C19-1C9B-2351-6BCF83557D0F}"/>
                  </a:ext>
                </a:extLst>
              </p:cNvPr>
              <p:cNvCxnSpPr>
                <a:cxnSpLocks/>
                <a:stCxn id="22" idx="6"/>
              </p:cNvCxnSpPr>
              <p:nvPr/>
            </p:nvCxnSpPr>
            <p:spPr>
              <a:xfrm flipV="1">
                <a:off x="4348695" y="4371638"/>
                <a:ext cx="176682" cy="35286"/>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24" name="正方形/長方形 23">
                <a:extLst>
                  <a:ext uri="{FF2B5EF4-FFF2-40B4-BE49-F238E27FC236}">
                    <a16:creationId xmlns:a16="http://schemas.microsoft.com/office/drawing/2014/main" id="{B4C5617D-3122-3739-AE5A-2D04A3B8DF1F}"/>
                  </a:ext>
                </a:extLst>
              </p:cNvPr>
              <p:cNvSpPr/>
              <p:nvPr/>
            </p:nvSpPr>
            <p:spPr>
              <a:xfrm>
                <a:off x="1062934" y="5063143"/>
                <a:ext cx="1100259" cy="6001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31" name="正方形/長方形 30">
                <a:extLst>
                  <a:ext uri="{FF2B5EF4-FFF2-40B4-BE49-F238E27FC236}">
                    <a16:creationId xmlns:a16="http://schemas.microsoft.com/office/drawing/2014/main" id="{2F6E7B88-2074-61BA-06C4-DB46942D7E85}"/>
                  </a:ext>
                </a:extLst>
              </p:cNvPr>
              <p:cNvSpPr/>
              <p:nvPr/>
            </p:nvSpPr>
            <p:spPr>
              <a:xfrm>
                <a:off x="2286788" y="5445625"/>
                <a:ext cx="1100259" cy="6001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32" name="正方形/長方形 31">
                <a:extLst>
                  <a:ext uri="{FF2B5EF4-FFF2-40B4-BE49-F238E27FC236}">
                    <a16:creationId xmlns:a16="http://schemas.microsoft.com/office/drawing/2014/main" id="{A1183DC8-0A7D-31EB-DEA3-0AD8D7F912DB}"/>
                  </a:ext>
                </a:extLst>
              </p:cNvPr>
              <p:cNvSpPr/>
              <p:nvPr/>
            </p:nvSpPr>
            <p:spPr>
              <a:xfrm>
                <a:off x="3522498" y="5145555"/>
                <a:ext cx="1100259" cy="6001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34" name="正方形/長方形 33">
                <a:extLst>
                  <a:ext uri="{FF2B5EF4-FFF2-40B4-BE49-F238E27FC236}">
                    <a16:creationId xmlns:a16="http://schemas.microsoft.com/office/drawing/2014/main" id="{F0C7B2B4-1716-3B1A-8D3E-834E39C5FB9B}"/>
                  </a:ext>
                </a:extLst>
              </p:cNvPr>
              <p:cNvSpPr/>
              <p:nvPr/>
            </p:nvSpPr>
            <p:spPr>
              <a:xfrm>
                <a:off x="4754669" y="5561791"/>
                <a:ext cx="1100259" cy="6001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35" name="直線矢印コネクタ 34">
                <a:extLst>
                  <a:ext uri="{FF2B5EF4-FFF2-40B4-BE49-F238E27FC236}">
                    <a16:creationId xmlns:a16="http://schemas.microsoft.com/office/drawing/2014/main" id="{0F7F0E05-C583-5808-BF79-293CDD0C24D1}"/>
                  </a:ext>
                </a:extLst>
              </p:cNvPr>
              <p:cNvCxnSpPr>
                <a:cxnSpLocks/>
                <a:stCxn id="19" idx="3"/>
                <a:endCxn id="39" idx="6"/>
              </p:cNvCxnSpPr>
              <p:nvPr/>
            </p:nvCxnSpPr>
            <p:spPr>
              <a:xfrm flipH="1">
                <a:off x="1177412" y="4135744"/>
                <a:ext cx="1901236" cy="1119011"/>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38" name="フリーフォーム: 図形 37">
                <a:extLst>
                  <a:ext uri="{FF2B5EF4-FFF2-40B4-BE49-F238E27FC236}">
                    <a16:creationId xmlns:a16="http://schemas.microsoft.com/office/drawing/2014/main" id="{03C92D58-C219-69C6-3FEE-80D23D882A24}"/>
                  </a:ext>
                </a:extLst>
              </p:cNvPr>
              <p:cNvSpPr/>
              <p:nvPr/>
            </p:nvSpPr>
            <p:spPr>
              <a:xfrm>
                <a:off x="1148546" y="5178205"/>
                <a:ext cx="910381" cy="292204"/>
              </a:xfrm>
              <a:custGeom>
                <a:avLst/>
                <a:gdLst>
                  <a:gd name="csX0" fmla="*/ 0 w 819150"/>
                  <a:gd name="csY0" fmla="*/ 57931 h 262922"/>
                  <a:gd name="csX1" fmla="*/ 139700 w 819150"/>
                  <a:gd name="csY1" fmla="*/ 229381 h 262922"/>
                  <a:gd name="csX2" fmla="*/ 355600 w 819150"/>
                  <a:gd name="csY2" fmla="*/ 242081 h 262922"/>
                  <a:gd name="csX3" fmla="*/ 520700 w 819150"/>
                  <a:gd name="csY3" fmla="*/ 781 h 262922"/>
                  <a:gd name="csX4" fmla="*/ 819150 w 819150"/>
                  <a:gd name="csY4" fmla="*/ 159531 h 262922"/>
                  <a:gd name="csX5" fmla="*/ 819150 w 819150"/>
                  <a:gd name="csY5" fmla="*/ 159531 h 262922"/>
                </a:gdLst>
                <a:ahLst/>
                <a:cxnLst>
                  <a:cxn ang="0">
                    <a:pos x="csX0" y="csY0"/>
                  </a:cxn>
                  <a:cxn ang="0">
                    <a:pos x="csX1" y="csY1"/>
                  </a:cxn>
                  <a:cxn ang="0">
                    <a:pos x="csX2" y="csY2"/>
                  </a:cxn>
                  <a:cxn ang="0">
                    <a:pos x="csX3" y="csY3"/>
                  </a:cxn>
                  <a:cxn ang="0">
                    <a:pos x="csX4" y="csY4"/>
                  </a:cxn>
                  <a:cxn ang="0">
                    <a:pos x="csX5" y="csY5"/>
                  </a:cxn>
                </a:cxnLst>
                <a:rect l="l" t="t" r="r" b="b"/>
                <a:pathLst>
                  <a:path w="819150" h="262922">
                    <a:moveTo>
                      <a:pt x="0" y="57931"/>
                    </a:moveTo>
                    <a:cubicBezTo>
                      <a:pt x="40216" y="128310"/>
                      <a:pt x="80433" y="198689"/>
                      <a:pt x="139700" y="229381"/>
                    </a:cubicBezTo>
                    <a:cubicBezTo>
                      <a:pt x="198967" y="260073"/>
                      <a:pt x="292100" y="280181"/>
                      <a:pt x="355600" y="242081"/>
                    </a:cubicBezTo>
                    <a:cubicBezTo>
                      <a:pt x="419100" y="203981"/>
                      <a:pt x="443442" y="14539"/>
                      <a:pt x="520700" y="781"/>
                    </a:cubicBezTo>
                    <a:cubicBezTo>
                      <a:pt x="597958" y="-12977"/>
                      <a:pt x="819150" y="159531"/>
                      <a:pt x="819150" y="159531"/>
                    </a:cubicBezTo>
                    <a:lnTo>
                      <a:pt x="819150" y="159531"/>
                    </a:lnTo>
                  </a:path>
                </a:pathLst>
              </a:custGeom>
              <a:noFill/>
              <a:ln w="9525">
                <a:prstDash val="sysDot"/>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39" name="楕円 38">
                <a:extLst>
                  <a:ext uri="{FF2B5EF4-FFF2-40B4-BE49-F238E27FC236}">
                    <a16:creationId xmlns:a16="http://schemas.microsoft.com/office/drawing/2014/main" id="{EB9014FE-3305-3B90-73EB-DA1A8AF49CE4}"/>
                  </a:ext>
                </a:extLst>
              </p:cNvPr>
              <p:cNvSpPr/>
              <p:nvPr/>
            </p:nvSpPr>
            <p:spPr>
              <a:xfrm>
                <a:off x="1145404" y="5238751"/>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41" name="楕円 40">
                <a:extLst>
                  <a:ext uri="{FF2B5EF4-FFF2-40B4-BE49-F238E27FC236}">
                    <a16:creationId xmlns:a16="http://schemas.microsoft.com/office/drawing/2014/main" id="{A872491C-13CC-CCF1-7D08-BFC5315595E9}"/>
                  </a:ext>
                </a:extLst>
              </p:cNvPr>
              <p:cNvSpPr/>
              <p:nvPr/>
            </p:nvSpPr>
            <p:spPr>
              <a:xfrm>
                <a:off x="1177163" y="5294328"/>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45" name="楕円 44">
                <a:extLst>
                  <a:ext uri="{FF2B5EF4-FFF2-40B4-BE49-F238E27FC236}">
                    <a16:creationId xmlns:a16="http://schemas.microsoft.com/office/drawing/2014/main" id="{19E36DC6-6945-AC8A-E2F7-618178EAF837}"/>
                  </a:ext>
                </a:extLst>
              </p:cNvPr>
              <p:cNvSpPr/>
              <p:nvPr/>
            </p:nvSpPr>
            <p:spPr>
              <a:xfrm>
                <a:off x="1216860" y="5347260"/>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47" name="楕円 46">
                <a:extLst>
                  <a:ext uri="{FF2B5EF4-FFF2-40B4-BE49-F238E27FC236}">
                    <a16:creationId xmlns:a16="http://schemas.microsoft.com/office/drawing/2014/main" id="{684FBE09-090C-D98A-E46D-2B437F12913D}"/>
                  </a:ext>
                </a:extLst>
              </p:cNvPr>
              <p:cNvSpPr/>
              <p:nvPr/>
            </p:nvSpPr>
            <p:spPr>
              <a:xfrm>
                <a:off x="1252146" y="5397543"/>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48" name="楕円 47">
                <a:extLst>
                  <a:ext uri="{FF2B5EF4-FFF2-40B4-BE49-F238E27FC236}">
                    <a16:creationId xmlns:a16="http://schemas.microsoft.com/office/drawing/2014/main" id="{75B1907B-4953-90D3-4A2C-0BBE03F04950}"/>
                  </a:ext>
                </a:extLst>
              </p:cNvPr>
              <p:cNvSpPr/>
              <p:nvPr/>
            </p:nvSpPr>
            <p:spPr>
              <a:xfrm>
                <a:off x="1312132" y="5426658"/>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49" name="直線矢印コネクタ 48">
                <a:extLst>
                  <a:ext uri="{FF2B5EF4-FFF2-40B4-BE49-F238E27FC236}">
                    <a16:creationId xmlns:a16="http://schemas.microsoft.com/office/drawing/2014/main" id="{E3E22D06-C79F-7519-2DDF-0FA8B5211173}"/>
                  </a:ext>
                </a:extLst>
              </p:cNvPr>
              <p:cNvCxnSpPr>
                <a:cxnSpLocks/>
                <a:stCxn id="19" idx="3"/>
                <a:endCxn id="41" idx="0"/>
              </p:cNvCxnSpPr>
              <p:nvPr/>
            </p:nvCxnSpPr>
            <p:spPr>
              <a:xfrm flipH="1">
                <a:off x="1193167" y="4135744"/>
                <a:ext cx="1885480" cy="1158584"/>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51" name="楕円 50">
                <a:extLst>
                  <a:ext uri="{FF2B5EF4-FFF2-40B4-BE49-F238E27FC236}">
                    <a16:creationId xmlns:a16="http://schemas.microsoft.com/office/drawing/2014/main" id="{B34FF064-FAF6-8042-681D-EE06F42B2144}"/>
                  </a:ext>
                </a:extLst>
              </p:cNvPr>
              <p:cNvSpPr/>
              <p:nvPr/>
            </p:nvSpPr>
            <p:spPr>
              <a:xfrm>
                <a:off x="2029324" y="5334033"/>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53" name="直線矢印コネクタ 52">
                <a:extLst>
                  <a:ext uri="{FF2B5EF4-FFF2-40B4-BE49-F238E27FC236}">
                    <a16:creationId xmlns:a16="http://schemas.microsoft.com/office/drawing/2014/main" id="{F0B0DB51-D285-9563-A912-925DD824FB9F}"/>
                  </a:ext>
                </a:extLst>
              </p:cNvPr>
              <p:cNvCxnSpPr>
                <a:cxnSpLocks/>
                <a:stCxn id="19" idx="3"/>
                <a:endCxn id="51" idx="0"/>
              </p:cNvCxnSpPr>
              <p:nvPr/>
            </p:nvCxnSpPr>
            <p:spPr>
              <a:xfrm flipH="1">
                <a:off x="2045328" y="4135744"/>
                <a:ext cx="1033319" cy="1198289"/>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57" name="正方形/長方形 56">
                <a:extLst>
                  <a:ext uri="{FF2B5EF4-FFF2-40B4-BE49-F238E27FC236}">
                    <a16:creationId xmlns:a16="http://schemas.microsoft.com/office/drawing/2014/main" id="{84EFC0B7-708B-6D29-6519-CE1AD477746C}"/>
                  </a:ext>
                </a:extLst>
              </p:cNvPr>
              <p:cNvSpPr/>
              <p:nvPr/>
            </p:nvSpPr>
            <p:spPr>
              <a:xfrm>
                <a:off x="2135394" y="2730176"/>
                <a:ext cx="2810146" cy="1018630"/>
              </a:xfrm>
              <a:prstGeom prst="rect">
                <a:avLst/>
              </a:prstGeom>
              <a:solidFill>
                <a:schemeClr val="bg1">
                  <a:lumMod val="9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p>
            </p:txBody>
          </p:sp>
          <p:cxnSp>
            <p:nvCxnSpPr>
              <p:cNvPr id="58" name="直線コネクタ 57">
                <a:extLst>
                  <a:ext uri="{FF2B5EF4-FFF2-40B4-BE49-F238E27FC236}">
                    <a16:creationId xmlns:a16="http://schemas.microsoft.com/office/drawing/2014/main" id="{30EE9824-DBA4-32FE-523C-83424232E110}"/>
                  </a:ext>
                </a:extLst>
              </p:cNvPr>
              <p:cNvCxnSpPr>
                <a:cxnSpLocks/>
                <a:endCxn id="64" idx="3"/>
              </p:cNvCxnSpPr>
              <p:nvPr/>
            </p:nvCxnSpPr>
            <p:spPr>
              <a:xfrm flipV="1">
                <a:off x="2713864" y="2829125"/>
                <a:ext cx="375117" cy="426641"/>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cxnSp>
            <p:nvCxnSpPr>
              <p:cNvPr id="59" name="直線コネクタ 58">
                <a:extLst>
                  <a:ext uri="{FF2B5EF4-FFF2-40B4-BE49-F238E27FC236}">
                    <a16:creationId xmlns:a16="http://schemas.microsoft.com/office/drawing/2014/main" id="{1A04AF08-9218-BD05-6B98-61CE38C9E7F7}"/>
                  </a:ext>
                </a:extLst>
              </p:cNvPr>
              <p:cNvCxnSpPr>
                <a:cxnSpLocks/>
                <a:stCxn id="70" idx="5"/>
                <a:endCxn id="61" idx="1"/>
              </p:cNvCxnSpPr>
              <p:nvPr/>
            </p:nvCxnSpPr>
            <p:spPr>
              <a:xfrm>
                <a:off x="3936350" y="3157286"/>
                <a:ext cx="352108" cy="44858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61" name="楕円 60">
                <a:extLst>
                  <a:ext uri="{FF2B5EF4-FFF2-40B4-BE49-F238E27FC236}">
                    <a16:creationId xmlns:a16="http://schemas.microsoft.com/office/drawing/2014/main" id="{03A3D851-6D3C-C243-FC53-9AB43DD06322}"/>
                  </a:ext>
                </a:extLst>
              </p:cNvPr>
              <p:cNvSpPr/>
              <p:nvPr/>
            </p:nvSpPr>
            <p:spPr>
              <a:xfrm>
                <a:off x="4278123" y="3595539"/>
                <a:ext cx="70572" cy="705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62" name="直線コネクタ 61">
                <a:extLst>
                  <a:ext uri="{FF2B5EF4-FFF2-40B4-BE49-F238E27FC236}">
                    <a16:creationId xmlns:a16="http://schemas.microsoft.com/office/drawing/2014/main" id="{9B6584B4-CB63-F849-4DD3-432B01596FB3}"/>
                  </a:ext>
                </a:extLst>
              </p:cNvPr>
              <p:cNvCxnSpPr>
                <a:cxnSpLocks/>
                <a:stCxn id="61" idx="6"/>
              </p:cNvCxnSpPr>
              <p:nvPr/>
            </p:nvCxnSpPr>
            <p:spPr>
              <a:xfrm flipV="1">
                <a:off x="4348695" y="3513398"/>
                <a:ext cx="271954" cy="11742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64" name="楕円 63">
                <a:extLst>
                  <a:ext uri="{FF2B5EF4-FFF2-40B4-BE49-F238E27FC236}">
                    <a16:creationId xmlns:a16="http://schemas.microsoft.com/office/drawing/2014/main" id="{8BD441A7-B9AF-B25C-68E1-B63828C81C7A}"/>
                  </a:ext>
                </a:extLst>
              </p:cNvPr>
              <p:cNvSpPr/>
              <p:nvPr/>
            </p:nvSpPr>
            <p:spPr>
              <a:xfrm>
                <a:off x="3078647" y="2768888"/>
                <a:ext cx="70572" cy="705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65" name="直線コネクタ 64">
                <a:extLst>
                  <a:ext uri="{FF2B5EF4-FFF2-40B4-BE49-F238E27FC236}">
                    <a16:creationId xmlns:a16="http://schemas.microsoft.com/office/drawing/2014/main" id="{10DF3EA1-3D2A-4F09-42FC-D3047EE9D6F3}"/>
                  </a:ext>
                </a:extLst>
              </p:cNvPr>
              <p:cNvCxnSpPr>
                <a:cxnSpLocks/>
                <a:stCxn id="64" idx="5"/>
                <a:endCxn id="68" idx="1"/>
              </p:cNvCxnSpPr>
              <p:nvPr/>
            </p:nvCxnSpPr>
            <p:spPr>
              <a:xfrm>
                <a:off x="3138884" y="2829125"/>
                <a:ext cx="355887" cy="60641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cxnSp>
            <p:nvCxnSpPr>
              <p:cNvPr id="67" name="直線コネクタ 66">
                <a:extLst>
                  <a:ext uri="{FF2B5EF4-FFF2-40B4-BE49-F238E27FC236}">
                    <a16:creationId xmlns:a16="http://schemas.microsoft.com/office/drawing/2014/main" id="{5547D71B-A2A3-8DCD-AD34-075EBF392AE7}"/>
                  </a:ext>
                </a:extLst>
              </p:cNvPr>
              <p:cNvCxnSpPr>
                <a:cxnSpLocks/>
                <a:stCxn id="68" idx="7"/>
                <a:endCxn id="70" idx="3"/>
              </p:cNvCxnSpPr>
              <p:nvPr/>
            </p:nvCxnSpPr>
            <p:spPr>
              <a:xfrm flipV="1">
                <a:off x="3544675" y="3157286"/>
                <a:ext cx="341773" cy="27825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68" name="楕円 67">
                <a:extLst>
                  <a:ext uri="{FF2B5EF4-FFF2-40B4-BE49-F238E27FC236}">
                    <a16:creationId xmlns:a16="http://schemas.microsoft.com/office/drawing/2014/main" id="{6D5E2E1F-AAEB-E5E1-747B-C0CBAFB197EE}"/>
                  </a:ext>
                </a:extLst>
              </p:cNvPr>
              <p:cNvSpPr/>
              <p:nvPr/>
            </p:nvSpPr>
            <p:spPr>
              <a:xfrm>
                <a:off x="3484437" y="3425209"/>
                <a:ext cx="70572" cy="705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70" name="楕円 69">
                <a:extLst>
                  <a:ext uri="{FF2B5EF4-FFF2-40B4-BE49-F238E27FC236}">
                    <a16:creationId xmlns:a16="http://schemas.microsoft.com/office/drawing/2014/main" id="{A4D05F6A-E150-DABC-3D18-3FEBF2E5F4D8}"/>
                  </a:ext>
                </a:extLst>
              </p:cNvPr>
              <p:cNvSpPr/>
              <p:nvPr/>
            </p:nvSpPr>
            <p:spPr>
              <a:xfrm>
                <a:off x="3876113" y="3097048"/>
                <a:ext cx="70572" cy="705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71" name="フリーフォーム: 図形 70">
                <a:extLst>
                  <a:ext uri="{FF2B5EF4-FFF2-40B4-BE49-F238E27FC236}">
                    <a16:creationId xmlns:a16="http://schemas.microsoft.com/office/drawing/2014/main" id="{42400884-1858-F252-0EE0-8511A3A949E1}"/>
                  </a:ext>
                </a:extLst>
              </p:cNvPr>
              <p:cNvSpPr/>
              <p:nvPr/>
            </p:nvSpPr>
            <p:spPr>
              <a:xfrm>
                <a:off x="2413563" y="5554497"/>
                <a:ext cx="889209" cy="365551"/>
              </a:xfrm>
              <a:custGeom>
                <a:avLst/>
                <a:gdLst>
                  <a:gd name="csX0" fmla="*/ 0 w 800100"/>
                  <a:gd name="csY0" fmla="*/ 166689 h 328919"/>
                  <a:gd name="csX1" fmla="*/ 119063 w 800100"/>
                  <a:gd name="csY1" fmla="*/ 276226 h 328919"/>
                  <a:gd name="csX2" fmla="*/ 285750 w 800100"/>
                  <a:gd name="csY2" fmla="*/ 1 h 328919"/>
                  <a:gd name="csX3" fmla="*/ 571500 w 800100"/>
                  <a:gd name="csY3" fmla="*/ 280989 h 328919"/>
                  <a:gd name="csX4" fmla="*/ 800100 w 800100"/>
                  <a:gd name="csY4" fmla="*/ 328614 h 328919"/>
                  <a:gd name="csX5" fmla="*/ 800100 w 800100"/>
                  <a:gd name="csY5" fmla="*/ 328614 h 328919"/>
                </a:gdLst>
                <a:ahLst/>
                <a:cxnLst>
                  <a:cxn ang="0">
                    <a:pos x="csX0" y="csY0"/>
                  </a:cxn>
                  <a:cxn ang="0">
                    <a:pos x="csX1" y="csY1"/>
                  </a:cxn>
                  <a:cxn ang="0">
                    <a:pos x="csX2" y="csY2"/>
                  </a:cxn>
                  <a:cxn ang="0">
                    <a:pos x="csX3" y="csY3"/>
                  </a:cxn>
                  <a:cxn ang="0">
                    <a:pos x="csX4" y="csY4"/>
                  </a:cxn>
                  <a:cxn ang="0">
                    <a:pos x="csX5" y="csY5"/>
                  </a:cxn>
                </a:cxnLst>
                <a:rect l="l" t="t" r="r" b="b"/>
                <a:pathLst>
                  <a:path w="800100" h="328919">
                    <a:moveTo>
                      <a:pt x="0" y="166689"/>
                    </a:moveTo>
                    <a:cubicBezTo>
                      <a:pt x="35719" y="235348"/>
                      <a:pt x="71438" y="304007"/>
                      <a:pt x="119063" y="276226"/>
                    </a:cubicBezTo>
                    <a:cubicBezTo>
                      <a:pt x="166688" y="248445"/>
                      <a:pt x="210344" y="-793"/>
                      <a:pt x="285750" y="1"/>
                    </a:cubicBezTo>
                    <a:cubicBezTo>
                      <a:pt x="361156" y="795"/>
                      <a:pt x="485775" y="226220"/>
                      <a:pt x="571500" y="280989"/>
                    </a:cubicBezTo>
                    <a:cubicBezTo>
                      <a:pt x="657225" y="335758"/>
                      <a:pt x="800100" y="328614"/>
                      <a:pt x="800100" y="328614"/>
                    </a:cubicBezTo>
                    <a:lnTo>
                      <a:pt x="800100" y="328614"/>
                    </a:lnTo>
                  </a:path>
                </a:pathLst>
              </a:custGeom>
              <a:noFill/>
              <a:ln w="952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74" name="フリーフォーム: 図形 73">
                <a:extLst>
                  <a:ext uri="{FF2B5EF4-FFF2-40B4-BE49-F238E27FC236}">
                    <a16:creationId xmlns:a16="http://schemas.microsoft.com/office/drawing/2014/main" id="{336664B9-8A50-8809-A2A6-C880A9DFF6A1}"/>
                  </a:ext>
                </a:extLst>
              </p:cNvPr>
              <p:cNvSpPr/>
              <p:nvPr/>
            </p:nvSpPr>
            <p:spPr>
              <a:xfrm>
                <a:off x="3578015" y="5291277"/>
                <a:ext cx="931553" cy="382312"/>
              </a:xfrm>
              <a:custGeom>
                <a:avLst/>
                <a:gdLst>
                  <a:gd name="csX0" fmla="*/ 0 w 838200"/>
                  <a:gd name="csY0" fmla="*/ 320188 h 344000"/>
                  <a:gd name="csX1" fmla="*/ 145256 w 838200"/>
                  <a:gd name="csY1" fmla="*/ 327332 h 344000"/>
                  <a:gd name="csX2" fmla="*/ 257175 w 838200"/>
                  <a:gd name="csY2" fmla="*/ 134450 h 344000"/>
                  <a:gd name="csX3" fmla="*/ 395287 w 838200"/>
                  <a:gd name="csY3" fmla="*/ 184457 h 344000"/>
                  <a:gd name="csX4" fmla="*/ 528637 w 838200"/>
                  <a:gd name="csY4" fmla="*/ 1100 h 344000"/>
                  <a:gd name="csX5" fmla="*/ 659606 w 838200"/>
                  <a:gd name="csY5" fmla="*/ 284469 h 344000"/>
                  <a:gd name="csX6" fmla="*/ 838200 w 838200"/>
                  <a:gd name="csY6" fmla="*/ 344000 h 344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38200" h="344000">
                    <a:moveTo>
                      <a:pt x="0" y="320188"/>
                    </a:moveTo>
                    <a:cubicBezTo>
                      <a:pt x="51197" y="339238"/>
                      <a:pt x="102394" y="358288"/>
                      <a:pt x="145256" y="327332"/>
                    </a:cubicBezTo>
                    <a:cubicBezTo>
                      <a:pt x="188119" y="296376"/>
                      <a:pt x="215503" y="158262"/>
                      <a:pt x="257175" y="134450"/>
                    </a:cubicBezTo>
                    <a:cubicBezTo>
                      <a:pt x="298847" y="110638"/>
                      <a:pt x="350043" y="206682"/>
                      <a:pt x="395287" y="184457"/>
                    </a:cubicBezTo>
                    <a:cubicBezTo>
                      <a:pt x="440531" y="162232"/>
                      <a:pt x="484584" y="-15569"/>
                      <a:pt x="528637" y="1100"/>
                    </a:cubicBezTo>
                    <a:cubicBezTo>
                      <a:pt x="572690" y="17769"/>
                      <a:pt x="608012" y="227319"/>
                      <a:pt x="659606" y="284469"/>
                    </a:cubicBezTo>
                    <a:cubicBezTo>
                      <a:pt x="711200" y="341619"/>
                      <a:pt x="774700" y="342809"/>
                      <a:pt x="838200" y="344000"/>
                    </a:cubicBezTo>
                  </a:path>
                </a:pathLst>
              </a:custGeom>
              <a:noFill/>
              <a:ln w="952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75" name="フリーフォーム: 図形 74">
                <a:extLst>
                  <a:ext uri="{FF2B5EF4-FFF2-40B4-BE49-F238E27FC236}">
                    <a16:creationId xmlns:a16="http://schemas.microsoft.com/office/drawing/2014/main" id="{903034B3-3E5A-509F-FD22-7659A7887005}"/>
                  </a:ext>
                </a:extLst>
              </p:cNvPr>
              <p:cNvSpPr/>
              <p:nvPr/>
            </p:nvSpPr>
            <p:spPr>
              <a:xfrm>
                <a:off x="4866839" y="5731782"/>
                <a:ext cx="926259" cy="328668"/>
              </a:xfrm>
              <a:custGeom>
                <a:avLst/>
                <a:gdLst>
                  <a:gd name="csX0" fmla="*/ 0 w 833437"/>
                  <a:gd name="csY0" fmla="*/ 178620 h 295731"/>
                  <a:gd name="csX1" fmla="*/ 178594 w 833437"/>
                  <a:gd name="csY1" fmla="*/ 250057 h 295731"/>
                  <a:gd name="csX2" fmla="*/ 335756 w 833437"/>
                  <a:gd name="csY2" fmla="*/ 104801 h 295731"/>
                  <a:gd name="csX3" fmla="*/ 492919 w 833437"/>
                  <a:gd name="csY3" fmla="*/ 4788 h 295731"/>
                  <a:gd name="csX4" fmla="*/ 759619 w 833437"/>
                  <a:gd name="csY4" fmla="*/ 259582 h 295731"/>
                  <a:gd name="csX5" fmla="*/ 833437 w 833437"/>
                  <a:gd name="csY5" fmla="*/ 288157 h 295731"/>
                </a:gdLst>
                <a:ahLst/>
                <a:cxnLst>
                  <a:cxn ang="0">
                    <a:pos x="csX0" y="csY0"/>
                  </a:cxn>
                  <a:cxn ang="0">
                    <a:pos x="csX1" y="csY1"/>
                  </a:cxn>
                  <a:cxn ang="0">
                    <a:pos x="csX2" y="csY2"/>
                  </a:cxn>
                  <a:cxn ang="0">
                    <a:pos x="csX3" y="csY3"/>
                  </a:cxn>
                  <a:cxn ang="0">
                    <a:pos x="csX4" y="csY4"/>
                  </a:cxn>
                  <a:cxn ang="0">
                    <a:pos x="csX5" y="csY5"/>
                  </a:cxn>
                </a:cxnLst>
                <a:rect l="l" t="t" r="r" b="b"/>
                <a:pathLst>
                  <a:path w="833437" h="295731">
                    <a:moveTo>
                      <a:pt x="0" y="178620"/>
                    </a:moveTo>
                    <a:cubicBezTo>
                      <a:pt x="61317" y="220490"/>
                      <a:pt x="122635" y="262360"/>
                      <a:pt x="178594" y="250057"/>
                    </a:cubicBezTo>
                    <a:cubicBezTo>
                      <a:pt x="234553" y="237754"/>
                      <a:pt x="283369" y="145679"/>
                      <a:pt x="335756" y="104801"/>
                    </a:cubicBezTo>
                    <a:cubicBezTo>
                      <a:pt x="388143" y="63923"/>
                      <a:pt x="422275" y="-21009"/>
                      <a:pt x="492919" y="4788"/>
                    </a:cubicBezTo>
                    <a:cubicBezTo>
                      <a:pt x="563563" y="30585"/>
                      <a:pt x="702866" y="212354"/>
                      <a:pt x="759619" y="259582"/>
                    </a:cubicBezTo>
                    <a:cubicBezTo>
                      <a:pt x="816372" y="306810"/>
                      <a:pt x="824904" y="297483"/>
                      <a:pt x="833437" y="288157"/>
                    </a:cubicBezTo>
                  </a:path>
                </a:pathLst>
              </a:custGeom>
              <a:noFill/>
              <a:ln w="952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76" name="直線矢印コネクタ 75">
                <a:extLst>
                  <a:ext uri="{FF2B5EF4-FFF2-40B4-BE49-F238E27FC236}">
                    <a16:creationId xmlns:a16="http://schemas.microsoft.com/office/drawing/2014/main" id="{3AE159EF-B64D-CA2E-F659-411785E940F0}"/>
                  </a:ext>
                </a:extLst>
              </p:cNvPr>
              <p:cNvCxnSpPr>
                <a:cxnSpLocks/>
                <a:stCxn id="20" idx="3"/>
                <a:endCxn id="77" idx="7"/>
              </p:cNvCxnSpPr>
              <p:nvPr/>
            </p:nvCxnSpPr>
            <p:spPr>
              <a:xfrm flipH="1">
                <a:off x="2440883" y="4345788"/>
                <a:ext cx="1053889" cy="1390682"/>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77" name="楕円 76">
                <a:extLst>
                  <a:ext uri="{FF2B5EF4-FFF2-40B4-BE49-F238E27FC236}">
                    <a16:creationId xmlns:a16="http://schemas.microsoft.com/office/drawing/2014/main" id="{A7FD6B7B-D7AD-F60A-1EC7-FBE72C9D5A12}"/>
                  </a:ext>
                </a:extLst>
              </p:cNvPr>
              <p:cNvSpPr/>
              <p:nvPr/>
            </p:nvSpPr>
            <p:spPr>
              <a:xfrm>
                <a:off x="2413563" y="5731782"/>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79" name="直線矢印コネクタ 78">
                <a:extLst>
                  <a:ext uri="{FF2B5EF4-FFF2-40B4-BE49-F238E27FC236}">
                    <a16:creationId xmlns:a16="http://schemas.microsoft.com/office/drawing/2014/main" id="{97CB3818-96D0-D42D-6768-706358AA6B78}"/>
                  </a:ext>
                </a:extLst>
              </p:cNvPr>
              <p:cNvCxnSpPr>
                <a:cxnSpLocks/>
                <a:stCxn id="20" idx="3"/>
                <a:endCxn id="84" idx="0"/>
              </p:cNvCxnSpPr>
              <p:nvPr/>
            </p:nvCxnSpPr>
            <p:spPr>
              <a:xfrm flipH="1">
                <a:off x="3283490" y="4345788"/>
                <a:ext cx="211282" cy="1562425"/>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80" name="直線矢印コネクタ 79">
                <a:extLst>
                  <a:ext uri="{FF2B5EF4-FFF2-40B4-BE49-F238E27FC236}">
                    <a16:creationId xmlns:a16="http://schemas.microsoft.com/office/drawing/2014/main" id="{F5CA5605-438F-B40C-2ECF-C0DF49079BB3}"/>
                  </a:ext>
                </a:extLst>
              </p:cNvPr>
              <p:cNvCxnSpPr>
                <a:cxnSpLocks/>
                <a:stCxn id="19" idx="3"/>
                <a:endCxn id="45" idx="1"/>
              </p:cNvCxnSpPr>
              <p:nvPr/>
            </p:nvCxnSpPr>
            <p:spPr>
              <a:xfrm flipH="1">
                <a:off x="1221548" y="4135744"/>
                <a:ext cx="1857100" cy="1216203"/>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81" name="直線矢印コネクタ 80">
                <a:extLst>
                  <a:ext uri="{FF2B5EF4-FFF2-40B4-BE49-F238E27FC236}">
                    <a16:creationId xmlns:a16="http://schemas.microsoft.com/office/drawing/2014/main" id="{D4521AFB-46A6-3A41-5777-6A6006D52974}"/>
                  </a:ext>
                </a:extLst>
              </p:cNvPr>
              <p:cNvCxnSpPr>
                <a:cxnSpLocks/>
                <a:stCxn id="19" idx="3"/>
                <a:endCxn id="47" idx="1"/>
              </p:cNvCxnSpPr>
              <p:nvPr/>
            </p:nvCxnSpPr>
            <p:spPr>
              <a:xfrm flipH="1">
                <a:off x="1256833" y="4135744"/>
                <a:ext cx="1821815" cy="1266487"/>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82" name="直線矢印コネクタ 81">
                <a:extLst>
                  <a:ext uri="{FF2B5EF4-FFF2-40B4-BE49-F238E27FC236}">
                    <a16:creationId xmlns:a16="http://schemas.microsoft.com/office/drawing/2014/main" id="{EDF8F159-E37B-062C-4B03-895DA67F08BD}"/>
                  </a:ext>
                </a:extLst>
              </p:cNvPr>
              <p:cNvCxnSpPr>
                <a:cxnSpLocks/>
                <a:stCxn id="19" idx="3"/>
                <a:endCxn id="48" idx="0"/>
              </p:cNvCxnSpPr>
              <p:nvPr/>
            </p:nvCxnSpPr>
            <p:spPr>
              <a:xfrm flipH="1">
                <a:off x="1328136" y="4135744"/>
                <a:ext cx="1750512" cy="1290914"/>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83" name="テキスト ボックス 82">
                <a:extLst>
                  <a:ext uri="{FF2B5EF4-FFF2-40B4-BE49-F238E27FC236}">
                    <a16:creationId xmlns:a16="http://schemas.microsoft.com/office/drawing/2014/main" id="{310E976B-1602-E480-7093-9B703AB2A192}"/>
                  </a:ext>
                </a:extLst>
              </p:cNvPr>
              <p:cNvSpPr txBox="1"/>
              <p:nvPr/>
            </p:nvSpPr>
            <p:spPr>
              <a:xfrm>
                <a:off x="973168" y="4369540"/>
                <a:ext cx="1404416" cy="310305"/>
              </a:xfrm>
              <a:prstGeom prst="rect">
                <a:avLst/>
              </a:prstGeom>
              <a:noFill/>
            </p:spPr>
            <p:txBody>
              <a:bodyPr wrap="square" rtlCol="0">
                <a:spAutoFit/>
              </a:bodyPr>
              <a:lstStyle/>
              <a:p>
                <a:r>
                  <a:rPr kumimoji="1" lang="ja-JP" altLang="en-US" sz="800" dirty="0"/>
                  <a:t>平均値から</a:t>
                </a:r>
                <a:r>
                  <a:rPr lang="en-US" altLang="ja-JP" sz="800" dirty="0"/>
                  <a:t>48</a:t>
                </a:r>
                <a:r>
                  <a:rPr lang="ja-JP" altLang="en-US" sz="800" dirty="0"/>
                  <a:t>コマ分の</a:t>
                </a:r>
                <a:endParaRPr lang="en-US" altLang="ja-JP" sz="800" dirty="0"/>
              </a:p>
              <a:p>
                <a:r>
                  <a:rPr kumimoji="1" lang="ja-JP" altLang="en-US" sz="800" dirty="0"/>
                  <a:t>コマ別の価格へ変換</a:t>
                </a:r>
                <a:endParaRPr kumimoji="1" lang="en-US" altLang="ja-JP" sz="800" dirty="0"/>
              </a:p>
            </p:txBody>
          </p:sp>
          <p:sp>
            <p:nvSpPr>
              <p:cNvPr id="84" name="楕円 83">
                <a:extLst>
                  <a:ext uri="{FF2B5EF4-FFF2-40B4-BE49-F238E27FC236}">
                    <a16:creationId xmlns:a16="http://schemas.microsoft.com/office/drawing/2014/main" id="{FC19A92D-C0B0-7F56-E254-68644DAD777F}"/>
                  </a:ext>
                </a:extLst>
              </p:cNvPr>
              <p:cNvSpPr/>
              <p:nvPr/>
            </p:nvSpPr>
            <p:spPr>
              <a:xfrm>
                <a:off x="3267486" y="5908213"/>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85" name="直線矢印コネクタ 84">
                <a:extLst>
                  <a:ext uri="{FF2B5EF4-FFF2-40B4-BE49-F238E27FC236}">
                    <a16:creationId xmlns:a16="http://schemas.microsoft.com/office/drawing/2014/main" id="{D472B60A-F018-6DEB-D70A-FB1885763C27}"/>
                  </a:ext>
                </a:extLst>
              </p:cNvPr>
              <p:cNvCxnSpPr>
                <a:cxnSpLocks/>
                <a:stCxn id="21" idx="4"/>
                <a:endCxn id="89" idx="0"/>
              </p:cNvCxnSpPr>
              <p:nvPr/>
            </p:nvCxnSpPr>
            <p:spPr>
              <a:xfrm flipH="1">
                <a:off x="3579901" y="4255253"/>
                <a:ext cx="331498" cy="1369783"/>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88" name="直線矢印コネクタ 87">
                <a:extLst>
                  <a:ext uri="{FF2B5EF4-FFF2-40B4-BE49-F238E27FC236}">
                    <a16:creationId xmlns:a16="http://schemas.microsoft.com/office/drawing/2014/main" id="{D37EBC2D-13E2-AB3A-2217-5BEBAE5378E1}"/>
                  </a:ext>
                </a:extLst>
              </p:cNvPr>
              <p:cNvCxnSpPr>
                <a:cxnSpLocks/>
                <a:stCxn id="21" idx="4"/>
                <a:endCxn id="90" idx="0"/>
              </p:cNvCxnSpPr>
              <p:nvPr/>
            </p:nvCxnSpPr>
            <p:spPr>
              <a:xfrm>
                <a:off x="3911399" y="4255253"/>
                <a:ext cx="589475" cy="1406834"/>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89" name="楕円 88">
                <a:extLst>
                  <a:ext uri="{FF2B5EF4-FFF2-40B4-BE49-F238E27FC236}">
                    <a16:creationId xmlns:a16="http://schemas.microsoft.com/office/drawing/2014/main" id="{54FA8F72-8809-3BC1-0B61-FA66DDE729B9}"/>
                  </a:ext>
                </a:extLst>
              </p:cNvPr>
              <p:cNvSpPr/>
              <p:nvPr/>
            </p:nvSpPr>
            <p:spPr>
              <a:xfrm>
                <a:off x="3563897" y="5625036"/>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0" name="楕円 89">
                <a:extLst>
                  <a:ext uri="{FF2B5EF4-FFF2-40B4-BE49-F238E27FC236}">
                    <a16:creationId xmlns:a16="http://schemas.microsoft.com/office/drawing/2014/main" id="{0073D989-157D-109B-EA8B-4F09C4F1B8AA}"/>
                  </a:ext>
                </a:extLst>
              </p:cNvPr>
              <p:cNvSpPr/>
              <p:nvPr/>
            </p:nvSpPr>
            <p:spPr>
              <a:xfrm>
                <a:off x="4484870" y="5662087"/>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91" name="直線矢印コネクタ 90">
                <a:extLst>
                  <a:ext uri="{FF2B5EF4-FFF2-40B4-BE49-F238E27FC236}">
                    <a16:creationId xmlns:a16="http://schemas.microsoft.com/office/drawing/2014/main" id="{C32CCEE3-7D42-53B1-B3CE-88B19528205F}"/>
                  </a:ext>
                </a:extLst>
              </p:cNvPr>
              <p:cNvCxnSpPr>
                <a:cxnSpLocks/>
                <a:stCxn id="22" idx="5"/>
                <a:endCxn id="75" idx="0"/>
              </p:cNvCxnSpPr>
              <p:nvPr/>
            </p:nvCxnSpPr>
            <p:spPr>
              <a:xfrm>
                <a:off x="4338359" y="4431875"/>
                <a:ext cx="528479" cy="1498421"/>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133" name="直線矢印コネクタ 132">
                <a:extLst>
                  <a:ext uri="{FF2B5EF4-FFF2-40B4-BE49-F238E27FC236}">
                    <a16:creationId xmlns:a16="http://schemas.microsoft.com/office/drawing/2014/main" id="{14EB7E9A-D923-C2B3-F6E6-8DA95EC38E20}"/>
                  </a:ext>
                </a:extLst>
              </p:cNvPr>
              <p:cNvCxnSpPr>
                <a:cxnSpLocks/>
                <a:stCxn id="22" idx="5"/>
                <a:endCxn id="158" idx="1"/>
              </p:cNvCxnSpPr>
              <p:nvPr/>
            </p:nvCxnSpPr>
            <p:spPr>
              <a:xfrm>
                <a:off x="4338359" y="4431875"/>
                <a:ext cx="1434743" cy="1610699"/>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134" name="テキスト ボックス 133">
                <a:extLst>
                  <a:ext uri="{FF2B5EF4-FFF2-40B4-BE49-F238E27FC236}">
                    <a16:creationId xmlns:a16="http://schemas.microsoft.com/office/drawing/2014/main" id="{4C68FB58-A8E0-02EA-6F9D-D522C7F731E9}"/>
                  </a:ext>
                </a:extLst>
              </p:cNvPr>
              <p:cNvSpPr txBox="1"/>
              <p:nvPr/>
            </p:nvSpPr>
            <p:spPr>
              <a:xfrm>
                <a:off x="4382845" y="4618858"/>
                <a:ext cx="263289" cy="197467"/>
              </a:xfrm>
              <a:prstGeom prst="rect">
                <a:avLst/>
              </a:prstGeom>
              <a:noFill/>
            </p:spPr>
            <p:txBody>
              <a:bodyPr wrap="none" rtlCol="0">
                <a:spAutoFit/>
              </a:bodyPr>
              <a:lstStyle/>
              <a:p>
                <a:pPr algn="ctr"/>
                <a:r>
                  <a:rPr kumimoji="1" lang="en-US" altLang="ja-JP" sz="800" dirty="0"/>
                  <a:t>…</a:t>
                </a:r>
                <a:endParaRPr kumimoji="1" lang="ja-JP" altLang="en-US" sz="800" dirty="0"/>
              </a:p>
            </p:txBody>
          </p:sp>
          <p:sp>
            <p:nvSpPr>
              <p:cNvPr id="135" name="楕円 134">
                <a:extLst>
                  <a:ext uri="{FF2B5EF4-FFF2-40B4-BE49-F238E27FC236}">
                    <a16:creationId xmlns:a16="http://schemas.microsoft.com/office/drawing/2014/main" id="{4E2B7949-FE92-0290-2A6C-BE5A6E061458}"/>
                  </a:ext>
                </a:extLst>
              </p:cNvPr>
              <p:cNvSpPr/>
              <p:nvPr/>
            </p:nvSpPr>
            <p:spPr>
              <a:xfrm>
                <a:off x="4318364" y="4666936"/>
                <a:ext cx="393036" cy="119204"/>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57" name="楕円 156">
                <a:extLst>
                  <a:ext uri="{FF2B5EF4-FFF2-40B4-BE49-F238E27FC236}">
                    <a16:creationId xmlns:a16="http://schemas.microsoft.com/office/drawing/2014/main" id="{5FE668C9-0659-8B30-9901-AC15CABB3B56}"/>
                  </a:ext>
                </a:extLst>
              </p:cNvPr>
              <p:cNvSpPr/>
              <p:nvPr/>
            </p:nvSpPr>
            <p:spPr>
              <a:xfrm>
                <a:off x="4855378" y="5910854"/>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58" name="楕円 157">
                <a:extLst>
                  <a:ext uri="{FF2B5EF4-FFF2-40B4-BE49-F238E27FC236}">
                    <a16:creationId xmlns:a16="http://schemas.microsoft.com/office/drawing/2014/main" id="{45F1B23D-A19E-C01F-B1F5-B8AC0D0EF253}"/>
                  </a:ext>
                </a:extLst>
              </p:cNvPr>
              <p:cNvSpPr/>
              <p:nvPr/>
            </p:nvSpPr>
            <p:spPr>
              <a:xfrm>
                <a:off x="5768415" y="6037887"/>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60" name="テキスト ボックス 159">
                <a:extLst>
                  <a:ext uri="{FF2B5EF4-FFF2-40B4-BE49-F238E27FC236}">
                    <a16:creationId xmlns:a16="http://schemas.microsoft.com/office/drawing/2014/main" id="{5D6FE9D4-1CC8-3046-BB6E-CA4457913E27}"/>
                  </a:ext>
                </a:extLst>
              </p:cNvPr>
              <p:cNvSpPr txBox="1"/>
              <p:nvPr/>
            </p:nvSpPr>
            <p:spPr>
              <a:xfrm>
                <a:off x="3819049" y="4607790"/>
                <a:ext cx="263289" cy="197467"/>
              </a:xfrm>
              <a:prstGeom prst="rect">
                <a:avLst/>
              </a:prstGeom>
              <a:noFill/>
            </p:spPr>
            <p:txBody>
              <a:bodyPr wrap="none" rtlCol="0">
                <a:spAutoFit/>
              </a:bodyPr>
              <a:lstStyle/>
              <a:p>
                <a:pPr algn="ctr"/>
                <a:r>
                  <a:rPr kumimoji="1" lang="en-US" altLang="ja-JP" sz="800" dirty="0"/>
                  <a:t>…</a:t>
                </a:r>
                <a:endParaRPr kumimoji="1" lang="ja-JP" altLang="en-US" sz="800" dirty="0"/>
              </a:p>
            </p:txBody>
          </p:sp>
          <p:sp>
            <p:nvSpPr>
              <p:cNvPr id="161" name="楕円 160">
                <a:extLst>
                  <a:ext uri="{FF2B5EF4-FFF2-40B4-BE49-F238E27FC236}">
                    <a16:creationId xmlns:a16="http://schemas.microsoft.com/office/drawing/2014/main" id="{3A75A908-8D67-E4A6-10A4-BD42B5E36711}"/>
                  </a:ext>
                </a:extLst>
              </p:cNvPr>
              <p:cNvSpPr/>
              <p:nvPr/>
            </p:nvSpPr>
            <p:spPr>
              <a:xfrm>
                <a:off x="3754567" y="4655868"/>
                <a:ext cx="393036" cy="119204"/>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62" name="テキスト ボックス 161">
                <a:extLst>
                  <a:ext uri="{FF2B5EF4-FFF2-40B4-BE49-F238E27FC236}">
                    <a16:creationId xmlns:a16="http://schemas.microsoft.com/office/drawing/2014/main" id="{C0C4212A-C3CF-082A-3BF3-63C200C3465F}"/>
                  </a:ext>
                </a:extLst>
              </p:cNvPr>
              <p:cNvSpPr txBox="1"/>
              <p:nvPr/>
            </p:nvSpPr>
            <p:spPr>
              <a:xfrm>
                <a:off x="3200472" y="4601748"/>
                <a:ext cx="263289" cy="197467"/>
              </a:xfrm>
              <a:prstGeom prst="rect">
                <a:avLst/>
              </a:prstGeom>
              <a:noFill/>
            </p:spPr>
            <p:txBody>
              <a:bodyPr wrap="none" rtlCol="0">
                <a:spAutoFit/>
              </a:bodyPr>
              <a:lstStyle/>
              <a:p>
                <a:pPr algn="ctr"/>
                <a:r>
                  <a:rPr kumimoji="1" lang="en-US" altLang="ja-JP" sz="800" dirty="0"/>
                  <a:t>…</a:t>
                </a:r>
                <a:endParaRPr kumimoji="1" lang="ja-JP" altLang="en-US" sz="800" dirty="0"/>
              </a:p>
            </p:txBody>
          </p:sp>
          <p:sp>
            <p:nvSpPr>
              <p:cNvPr id="164" name="楕円 163">
                <a:extLst>
                  <a:ext uri="{FF2B5EF4-FFF2-40B4-BE49-F238E27FC236}">
                    <a16:creationId xmlns:a16="http://schemas.microsoft.com/office/drawing/2014/main" id="{77E4D384-61EE-5B97-A84A-647AC1338AE9}"/>
                  </a:ext>
                </a:extLst>
              </p:cNvPr>
              <p:cNvSpPr/>
              <p:nvPr/>
            </p:nvSpPr>
            <p:spPr>
              <a:xfrm>
                <a:off x="3135992" y="4649827"/>
                <a:ext cx="393036" cy="119204"/>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65" name="テキスト ボックス 164">
                <a:extLst>
                  <a:ext uri="{FF2B5EF4-FFF2-40B4-BE49-F238E27FC236}">
                    <a16:creationId xmlns:a16="http://schemas.microsoft.com/office/drawing/2014/main" id="{2BF351CF-EC1B-F9CB-B41B-2E58CDE6148F}"/>
                  </a:ext>
                </a:extLst>
              </p:cNvPr>
              <p:cNvSpPr txBox="1"/>
              <p:nvPr/>
            </p:nvSpPr>
            <p:spPr>
              <a:xfrm rot="2848417">
                <a:off x="2175690" y="4764057"/>
                <a:ext cx="263289" cy="197467"/>
              </a:xfrm>
              <a:prstGeom prst="rect">
                <a:avLst/>
              </a:prstGeom>
              <a:noFill/>
            </p:spPr>
            <p:txBody>
              <a:bodyPr wrap="none" rtlCol="0">
                <a:spAutoFit/>
              </a:bodyPr>
              <a:lstStyle/>
              <a:p>
                <a:pPr algn="ctr"/>
                <a:r>
                  <a:rPr kumimoji="1" lang="en-US" altLang="ja-JP" sz="800" dirty="0"/>
                  <a:t>…</a:t>
                </a:r>
                <a:endParaRPr kumimoji="1" lang="ja-JP" altLang="en-US" sz="800" dirty="0"/>
              </a:p>
            </p:txBody>
          </p:sp>
          <p:sp>
            <p:nvSpPr>
              <p:cNvPr id="167" name="楕円 166">
                <a:extLst>
                  <a:ext uri="{FF2B5EF4-FFF2-40B4-BE49-F238E27FC236}">
                    <a16:creationId xmlns:a16="http://schemas.microsoft.com/office/drawing/2014/main" id="{BF5D8C7F-76C2-BF1F-7005-7FCB4D0E29AE}"/>
                  </a:ext>
                </a:extLst>
              </p:cNvPr>
              <p:cNvSpPr/>
              <p:nvPr/>
            </p:nvSpPr>
            <p:spPr>
              <a:xfrm rot="2848417">
                <a:off x="2019825" y="4736796"/>
                <a:ext cx="476883" cy="119204"/>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70" name="直線矢印コネクタ 169">
                <a:extLst>
                  <a:ext uri="{FF2B5EF4-FFF2-40B4-BE49-F238E27FC236}">
                    <a16:creationId xmlns:a16="http://schemas.microsoft.com/office/drawing/2014/main" id="{EC7FCA5C-BEFD-8138-9A7B-FC3B7B08A5C9}"/>
                  </a:ext>
                </a:extLst>
              </p:cNvPr>
              <p:cNvCxnSpPr>
                <a:cxnSpLocks/>
                <a:stCxn id="57" idx="2"/>
                <a:endCxn id="13" idx="0"/>
              </p:cNvCxnSpPr>
              <p:nvPr/>
            </p:nvCxnSpPr>
            <p:spPr>
              <a:xfrm>
                <a:off x="3540468" y="3748805"/>
                <a:ext cx="1" cy="239211"/>
              </a:xfrm>
              <a:prstGeom prst="straightConnector1">
                <a:avLst/>
              </a:prstGeom>
              <a:ln w="19050">
                <a:solidFill>
                  <a:schemeClr val="bg1">
                    <a:lumMod val="50000"/>
                  </a:schemeClr>
                </a:solidFill>
                <a:prstDash val="solid"/>
                <a:tailEnd type="triangle" w="lg" len="med"/>
              </a:ln>
            </p:spPr>
            <p:style>
              <a:lnRef idx="2">
                <a:schemeClr val="accent1"/>
              </a:lnRef>
              <a:fillRef idx="0">
                <a:schemeClr val="accent1"/>
              </a:fillRef>
              <a:effectRef idx="1">
                <a:schemeClr val="accent1"/>
              </a:effectRef>
              <a:fontRef idx="minor">
                <a:schemeClr val="tx1"/>
              </a:fontRef>
            </p:style>
          </p:cxnSp>
          <p:sp>
            <p:nvSpPr>
              <p:cNvPr id="171" name="正方形/長方形 170">
                <a:extLst>
                  <a:ext uri="{FF2B5EF4-FFF2-40B4-BE49-F238E27FC236}">
                    <a16:creationId xmlns:a16="http://schemas.microsoft.com/office/drawing/2014/main" id="{CF6AEC69-16E7-727D-2F5A-F3A0F4509B68}"/>
                  </a:ext>
                </a:extLst>
              </p:cNvPr>
              <p:cNvSpPr/>
              <p:nvPr/>
            </p:nvSpPr>
            <p:spPr>
              <a:xfrm>
                <a:off x="1922266" y="2653271"/>
                <a:ext cx="1098265" cy="1974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6000" rIns="0" rtlCol="0" anchor="ctr">
                <a:spAutoFit/>
              </a:bodyPr>
              <a:lstStyle/>
              <a:p>
                <a:pPr algn="ctr"/>
                <a:r>
                  <a:rPr kumimoji="1" lang="ja-JP" altLang="en-US" sz="800" dirty="0"/>
                  <a:t>対数日次スポット価格</a:t>
                </a:r>
              </a:p>
            </p:txBody>
          </p:sp>
          <p:sp>
            <p:nvSpPr>
              <p:cNvPr id="172" name="正方形/長方形 171">
                <a:extLst>
                  <a:ext uri="{FF2B5EF4-FFF2-40B4-BE49-F238E27FC236}">
                    <a16:creationId xmlns:a16="http://schemas.microsoft.com/office/drawing/2014/main" id="{FB937941-88D2-5A4F-8C6A-244240A9E7D3}"/>
                  </a:ext>
                </a:extLst>
              </p:cNvPr>
              <p:cNvSpPr/>
              <p:nvPr/>
            </p:nvSpPr>
            <p:spPr>
              <a:xfrm>
                <a:off x="1922266" y="3898112"/>
                <a:ext cx="1098265" cy="1974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6000" rIns="0" rtlCol="0" anchor="ctr">
                <a:spAutoFit/>
              </a:bodyPr>
              <a:lstStyle/>
              <a:p>
                <a:pPr algn="ctr"/>
                <a:r>
                  <a:rPr kumimoji="1" lang="ja-JP" altLang="en-US" sz="800" dirty="0"/>
                  <a:t>日次スポット価格</a:t>
                </a:r>
              </a:p>
            </p:txBody>
          </p:sp>
          <p:sp>
            <p:nvSpPr>
              <p:cNvPr id="176" name="正方形/長方形 175">
                <a:extLst>
                  <a:ext uri="{FF2B5EF4-FFF2-40B4-BE49-F238E27FC236}">
                    <a16:creationId xmlns:a16="http://schemas.microsoft.com/office/drawing/2014/main" id="{4E811B8B-EF5F-6A50-E427-7AB1BDEA56CF}"/>
                  </a:ext>
                </a:extLst>
              </p:cNvPr>
              <p:cNvSpPr/>
              <p:nvPr/>
            </p:nvSpPr>
            <p:spPr>
              <a:xfrm>
                <a:off x="788341" y="4741575"/>
                <a:ext cx="1098265" cy="1974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6000" rIns="0" rtlCol="0" anchor="ctr">
                <a:spAutoFit/>
              </a:bodyPr>
              <a:lstStyle/>
              <a:p>
                <a:pPr algn="ctr"/>
                <a:r>
                  <a:rPr lang="ja-JP" altLang="en-US" sz="800" dirty="0"/>
                  <a:t>コマ別</a:t>
                </a:r>
                <a:r>
                  <a:rPr kumimoji="1" lang="ja-JP" altLang="en-US" sz="800" dirty="0"/>
                  <a:t>スポット価格</a:t>
                </a:r>
              </a:p>
            </p:txBody>
          </p:sp>
          <p:sp>
            <p:nvSpPr>
              <p:cNvPr id="177" name="テキスト ボックス 176">
                <a:extLst>
                  <a:ext uri="{FF2B5EF4-FFF2-40B4-BE49-F238E27FC236}">
                    <a16:creationId xmlns:a16="http://schemas.microsoft.com/office/drawing/2014/main" id="{C4F797BF-94FD-DD2A-7D91-9CD3AD6030C1}"/>
                  </a:ext>
                </a:extLst>
              </p:cNvPr>
              <p:cNvSpPr txBox="1"/>
              <p:nvPr/>
            </p:nvSpPr>
            <p:spPr>
              <a:xfrm>
                <a:off x="3597188" y="3765445"/>
                <a:ext cx="1337364" cy="197467"/>
              </a:xfrm>
              <a:prstGeom prst="rect">
                <a:avLst/>
              </a:prstGeom>
              <a:noFill/>
            </p:spPr>
            <p:txBody>
              <a:bodyPr wrap="square" rtlCol="0">
                <a:spAutoFit/>
              </a:bodyPr>
              <a:lstStyle/>
              <a:p>
                <a:r>
                  <a:rPr lang="ja-JP" altLang="en-US" sz="800" dirty="0"/>
                  <a:t>指数関数で変換</a:t>
                </a:r>
                <a:endParaRPr kumimoji="1" lang="en-US" altLang="ja-JP" sz="800" dirty="0"/>
              </a:p>
            </p:txBody>
          </p:sp>
        </p:grpSp>
        <p:sp>
          <p:nvSpPr>
            <p:cNvPr id="180" name="正方形/長方形 179">
              <a:extLst>
                <a:ext uri="{FF2B5EF4-FFF2-40B4-BE49-F238E27FC236}">
                  <a16:creationId xmlns:a16="http://schemas.microsoft.com/office/drawing/2014/main" id="{49A60C10-65FB-AF50-0D13-53CCC288925D}"/>
                </a:ext>
              </a:extLst>
            </p:cNvPr>
            <p:cNvSpPr/>
            <p:nvPr/>
          </p:nvSpPr>
          <p:spPr>
            <a:xfrm>
              <a:off x="346438" y="2544030"/>
              <a:ext cx="1507378" cy="240721"/>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t>シミュレーションパス１本目</a:t>
              </a:r>
              <a:endParaRPr kumimoji="1" lang="ja-JP" altLang="en-US" sz="800" dirty="0"/>
            </a:p>
          </p:txBody>
        </p:sp>
      </p:grpSp>
      <p:cxnSp>
        <p:nvCxnSpPr>
          <p:cNvPr id="416" name="直線コネクタ 415">
            <a:extLst>
              <a:ext uri="{FF2B5EF4-FFF2-40B4-BE49-F238E27FC236}">
                <a16:creationId xmlns:a16="http://schemas.microsoft.com/office/drawing/2014/main" id="{495BDDBF-EE81-4BF0-27A1-A3BBAECA4719}"/>
              </a:ext>
            </a:extLst>
          </p:cNvPr>
          <p:cNvCxnSpPr>
            <a:cxnSpLocks/>
          </p:cNvCxnSpPr>
          <p:nvPr/>
        </p:nvCxnSpPr>
        <p:spPr>
          <a:xfrm>
            <a:off x="9241554" y="2773302"/>
            <a:ext cx="159089" cy="239374"/>
          </a:xfrm>
          <a:prstGeom prst="line">
            <a:avLst/>
          </a:prstGeom>
          <a:ln w="53975" cap="rnd">
            <a:prstDash val="sysDot"/>
            <a:round/>
          </a:ln>
        </p:spPr>
        <p:style>
          <a:lnRef idx="2">
            <a:schemeClr val="accent1"/>
          </a:lnRef>
          <a:fillRef idx="0">
            <a:schemeClr val="accent1"/>
          </a:fillRef>
          <a:effectRef idx="1">
            <a:schemeClr val="accent1"/>
          </a:effectRef>
          <a:fontRef idx="minor">
            <a:schemeClr val="tx1"/>
          </a:fontRef>
        </p:style>
      </p:cxnSp>
      <p:sp>
        <p:nvSpPr>
          <p:cNvPr id="491" name="テキスト ボックス 490">
            <a:extLst>
              <a:ext uri="{FF2B5EF4-FFF2-40B4-BE49-F238E27FC236}">
                <a16:creationId xmlns:a16="http://schemas.microsoft.com/office/drawing/2014/main" id="{C0F83C63-A378-69B8-299C-D9EB539464D7}"/>
              </a:ext>
            </a:extLst>
          </p:cNvPr>
          <p:cNvSpPr txBox="1"/>
          <p:nvPr/>
        </p:nvSpPr>
        <p:spPr>
          <a:xfrm>
            <a:off x="9637319" y="2885551"/>
            <a:ext cx="2492990" cy="830997"/>
          </a:xfrm>
          <a:prstGeom prst="rect">
            <a:avLst/>
          </a:prstGeom>
          <a:noFill/>
        </p:spPr>
        <p:txBody>
          <a:bodyPr wrap="none" rtlCol="0">
            <a:spAutoFit/>
          </a:bodyPr>
          <a:lstStyle/>
          <a:p>
            <a:r>
              <a:rPr kumimoji="1" lang="ja-JP" altLang="en-US" sz="1200" dirty="0"/>
              <a:t>シミュレーション回数分繰り返す</a:t>
            </a:r>
            <a:endParaRPr kumimoji="1" lang="en-US" altLang="ja-JP" sz="1200" dirty="0"/>
          </a:p>
          <a:p>
            <a:endParaRPr kumimoji="1" lang="en-US" altLang="ja-JP" sz="1200" dirty="0"/>
          </a:p>
          <a:p>
            <a:r>
              <a:rPr lang="ja-JP" altLang="en-US" sz="1200" dirty="0"/>
              <a:t>シミュレーションパスごとに</a:t>
            </a:r>
            <a:endParaRPr lang="en-US" altLang="ja-JP" sz="1200" dirty="0"/>
          </a:p>
          <a:p>
            <a:r>
              <a:rPr lang="ja-JP" altLang="en-US" sz="1200" dirty="0"/>
              <a:t>ペイオフの計算を行う</a:t>
            </a:r>
            <a:endParaRPr kumimoji="1" lang="ja-JP" altLang="en-US" sz="1200" dirty="0"/>
          </a:p>
        </p:txBody>
      </p:sp>
      <p:graphicFrame>
        <p:nvGraphicFramePr>
          <p:cNvPr id="493" name="表 492">
            <a:extLst>
              <a:ext uri="{FF2B5EF4-FFF2-40B4-BE49-F238E27FC236}">
                <a16:creationId xmlns:a16="http://schemas.microsoft.com/office/drawing/2014/main" id="{7B5F4DF0-AA1A-F547-F509-81E6BCC3A9B8}"/>
              </a:ext>
            </a:extLst>
          </p:cNvPr>
          <p:cNvGraphicFramePr>
            <a:graphicFrameLocks noGrp="1"/>
          </p:cNvGraphicFramePr>
          <p:nvPr>
            <p:extLst>
              <p:ext uri="{D42A27DB-BD31-4B8C-83A1-F6EECF244321}">
                <p14:modId xmlns:p14="http://schemas.microsoft.com/office/powerpoint/2010/main" val="3028916712"/>
              </p:ext>
            </p:extLst>
          </p:nvPr>
        </p:nvGraphicFramePr>
        <p:xfrm>
          <a:off x="6329180" y="4159435"/>
          <a:ext cx="2590180" cy="1922018"/>
        </p:xfrm>
        <a:graphic>
          <a:graphicData uri="http://schemas.openxmlformats.org/drawingml/2006/table">
            <a:tbl>
              <a:tblPr firstRow="1" bandRow="1"/>
              <a:tblGrid>
                <a:gridCol w="518036">
                  <a:extLst>
                    <a:ext uri="{9D8B030D-6E8A-4147-A177-3AD203B41FA5}">
                      <a16:colId xmlns:a16="http://schemas.microsoft.com/office/drawing/2014/main" val="1187811139"/>
                    </a:ext>
                  </a:extLst>
                </a:gridCol>
                <a:gridCol w="518036">
                  <a:extLst>
                    <a:ext uri="{9D8B030D-6E8A-4147-A177-3AD203B41FA5}">
                      <a16:colId xmlns:a16="http://schemas.microsoft.com/office/drawing/2014/main" val="3724946390"/>
                    </a:ext>
                  </a:extLst>
                </a:gridCol>
                <a:gridCol w="518036">
                  <a:extLst>
                    <a:ext uri="{9D8B030D-6E8A-4147-A177-3AD203B41FA5}">
                      <a16:colId xmlns:a16="http://schemas.microsoft.com/office/drawing/2014/main" val="1629234053"/>
                    </a:ext>
                  </a:extLst>
                </a:gridCol>
                <a:gridCol w="518036">
                  <a:extLst>
                    <a:ext uri="{9D8B030D-6E8A-4147-A177-3AD203B41FA5}">
                      <a16:colId xmlns:a16="http://schemas.microsoft.com/office/drawing/2014/main" val="2295633697"/>
                    </a:ext>
                  </a:extLst>
                </a:gridCol>
                <a:gridCol w="518036">
                  <a:extLst>
                    <a:ext uri="{9D8B030D-6E8A-4147-A177-3AD203B41FA5}">
                      <a16:colId xmlns:a16="http://schemas.microsoft.com/office/drawing/2014/main" val="203250672"/>
                    </a:ext>
                  </a:extLst>
                </a:gridCol>
              </a:tblGrid>
              <a:tr h="247744">
                <a:tc>
                  <a:txBody>
                    <a:bodyPr/>
                    <a:lstStyle/>
                    <a:p>
                      <a:pPr algn="ctr"/>
                      <a:r>
                        <a:rPr kumimoji="1" lang="ja-JP" altLang="en-US" sz="600" dirty="0">
                          <a:solidFill>
                            <a:schemeClr val="bg1"/>
                          </a:solidFill>
                        </a:rPr>
                        <a:t>将来予測</a:t>
                      </a:r>
                      <a:endParaRPr kumimoji="1" lang="en-US" altLang="ja-JP" sz="600" dirty="0">
                        <a:solidFill>
                          <a:schemeClr val="bg1"/>
                        </a:solidFill>
                      </a:endParaRPr>
                    </a:p>
                    <a:p>
                      <a:pPr algn="ctr"/>
                      <a:r>
                        <a:rPr kumimoji="1" lang="ja-JP" altLang="en-US" sz="600" dirty="0">
                          <a:solidFill>
                            <a:schemeClr val="bg1"/>
                          </a:solidFill>
                        </a:rPr>
                        <a:t>日付</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600" dirty="0">
                          <a:solidFill>
                            <a:schemeClr val="bg1"/>
                          </a:solidFill>
                        </a:rPr>
                        <a:t>コマ１</a:t>
                      </a:r>
                      <a:endParaRPr kumimoji="1" lang="en-US" altLang="ja-JP" sz="600" dirty="0">
                        <a:solidFill>
                          <a:schemeClr val="bg1"/>
                        </a:solidFill>
                      </a:endParaRPr>
                    </a:p>
                    <a:p>
                      <a:pPr algn="ctr"/>
                      <a:r>
                        <a:rPr kumimoji="1" lang="ja-JP" altLang="en-US" sz="6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600" dirty="0">
                          <a:solidFill>
                            <a:schemeClr val="bg1"/>
                          </a:solidFill>
                        </a:rPr>
                        <a:t>コマ２</a:t>
                      </a:r>
                      <a:endParaRPr kumimoji="1" lang="en-US" altLang="ja-JP" sz="600" dirty="0">
                        <a:solidFill>
                          <a:schemeClr val="bg1"/>
                        </a:solidFill>
                      </a:endParaRPr>
                    </a:p>
                    <a:p>
                      <a:pPr algn="ctr"/>
                      <a:r>
                        <a:rPr kumimoji="1" lang="ja-JP" altLang="en-US" sz="6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600" dirty="0">
                          <a:solidFill>
                            <a:schemeClr val="bg1"/>
                          </a:solidFill>
                        </a:rPr>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600" dirty="0">
                          <a:solidFill>
                            <a:schemeClr val="bg1"/>
                          </a:solidFill>
                        </a:rPr>
                        <a:t>コマ</a:t>
                      </a:r>
                      <a:r>
                        <a:rPr kumimoji="1" lang="en-US" altLang="ja-JP" sz="600" dirty="0">
                          <a:solidFill>
                            <a:schemeClr val="bg1"/>
                          </a:solidFill>
                        </a:rPr>
                        <a:t>48</a:t>
                      </a:r>
                    </a:p>
                    <a:p>
                      <a:pPr algn="ctr"/>
                      <a:r>
                        <a:rPr kumimoji="1" lang="ja-JP" altLang="en-US" sz="6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47542">
                <a:tc>
                  <a:txBody>
                    <a:bodyPr/>
                    <a:lstStyle/>
                    <a:p>
                      <a:pPr algn="ctr"/>
                      <a:r>
                        <a:rPr kumimoji="1" lang="en-US" altLang="ja-JP" sz="600" dirty="0"/>
                        <a:t>2026/4/1</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8.92</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8.86</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9.10</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47542">
                <a:tc>
                  <a:txBody>
                    <a:bodyPr/>
                    <a:lstStyle/>
                    <a:p>
                      <a:pPr algn="ctr"/>
                      <a:r>
                        <a:rPr kumimoji="1" lang="en-US" altLang="ja-JP" sz="600" dirty="0"/>
                        <a:t>2026/4/2</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15.55</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14.6</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18.9</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47542">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47542">
                <a:tc>
                  <a:txBody>
                    <a:bodyPr/>
                    <a:lstStyle/>
                    <a:p>
                      <a:pPr algn="ctr"/>
                      <a:r>
                        <a:rPr kumimoji="1" lang="en-US" altLang="ja-JP" sz="600" dirty="0"/>
                        <a:t>2026/4/30</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7.30</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6.09</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6.10</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47542">
                <a:tc>
                  <a:txBody>
                    <a:bodyPr/>
                    <a:lstStyle/>
                    <a:p>
                      <a:pPr algn="ctr"/>
                      <a:r>
                        <a:rPr kumimoji="1" lang="en-US" altLang="ja-JP" sz="600" dirty="0"/>
                        <a:t>2026/5/1</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13.06</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11.78</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12.86</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47542">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47542">
                <a:tc>
                  <a:txBody>
                    <a:bodyPr/>
                    <a:lstStyle/>
                    <a:p>
                      <a:pPr algn="ctr"/>
                      <a:r>
                        <a:rPr kumimoji="1" lang="en-US" altLang="ja-JP" sz="600" dirty="0"/>
                        <a:t>2026/5/31</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15.06</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15.18</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14.97</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47542">
                <a:tc>
                  <a:txBody>
                    <a:bodyPr/>
                    <a:lstStyle/>
                    <a:p>
                      <a:pPr algn="ctr"/>
                      <a:r>
                        <a:rPr kumimoji="1" lang="en-US" altLang="ja-JP" sz="600" dirty="0"/>
                        <a:t>2026/6/1</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9.24</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8.20</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8.61</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47542">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47542">
                <a:tc>
                  <a:txBody>
                    <a:bodyPr/>
                    <a:lstStyle/>
                    <a:p>
                      <a:pPr algn="ctr"/>
                      <a:r>
                        <a:rPr kumimoji="1" lang="en-US" altLang="ja-JP" sz="600" dirty="0"/>
                        <a:t>2026/6/30</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17.76</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17.22</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600" dirty="0"/>
                        <a:t>13.24</a:t>
                      </a: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47542">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sp>
        <p:nvSpPr>
          <p:cNvPr id="494" name="正方形/長方形 493">
            <a:extLst>
              <a:ext uri="{FF2B5EF4-FFF2-40B4-BE49-F238E27FC236}">
                <a16:creationId xmlns:a16="http://schemas.microsoft.com/office/drawing/2014/main" id="{E2D1232F-FD27-A009-EF1D-763E680860ED}"/>
              </a:ext>
            </a:extLst>
          </p:cNvPr>
          <p:cNvSpPr/>
          <p:nvPr/>
        </p:nvSpPr>
        <p:spPr>
          <a:xfrm>
            <a:off x="6292464" y="4126924"/>
            <a:ext cx="2671031" cy="2085231"/>
          </a:xfrm>
          <a:prstGeom prst="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5" name="正方形/長方形 494">
            <a:extLst>
              <a:ext uri="{FF2B5EF4-FFF2-40B4-BE49-F238E27FC236}">
                <a16:creationId xmlns:a16="http://schemas.microsoft.com/office/drawing/2014/main" id="{1C43162D-A36D-ED74-3F21-1829DD1B4570}"/>
              </a:ext>
            </a:extLst>
          </p:cNvPr>
          <p:cNvSpPr/>
          <p:nvPr/>
        </p:nvSpPr>
        <p:spPr>
          <a:xfrm>
            <a:off x="998527" y="4994030"/>
            <a:ext cx="4929833" cy="1186297"/>
          </a:xfrm>
          <a:prstGeom prst="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96" name="直線矢印コネクタ 495">
            <a:extLst>
              <a:ext uri="{FF2B5EF4-FFF2-40B4-BE49-F238E27FC236}">
                <a16:creationId xmlns:a16="http://schemas.microsoft.com/office/drawing/2014/main" id="{7A479AE8-5829-5E75-8488-68C2F0F0709F}"/>
              </a:ext>
            </a:extLst>
          </p:cNvPr>
          <p:cNvCxnSpPr>
            <a:cxnSpLocks/>
          </p:cNvCxnSpPr>
          <p:nvPr/>
        </p:nvCxnSpPr>
        <p:spPr>
          <a:xfrm>
            <a:off x="5928360" y="5590822"/>
            <a:ext cx="364104" cy="0"/>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6156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正方形/長方形 42">
            <a:extLst>
              <a:ext uri="{FF2B5EF4-FFF2-40B4-BE49-F238E27FC236}">
                <a16:creationId xmlns:a16="http://schemas.microsoft.com/office/drawing/2014/main" id="{905380C7-633B-EDE9-6983-86E4828BD845}"/>
              </a:ext>
            </a:extLst>
          </p:cNvPr>
          <p:cNvSpPr/>
          <p:nvPr/>
        </p:nvSpPr>
        <p:spPr>
          <a:xfrm>
            <a:off x="215757" y="2275012"/>
            <a:ext cx="7483673" cy="4335695"/>
          </a:xfrm>
          <a:prstGeom prst="rect">
            <a:avLst/>
          </a:prstGeom>
          <a:solidFill>
            <a:schemeClr val="tx2">
              <a:lumMod val="10000"/>
              <a:lumOff val="9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D018E769-73F3-2939-8D26-9B21FB0573AD}"/>
              </a:ext>
            </a:extLst>
          </p:cNvPr>
          <p:cNvSpPr/>
          <p:nvPr/>
        </p:nvSpPr>
        <p:spPr>
          <a:xfrm>
            <a:off x="8706627" y="2931122"/>
            <a:ext cx="3150441" cy="2953752"/>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39" name="正方形/長方形 38">
                <a:extLst>
                  <a:ext uri="{FF2B5EF4-FFF2-40B4-BE49-F238E27FC236}">
                    <a16:creationId xmlns:a16="http://schemas.microsoft.com/office/drawing/2014/main" id="{0CE52D74-514B-D763-212B-F28AF05A84E5}"/>
                  </a:ext>
                </a:extLst>
              </p:cNvPr>
              <p:cNvSpPr/>
              <p:nvPr/>
            </p:nvSpPr>
            <p:spPr>
              <a:xfrm>
                <a:off x="8706628" y="2939192"/>
                <a:ext cx="3150440" cy="250183"/>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ja-JP" altLang="en-US" sz="1200" dirty="0"/>
                  <a:t>増量オプションのペイオフ </a:t>
                </a:r>
                <a14:m>
                  <m:oMath xmlns:m="http://schemas.openxmlformats.org/officeDocument/2006/math">
                    <m:r>
                      <a:rPr lang="en-US" altLang="ja-JP" sz="1200" b="0" i="1" smtClean="0">
                        <a:latin typeface="Cambria Math" panose="02040503050406030204" pitchFamily="18" charset="0"/>
                      </a:rPr>
                      <m:t>𝑀𝑎𝑥</m:t>
                    </m:r>
                    <m:r>
                      <a:rPr lang="en-US" altLang="ja-JP" sz="1200" b="0" i="1" smtClean="0">
                        <a:latin typeface="Cambria Math" panose="02040503050406030204" pitchFamily="18" charset="0"/>
                      </a:rPr>
                      <m:t>(</m:t>
                    </m:r>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𝑃</m:t>
                        </m:r>
                      </m:e>
                      <m:sub>
                        <m:r>
                          <a:rPr lang="en-US" altLang="ja-JP" sz="1200" b="0" i="1" smtClean="0">
                            <a:latin typeface="Cambria Math" panose="02040503050406030204" pitchFamily="18" charset="0"/>
                          </a:rPr>
                          <m:t>𝑡</m:t>
                        </m:r>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𝑖</m:t>
                        </m:r>
                      </m:sub>
                    </m:sSub>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𝐾</m:t>
                    </m:r>
                    <m:r>
                      <a:rPr lang="en-US" altLang="ja-JP" sz="1200" b="0" i="1" smtClean="0">
                        <a:latin typeface="Cambria Math" panose="02040503050406030204" pitchFamily="18" charset="0"/>
                      </a:rPr>
                      <m:t>, 0)</m:t>
                    </m:r>
                  </m:oMath>
                </a14:m>
                <a:endParaRPr kumimoji="1" lang="ja-JP" altLang="en-US" sz="1200" dirty="0"/>
              </a:p>
            </p:txBody>
          </p:sp>
        </mc:Choice>
        <mc:Fallback>
          <p:sp>
            <p:nvSpPr>
              <p:cNvPr id="39" name="正方形/長方形 38">
                <a:extLst>
                  <a:ext uri="{FF2B5EF4-FFF2-40B4-BE49-F238E27FC236}">
                    <a16:creationId xmlns:a16="http://schemas.microsoft.com/office/drawing/2014/main" id="{0CE52D74-514B-D763-212B-F28AF05A84E5}"/>
                  </a:ext>
                </a:extLst>
              </p:cNvPr>
              <p:cNvSpPr>
                <a:spLocks noRot="1" noChangeAspect="1" noMove="1" noResize="1" noEditPoints="1" noAdjustHandles="1" noChangeArrowheads="1" noChangeShapeType="1" noTextEdit="1"/>
              </p:cNvSpPr>
              <p:nvPr/>
            </p:nvSpPr>
            <p:spPr>
              <a:xfrm>
                <a:off x="8706628" y="2939192"/>
                <a:ext cx="3150440" cy="250183"/>
              </a:xfrm>
              <a:prstGeom prst="rect">
                <a:avLst/>
              </a:prstGeom>
              <a:blipFill>
                <a:blip r:embed="rId3"/>
                <a:stretch>
                  <a:fillRect t="-4878" b="-26829"/>
                </a:stretch>
              </a:blipFill>
              <a:ln>
                <a:noFill/>
              </a:ln>
            </p:spPr>
            <p:txBody>
              <a:bodyPr/>
              <a:lstStyle/>
              <a:p>
                <a:r>
                  <a:rPr lang="ja-JP" altLang="en-US">
                    <a:noFill/>
                  </a:rPr>
                  <a:t> </a:t>
                </a:r>
              </a:p>
            </p:txBody>
          </p:sp>
        </mc:Fallback>
      </mc:AlternateContent>
      <p:graphicFrame>
        <p:nvGraphicFramePr>
          <p:cNvPr id="40" name="表 39">
            <a:extLst>
              <a:ext uri="{FF2B5EF4-FFF2-40B4-BE49-F238E27FC236}">
                <a16:creationId xmlns:a16="http://schemas.microsoft.com/office/drawing/2014/main" id="{BD5E1DCF-1EC9-C7C5-610C-EC0A455D1E75}"/>
              </a:ext>
            </a:extLst>
          </p:cNvPr>
          <p:cNvGraphicFramePr>
            <a:graphicFrameLocks noGrp="1"/>
          </p:cNvGraphicFramePr>
          <p:nvPr>
            <p:extLst>
              <p:ext uri="{D42A27DB-BD31-4B8C-83A1-F6EECF244321}">
                <p14:modId xmlns:p14="http://schemas.microsoft.com/office/powerpoint/2010/main" val="1556291009"/>
              </p:ext>
            </p:extLst>
          </p:nvPr>
        </p:nvGraphicFramePr>
        <p:xfrm>
          <a:off x="8848492" y="3372590"/>
          <a:ext cx="2875317" cy="2359208"/>
        </p:xfrm>
        <a:graphic>
          <a:graphicData uri="http://schemas.openxmlformats.org/drawingml/2006/table">
            <a:tbl>
              <a:tblPr firstRow="1" bandRow="1"/>
              <a:tblGrid>
                <a:gridCol w="575063">
                  <a:extLst>
                    <a:ext uri="{9D8B030D-6E8A-4147-A177-3AD203B41FA5}">
                      <a16:colId xmlns:a16="http://schemas.microsoft.com/office/drawing/2014/main" val="1187811139"/>
                    </a:ext>
                  </a:extLst>
                </a:gridCol>
                <a:gridCol w="627456">
                  <a:extLst>
                    <a:ext uri="{9D8B030D-6E8A-4147-A177-3AD203B41FA5}">
                      <a16:colId xmlns:a16="http://schemas.microsoft.com/office/drawing/2014/main" val="3724946390"/>
                    </a:ext>
                  </a:extLst>
                </a:gridCol>
                <a:gridCol w="574177">
                  <a:extLst>
                    <a:ext uri="{9D8B030D-6E8A-4147-A177-3AD203B41FA5}">
                      <a16:colId xmlns:a16="http://schemas.microsoft.com/office/drawing/2014/main" val="1629234053"/>
                    </a:ext>
                  </a:extLst>
                </a:gridCol>
                <a:gridCol w="523558">
                  <a:extLst>
                    <a:ext uri="{9D8B030D-6E8A-4147-A177-3AD203B41FA5}">
                      <a16:colId xmlns:a16="http://schemas.microsoft.com/office/drawing/2014/main" val="2295633697"/>
                    </a:ext>
                  </a:extLst>
                </a:gridCol>
                <a:gridCol w="575063">
                  <a:extLst>
                    <a:ext uri="{9D8B030D-6E8A-4147-A177-3AD203B41FA5}">
                      <a16:colId xmlns:a16="http://schemas.microsoft.com/office/drawing/2014/main" val="203250672"/>
                    </a:ext>
                  </a:extLst>
                </a:gridCol>
              </a:tblGrid>
              <a:tr h="312438">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tx1"/>
                          </a:solidFill>
                        </a:rPr>
                        <a:t>契約</a:t>
                      </a:r>
                      <a:endParaRPr kumimoji="1" lang="en-US" altLang="ja-JP"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bg1"/>
                          </a:solidFill>
                        </a:rPr>
                        <a:t>コマ</a:t>
                      </a:r>
                      <a:r>
                        <a:rPr kumimoji="1" lang="en-US" altLang="ja-JP" sz="800" dirty="0">
                          <a:solidFill>
                            <a:schemeClr val="bg1"/>
                          </a:solidFill>
                        </a:rPr>
                        <a:t>1</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6070">
                <a:tc>
                  <a:txBody>
                    <a:bodyPr/>
                    <a:lstStyle/>
                    <a:p>
                      <a:pPr algn="ctr"/>
                      <a:r>
                        <a:rPr kumimoji="1" lang="en-US" altLang="ja-JP" sz="800" dirty="0"/>
                        <a:t>2026/4/31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6070">
                <a:tc>
                  <a:txBody>
                    <a:bodyPr/>
                    <a:lstStyle/>
                    <a:p>
                      <a:pPr algn="ctr"/>
                      <a:r>
                        <a:rPr kumimoji="1" lang="en-US" altLang="ja-JP" sz="800" dirty="0"/>
                        <a:t>2026/4/31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日鉄釜石</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日鉄釜石</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sp>
        <p:nvSpPr>
          <p:cNvPr id="35" name="正方形/長方形 34">
            <a:extLst>
              <a:ext uri="{FF2B5EF4-FFF2-40B4-BE49-F238E27FC236}">
                <a16:creationId xmlns:a16="http://schemas.microsoft.com/office/drawing/2014/main" id="{7C314984-CE84-A3DB-BD5F-CB61571FBB6B}"/>
              </a:ext>
            </a:extLst>
          </p:cNvPr>
          <p:cNvSpPr/>
          <p:nvPr/>
        </p:nvSpPr>
        <p:spPr>
          <a:xfrm>
            <a:off x="8400517" y="2588221"/>
            <a:ext cx="3150441" cy="2953752"/>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36" name="正方形/長方形 35">
                <a:extLst>
                  <a:ext uri="{FF2B5EF4-FFF2-40B4-BE49-F238E27FC236}">
                    <a16:creationId xmlns:a16="http://schemas.microsoft.com/office/drawing/2014/main" id="{7A32930A-F133-6C45-8E10-E4DAC78A51EE}"/>
                  </a:ext>
                </a:extLst>
              </p:cNvPr>
              <p:cNvSpPr/>
              <p:nvPr/>
            </p:nvSpPr>
            <p:spPr>
              <a:xfrm>
                <a:off x="8400518" y="2596291"/>
                <a:ext cx="3150440" cy="250183"/>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ja-JP" altLang="en-US" sz="1200" dirty="0"/>
                  <a:t>増量オプションのペイオフ </a:t>
                </a:r>
                <a14:m>
                  <m:oMath xmlns:m="http://schemas.openxmlformats.org/officeDocument/2006/math">
                    <m:r>
                      <a:rPr lang="en-US" altLang="ja-JP" sz="1200" b="0" i="1" smtClean="0">
                        <a:latin typeface="Cambria Math" panose="02040503050406030204" pitchFamily="18" charset="0"/>
                      </a:rPr>
                      <m:t>𝑀𝑎𝑥</m:t>
                    </m:r>
                    <m:r>
                      <a:rPr lang="en-US" altLang="ja-JP" sz="1200" b="0" i="1" smtClean="0">
                        <a:latin typeface="Cambria Math" panose="02040503050406030204" pitchFamily="18" charset="0"/>
                      </a:rPr>
                      <m:t>(</m:t>
                    </m:r>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𝑃</m:t>
                        </m:r>
                      </m:e>
                      <m:sub>
                        <m:r>
                          <a:rPr lang="en-US" altLang="ja-JP" sz="1200" b="0" i="1" smtClean="0">
                            <a:latin typeface="Cambria Math" panose="02040503050406030204" pitchFamily="18" charset="0"/>
                          </a:rPr>
                          <m:t>𝑡</m:t>
                        </m:r>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𝑖</m:t>
                        </m:r>
                      </m:sub>
                    </m:sSub>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𝐾</m:t>
                    </m:r>
                    <m:r>
                      <a:rPr lang="en-US" altLang="ja-JP" sz="1200" b="0" i="1" smtClean="0">
                        <a:latin typeface="Cambria Math" panose="02040503050406030204" pitchFamily="18" charset="0"/>
                      </a:rPr>
                      <m:t>, 0)</m:t>
                    </m:r>
                  </m:oMath>
                </a14:m>
                <a:endParaRPr kumimoji="1" lang="ja-JP" altLang="en-US" sz="1200" dirty="0"/>
              </a:p>
            </p:txBody>
          </p:sp>
        </mc:Choice>
        <mc:Fallback>
          <p:sp>
            <p:nvSpPr>
              <p:cNvPr id="36" name="正方形/長方形 35">
                <a:extLst>
                  <a:ext uri="{FF2B5EF4-FFF2-40B4-BE49-F238E27FC236}">
                    <a16:creationId xmlns:a16="http://schemas.microsoft.com/office/drawing/2014/main" id="{7A32930A-F133-6C45-8E10-E4DAC78A51EE}"/>
                  </a:ext>
                </a:extLst>
              </p:cNvPr>
              <p:cNvSpPr>
                <a:spLocks noRot="1" noChangeAspect="1" noMove="1" noResize="1" noEditPoints="1" noAdjustHandles="1" noChangeArrowheads="1" noChangeShapeType="1" noTextEdit="1"/>
              </p:cNvSpPr>
              <p:nvPr/>
            </p:nvSpPr>
            <p:spPr>
              <a:xfrm>
                <a:off x="8400518" y="2596291"/>
                <a:ext cx="3150440" cy="250183"/>
              </a:xfrm>
              <a:prstGeom prst="rect">
                <a:avLst/>
              </a:prstGeom>
              <a:blipFill>
                <a:blip r:embed="rId4"/>
                <a:stretch>
                  <a:fillRect t="-4878" b="-24390"/>
                </a:stretch>
              </a:blipFill>
              <a:ln>
                <a:noFill/>
              </a:ln>
            </p:spPr>
            <p:txBody>
              <a:bodyPr/>
              <a:lstStyle/>
              <a:p>
                <a:r>
                  <a:rPr lang="ja-JP" altLang="en-US">
                    <a:noFill/>
                  </a:rPr>
                  <a:t> </a:t>
                </a:r>
              </a:p>
            </p:txBody>
          </p:sp>
        </mc:Fallback>
      </mc:AlternateContent>
      <p:graphicFrame>
        <p:nvGraphicFramePr>
          <p:cNvPr id="37" name="表 36">
            <a:extLst>
              <a:ext uri="{FF2B5EF4-FFF2-40B4-BE49-F238E27FC236}">
                <a16:creationId xmlns:a16="http://schemas.microsoft.com/office/drawing/2014/main" id="{5872DDA7-F21F-35AF-3827-3663E70A62FE}"/>
              </a:ext>
            </a:extLst>
          </p:cNvPr>
          <p:cNvGraphicFramePr>
            <a:graphicFrameLocks noGrp="1"/>
          </p:cNvGraphicFramePr>
          <p:nvPr>
            <p:extLst>
              <p:ext uri="{D42A27DB-BD31-4B8C-83A1-F6EECF244321}">
                <p14:modId xmlns:p14="http://schemas.microsoft.com/office/powerpoint/2010/main" val="3410278123"/>
              </p:ext>
            </p:extLst>
          </p:nvPr>
        </p:nvGraphicFramePr>
        <p:xfrm>
          <a:off x="8542382" y="3029689"/>
          <a:ext cx="2875317" cy="2359208"/>
        </p:xfrm>
        <a:graphic>
          <a:graphicData uri="http://schemas.openxmlformats.org/drawingml/2006/table">
            <a:tbl>
              <a:tblPr firstRow="1" bandRow="1"/>
              <a:tblGrid>
                <a:gridCol w="575063">
                  <a:extLst>
                    <a:ext uri="{9D8B030D-6E8A-4147-A177-3AD203B41FA5}">
                      <a16:colId xmlns:a16="http://schemas.microsoft.com/office/drawing/2014/main" val="1187811139"/>
                    </a:ext>
                  </a:extLst>
                </a:gridCol>
                <a:gridCol w="627456">
                  <a:extLst>
                    <a:ext uri="{9D8B030D-6E8A-4147-A177-3AD203B41FA5}">
                      <a16:colId xmlns:a16="http://schemas.microsoft.com/office/drawing/2014/main" val="3724946390"/>
                    </a:ext>
                  </a:extLst>
                </a:gridCol>
                <a:gridCol w="574177">
                  <a:extLst>
                    <a:ext uri="{9D8B030D-6E8A-4147-A177-3AD203B41FA5}">
                      <a16:colId xmlns:a16="http://schemas.microsoft.com/office/drawing/2014/main" val="1629234053"/>
                    </a:ext>
                  </a:extLst>
                </a:gridCol>
                <a:gridCol w="523558">
                  <a:extLst>
                    <a:ext uri="{9D8B030D-6E8A-4147-A177-3AD203B41FA5}">
                      <a16:colId xmlns:a16="http://schemas.microsoft.com/office/drawing/2014/main" val="2295633697"/>
                    </a:ext>
                  </a:extLst>
                </a:gridCol>
                <a:gridCol w="575063">
                  <a:extLst>
                    <a:ext uri="{9D8B030D-6E8A-4147-A177-3AD203B41FA5}">
                      <a16:colId xmlns:a16="http://schemas.microsoft.com/office/drawing/2014/main" val="203250672"/>
                    </a:ext>
                  </a:extLst>
                </a:gridCol>
              </a:tblGrid>
              <a:tr h="312438">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tx1"/>
                          </a:solidFill>
                        </a:rPr>
                        <a:t>契約</a:t>
                      </a:r>
                      <a:endParaRPr kumimoji="1" lang="en-US" altLang="ja-JP"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bg1"/>
                          </a:solidFill>
                        </a:rPr>
                        <a:t>コマ</a:t>
                      </a:r>
                      <a:r>
                        <a:rPr kumimoji="1" lang="en-US" altLang="ja-JP" sz="800" dirty="0">
                          <a:solidFill>
                            <a:schemeClr val="bg1"/>
                          </a:solidFill>
                        </a:rPr>
                        <a:t>1</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6070">
                <a:tc>
                  <a:txBody>
                    <a:bodyPr/>
                    <a:lstStyle/>
                    <a:p>
                      <a:pPr algn="ctr"/>
                      <a:r>
                        <a:rPr kumimoji="1" lang="en-US" altLang="ja-JP" sz="800" dirty="0"/>
                        <a:t>2026/4/31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6070">
                <a:tc>
                  <a:txBody>
                    <a:bodyPr/>
                    <a:lstStyle/>
                    <a:p>
                      <a:pPr algn="ctr"/>
                      <a:r>
                        <a:rPr kumimoji="1" lang="en-US" altLang="ja-JP" sz="800" dirty="0"/>
                        <a:t>2026/4/31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日鉄釜石</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日鉄釜石</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sp>
        <p:nvSpPr>
          <p:cNvPr id="32" name="正方形/長方形 31">
            <a:extLst>
              <a:ext uri="{FF2B5EF4-FFF2-40B4-BE49-F238E27FC236}">
                <a16:creationId xmlns:a16="http://schemas.microsoft.com/office/drawing/2014/main" id="{4BA1C81F-098F-1055-612E-191842870143}"/>
              </a:ext>
            </a:extLst>
          </p:cNvPr>
          <p:cNvSpPr/>
          <p:nvPr/>
        </p:nvSpPr>
        <p:spPr>
          <a:xfrm>
            <a:off x="8349717" y="2524721"/>
            <a:ext cx="3150441" cy="2953752"/>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33" name="正方形/長方形 32">
                <a:extLst>
                  <a:ext uri="{FF2B5EF4-FFF2-40B4-BE49-F238E27FC236}">
                    <a16:creationId xmlns:a16="http://schemas.microsoft.com/office/drawing/2014/main" id="{88D6E3A3-9EF0-3B7A-3507-B3C4F702192E}"/>
                  </a:ext>
                </a:extLst>
              </p:cNvPr>
              <p:cNvSpPr/>
              <p:nvPr/>
            </p:nvSpPr>
            <p:spPr>
              <a:xfrm>
                <a:off x="8349718" y="2532791"/>
                <a:ext cx="3150440" cy="250183"/>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ja-JP" altLang="en-US" sz="1200" dirty="0"/>
                  <a:t>増量オプションのペイオフ </a:t>
                </a:r>
                <a14:m>
                  <m:oMath xmlns:m="http://schemas.openxmlformats.org/officeDocument/2006/math">
                    <m:r>
                      <a:rPr lang="en-US" altLang="ja-JP" sz="1200" b="0" i="1" smtClean="0">
                        <a:latin typeface="Cambria Math" panose="02040503050406030204" pitchFamily="18" charset="0"/>
                      </a:rPr>
                      <m:t>𝑀𝑎𝑥</m:t>
                    </m:r>
                    <m:r>
                      <a:rPr lang="en-US" altLang="ja-JP" sz="1200" b="0" i="1" smtClean="0">
                        <a:latin typeface="Cambria Math" panose="02040503050406030204" pitchFamily="18" charset="0"/>
                      </a:rPr>
                      <m:t>(</m:t>
                    </m:r>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𝑃</m:t>
                        </m:r>
                      </m:e>
                      <m:sub>
                        <m:r>
                          <a:rPr lang="en-US" altLang="ja-JP" sz="1200" b="0" i="1" smtClean="0">
                            <a:latin typeface="Cambria Math" panose="02040503050406030204" pitchFamily="18" charset="0"/>
                          </a:rPr>
                          <m:t>𝑡</m:t>
                        </m:r>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𝑖</m:t>
                        </m:r>
                      </m:sub>
                    </m:sSub>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𝐾</m:t>
                    </m:r>
                    <m:r>
                      <a:rPr lang="en-US" altLang="ja-JP" sz="1200" b="0" i="1" smtClean="0">
                        <a:latin typeface="Cambria Math" panose="02040503050406030204" pitchFamily="18" charset="0"/>
                      </a:rPr>
                      <m:t>, 0)</m:t>
                    </m:r>
                  </m:oMath>
                </a14:m>
                <a:endParaRPr kumimoji="1" lang="ja-JP" altLang="en-US" sz="1200" dirty="0"/>
              </a:p>
            </p:txBody>
          </p:sp>
        </mc:Choice>
        <mc:Fallback>
          <p:sp>
            <p:nvSpPr>
              <p:cNvPr id="33" name="正方形/長方形 32">
                <a:extLst>
                  <a:ext uri="{FF2B5EF4-FFF2-40B4-BE49-F238E27FC236}">
                    <a16:creationId xmlns:a16="http://schemas.microsoft.com/office/drawing/2014/main" id="{88D6E3A3-9EF0-3B7A-3507-B3C4F702192E}"/>
                  </a:ext>
                </a:extLst>
              </p:cNvPr>
              <p:cNvSpPr>
                <a:spLocks noRot="1" noChangeAspect="1" noMove="1" noResize="1" noEditPoints="1" noAdjustHandles="1" noChangeArrowheads="1" noChangeShapeType="1" noTextEdit="1"/>
              </p:cNvSpPr>
              <p:nvPr/>
            </p:nvSpPr>
            <p:spPr>
              <a:xfrm>
                <a:off x="8349718" y="2532791"/>
                <a:ext cx="3150440" cy="250183"/>
              </a:xfrm>
              <a:prstGeom prst="rect">
                <a:avLst/>
              </a:prstGeom>
              <a:blipFill>
                <a:blip r:embed="rId5"/>
                <a:stretch>
                  <a:fillRect l="-193" t="-4762" b="-23810"/>
                </a:stretch>
              </a:blipFill>
              <a:ln>
                <a:noFill/>
              </a:ln>
            </p:spPr>
            <p:txBody>
              <a:bodyPr/>
              <a:lstStyle/>
              <a:p>
                <a:r>
                  <a:rPr lang="ja-JP" altLang="en-US">
                    <a:noFill/>
                  </a:rPr>
                  <a:t> </a:t>
                </a:r>
              </a:p>
            </p:txBody>
          </p:sp>
        </mc:Fallback>
      </mc:AlternateContent>
      <p:graphicFrame>
        <p:nvGraphicFramePr>
          <p:cNvPr id="34" name="表 33">
            <a:extLst>
              <a:ext uri="{FF2B5EF4-FFF2-40B4-BE49-F238E27FC236}">
                <a16:creationId xmlns:a16="http://schemas.microsoft.com/office/drawing/2014/main" id="{528CA8EB-3A93-B114-AC01-B1526572EAEF}"/>
              </a:ext>
            </a:extLst>
          </p:cNvPr>
          <p:cNvGraphicFramePr>
            <a:graphicFrameLocks noGrp="1"/>
          </p:cNvGraphicFramePr>
          <p:nvPr>
            <p:extLst>
              <p:ext uri="{D42A27DB-BD31-4B8C-83A1-F6EECF244321}">
                <p14:modId xmlns:p14="http://schemas.microsoft.com/office/powerpoint/2010/main" val="3347607529"/>
              </p:ext>
            </p:extLst>
          </p:nvPr>
        </p:nvGraphicFramePr>
        <p:xfrm>
          <a:off x="8491582" y="2966189"/>
          <a:ext cx="2875317" cy="2359208"/>
        </p:xfrm>
        <a:graphic>
          <a:graphicData uri="http://schemas.openxmlformats.org/drawingml/2006/table">
            <a:tbl>
              <a:tblPr firstRow="1" bandRow="1"/>
              <a:tblGrid>
                <a:gridCol w="575063">
                  <a:extLst>
                    <a:ext uri="{9D8B030D-6E8A-4147-A177-3AD203B41FA5}">
                      <a16:colId xmlns:a16="http://schemas.microsoft.com/office/drawing/2014/main" val="1187811139"/>
                    </a:ext>
                  </a:extLst>
                </a:gridCol>
                <a:gridCol w="627456">
                  <a:extLst>
                    <a:ext uri="{9D8B030D-6E8A-4147-A177-3AD203B41FA5}">
                      <a16:colId xmlns:a16="http://schemas.microsoft.com/office/drawing/2014/main" val="3724946390"/>
                    </a:ext>
                  </a:extLst>
                </a:gridCol>
                <a:gridCol w="574177">
                  <a:extLst>
                    <a:ext uri="{9D8B030D-6E8A-4147-A177-3AD203B41FA5}">
                      <a16:colId xmlns:a16="http://schemas.microsoft.com/office/drawing/2014/main" val="1629234053"/>
                    </a:ext>
                  </a:extLst>
                </a:gridCol>
                <a:gridCol w="523558">
                  <a:extLst>
                    <a:ext uri="{9D8B030D-6E8A-4147-A177-3AD203B41FA5}">
                      <a16:colId xmlns:a16="http://schemas.microsoft.com/office/drawing/2014/main" val="2295633697"/>
                    </a:ext>
                  </a:extLst>
                </a:gridCol>
                <a:gridCol w="575063">
                  <a:extLst>
                    <a:ext uri="{9D8B030D-6E8A-4147-A177-3AD203B41FA5}">
                      <a16:colId xmlns:a16="http://schemas.microsoft.com/office/drawing/2014/main" val="203250672"/>
                    </a:ext>
                  </a:extLst>
                </a:gridCol>
              </a:tblGrid>
              <a:tr h="312438">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tx1"/>
                          </a:solidFill>
                        </a:rPr>
                        <a:t>契約</a:t>
                      </a:r>
                      <a:endParaRPr kumimoji="1" lang="en-US" altLang="ja-JP"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bg1"/>
                          </a:solidFill>
                        </a:rPr>
                        <a:t>コマ</a:t>
                      </a:r>
                      <a:r>
                        <a:rPr kumimoji="1" lang="en-US" altLang="ja-JP" sz="800" dirty="0">
                          <a:solidFill>
                            <a:schemeClr val="bg1"/>
                          </a:solidFill>
                        </a:rPr>
                        <a:t>1</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6070">
                <a:tc>
                  <a:txBody>
                    <a:bodyPr/>
                    <a:lstStyle/>
                    <a:p>
                      <a:pPr algn="ctr"/>
                      <a:r>
                        <a:rPr kumimoji="1" lang="en-US" altLang="ja-JP" sz="800" dirty="0"/>
                        <a:t>2026/4/31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6070">
                <a:tc>
                  <a:txBody>
                    <a:bodyPr/>
                    <a:lstStyle/>
                    <a:p>
                      <a:pPr algn="ctr"/>
                      <a:r>
                        <a:rPr kumimoji="1" lang="en-US" altLang="ja-JP" sz="800" dirty="0"/>
                        <a:t>2026/4/31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日鉄釜石</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日鉄釜石</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sp>
        <p:nvSpPr>
          <p:cNvPr id="26" name="正方形/長方形 25">
            <a:extLst>
              <a:ext uri="{FF2B5EF4-FFF2-40B4-BE49-F238E27FC236}">
                <a16:creationId xmlns:a16="http://schemas.microsoft.com/office/drawing/2014/main" id="{20B95E1B-BD49-54EF-0541-582792B52A49}"/>
              </a:ext>
            </a:extLst>
          </p:cNvPr>
          <p:cNvSpPr/>
          <p:nvPr/>
        </p:nvSpPr>
        <p:spPr>
          <a:xfrm>
            <a:off x="849191" y="2905721"/>
            <a:ext cx="3172441" cy="2974379"/>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7" name="表 26">
            <a:extLst>
              <a:ext uri="{FF2B5EF4-FFF2-40B4-BE49-F238E27FC236}">
                <a16:creationId xmlns:a16="http://schemas.microsoft.com/office/drawing/2014/main" id="{335FDF14-C792-8F0A-A280-D0C90774999E}"/>
              </a:ext>
            </a:extLst>
          </p:cNvPr>
          <p:cNvGraphicFramePr>
            <a:graphicFrameLocks noGrp="1"/>
          </p:cNvGraphicFramePr>
          <p:nvPr>
            <p:extLst>
              <p:ext uri="{D42A27DB-BD31-4B8C-83A1-F6EECF244321}">
                <p14:modId xmlns:p14="http://schemas.microsoft.com/office/powerpoint/2010/main" val="1544110403"/>
              </p:ext>
            </p:extLst>
          </p:nvPr>
        </p:nvGraphicFramePr>
        <p:xfrm>
          <a:off x="989691" y="3339424"/>
          <a:ext cx="2895395" cy="2366973"/>
        </p:xfrm>
        <a:graphic>
          <a:graphicData uri="http://schemas.openxmlformats.org/drawingml/2006/table">
            <a:tbl>
              <a:tblPr firstRow="1" bandRow="1"/>
              <a:tblGrid>
                <a:gridCol w="579079">
                  <a:extLst>
                    <a:ext uri="{9D8B030D-6E8A-4147-A177-3AD203B41FA5}">
                      <a16:colId xmlns:a16="http://schemas.microsoft.com/office/drawing/2014/main" val="1187811139"/>
                    </a:ext>
                  </a:extLst>
                </a:gridCol>
                <a:gridCol w="579079">
                  <a:extLst>
                    <a:ext uri="{9D8B030D-6E8A-4147-A177-3AD203B41FA5}">
                      <a16:colId xmlns:a16="http://schemas.microsoft.com/office/drawing/2014/main" val="3724946390"/>
                    </a:ext>
                  </a:extLst>
                </a:gridCol>
                <a:gridCol w="579079">
                  <a:extLst>
                    <a:ext uri="{9D8B030D-6E8A-4147-A177-3AD203B41FA5}">
                      <a16:colId xmlns:a16="http://schemas.microsoft.com/office/drawing/2014/main" val="1629234053"/>
                    </a:ext>
                  </a:extLst>
                </a:gridCol>
                <a:gridCol w="579079">
                  <a:extLst>
                    <a:ext uri="{9D8B030D-6E8A-4147-A177-3AD203B41FA5}">
                      <a16:colId xmlns:a16="http://schemas.microsoft.com/office/drawing/2014/main" val="2295633697"/>
                    </a:ext>
                  </a:extLst>
                </a:gridCol>
                <a:gridCol w="579079">
                  <a:extLst>
                    <a:ext uri="{9D8B030D-6E8A-4147-A177-3AD203B41FA5}">
                      <a16:colId xmlns:a16="http://schemas.microsoft.com/office/drawing/2014/main" val="203250672"/>
                    </a:ext>
                  </a:extLst>
                </a:gridCol>
              </a:tblGrid>
              <a:tr h="305914">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コマ１</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コマ２</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7369">
                <a:tc>
                  <a:txBody>
                    <a:bodyPr/>
                    <a:lstStyle/>
                    <a:p>
                      <a:pPr algn="ctr"/>
                      <a:r>
                        <a:rPr kumimoji="1" lang="en-US" altLang="ja-JP" sz="800" dirty="0"/>
                        <a:t>2026/4/1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7369">
                <a:tc>
                  <a:txBody>
                    <a:bodyPr/>
                    <a:lstStyle/>
                    <a:p>
                      <a:pPr algn="ctr"/>
                      <a:r>
                        <a:rPr kumimoji="1" lang="en-US" altLang="ja-JP" sz="800" dirty="0"/>
                        <a:t>2026/4/2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7369">
                <a:tc>
                  <a:txBody>
                    <a:bodyPr/>
                    <a:lstStyle/>
                    <a:p>
                      <a:pPr algn="ctr"/>
                      <a:r>
                        <a:rPr kumimoji="1" lang="en-US" altLang="ja-JP" sz="800" dirty="0"/>
                        <a:t>2026/4/31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7369">
                <a:tc>
                  <a:txBody>
                    <a:bodyPr/>
                    <a:lstStyle/>
                    <a:p>
                      <a:pPr algn="ctr"/>
                      <a:r>
                        <a:rPr kumimoji="1" lang="en-US" altLang="ja-JP" sz="800" dirty="0"/>
                        <a:t>2026/5/1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7369">
                <a:tc>
                  <a:txBody>
                    <a:bodyPr/>
                    <a:lstStyle/>
                    <a:p>
                      <a:pPr algn="ctr"/>
                      <a:r>
                        <a:rPr kumimoji="1" lang="en-US" altLang="ja-JP" sz="800" dirty="0"/>
                        <a:t>2026/5/31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7369">
                <a:tc>
                  <a:txBody>
                    <a:bodyPr/>
                    <a:lstStyle/>
                    <a:p>
                      <a:pPr algn="ctr"/>
                      <a:r>
                        <a:rPr kumimoji="1" lang="en-US" altLang="ja-JP" sz="800" dirty="0"/>
                        <a:t>2026/6/1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7369">
                <a:tc>
                  <a:txBody>
                    <a:bodyPr/>
                    <a:lstStyle/>
                    <a:p>
                      <a:pPr algn="ctr"/>
                      <a:r>
                        <a:rPr kumimoji="1" lang="en-US" altLang="ja-JP" sz="800" dirty="0"/>
                        <a:t>2026/6/30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mc:AlternateContent xmlns:mc="http://schemas.openxmlformats.org/markup-compatibility/2006">
        <mc:Choice xmlns:a14="http://schemas.microsoft.com/office/drawing/2010/main" Requires="a14">
          <p:sp>
            <p:nvSpPr>
              <p:cNvPr id="28" name="正方形/長方形 27">
                <a:extLst>
                  <a:ext uri="{FF2B5EF4-FFF2-40B4-BE49-F238E27FC236}">
                    <a16:creationId xmlns:a16="http://schemas.microsoft.com/office/drawing/2014/main" id="{C4A3A8B7-35FC-CF98-AA2D-E683957ABDDA}"/>
                  </a:ext>
                </a:extLst>
              </p:cNvPr>
              <p:cNvSpPr/>
              <p:nvPr/>
            </p:nvSpPr>
            <p:spPr>
              <a:xfrm>
                <a:off x="849192" y="2913792"/>
                <a:ext cx="3172440" cy="25193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価格モデルから算出した予想価格</a:t>
                </a:r>
                <a:r>
                  <a:rPr lang="ja-JP" altLang="en-US"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𝑃</m:t>
                        </m:r>
                      </m:e>
                      <m:sub>
                        <m:r>
                          <a:rPr lang="en-US" altLang="ja-JP" sz="1400" i="1">
                            <a:latin typeface="Cambria Math" panose="02040503050406030204" pitchFamily="18" charset="0"/>
                          </a:rPr>
                          <m:t>𝑡</m:t>
                        </m:r>
                        <m:r>
                          <a:rPr lang="en-US" altLang="ja-JP" sz="1400" b="0" i="1" smtClean="0">
                            <a:latin typeface="Cambria Math" panose="02040503050406030204" pitchFamily="18" charset="0"/>
                          </a:rPr>
                          <m:t>, </m:t>
                        </m:r>
                        <m:r>
                          <a:rPr lang="en-US" altLang="ja-JP" sz="1400" b="0" i="1" smtClean="0">
                            <a:latin typeface="Cambria Math" panose="02040503050406030204" pitchFamily="18" charset="0"/>
                          </a:rPr>
                          <m:t>𝑖</m:t>
                        </m:r>
                      </m:sub>
                    </m:sSub>
                  </m:oMath>
                </a14:m>
                <a:endParaRPr kumimoji="1" lang="ja-JP" altLang="en-US" sz="1400" dirty="0"/>
              </a:p>
            </p:txBody>
          </p:sp>
        </mc:Choice>
        <mc:Fallback>
          <p:sp>
            <p:nvSpPr>
              <p:cNvPr id="28" name="正方形/長方形 27">
                <a:extLst>
                  <a:ext uri="{FF2B5EF4-FFF2-40B4-BE49-F238E27FC236}">
                    <a16:creationId xmlns:a16="http://schemas.microsoft.com/office/drawing/2014/main" id="{C4A3A8B7-35FC-CF98-AA2D-E683957ABDDA}"/>
                  </a:ext>
                </a:extLst>
              </p:cNvPr>
              <p:cNvSpPr>
                <a:spLocks noRot="1" noChangeAspect="1" noMove="1" noResize="1" noEditPoints="1" noAdjustHandles="1" noChangeArrowheads="1" noChangeShapeType="1" noTextEdit="1"/>
              </p:cNvSpPr>
              <p:nvPr/>
            </p:nvSpPr>
            <p:spPr>
              <a:xfrm>
                <a:off x="849192" y="2913792"/>
                <a:ext cx="3172440" cy="251930"/>
              </a:xfrm>
              <a:prstGeom prst="rect">
                <a:avLst/>
              </a:prstGeom>
              <a:blipFill>
                <a:blip r:embed="rId6"/>
                <a:stretch>
                  <a:fillRect l="-192" t="-14634" b="-36585"/>
                </a:stretch>
              </a:blipFill>
              <a:ln>
                <a:noFill/>
              </a:ln>
            </p:spPr>
            <p:txBody>
              <a:bodyPr/>
              <a:lstStyle/>
              <a:p>
                <a:r>
                  <a:rPr lang="ja-JP" altLang="en-US">
                    <a:noFill/>
                  </a:rPr>
                  <a:t> </a:t>
                </a:r>
              </a:p>
            </p:txBody>
          </p:sp>
        </mc:Fallback>
      </mc:AlternateContent>
      <p:sp>
        <p:nvSpPr>
          <p:cNvPr id="23" name="正方形/長方形 22">
            <a:extLst>
              <a:ext uri="{FF2B5EF4-FFF2-40B4-BE49-F238E27FC236}">
                <a16:creationId xmlns:a16="http://schemas.microsoft.com/office/drawing/2014/main" id="{997A7861-111A-9CA6-448A-7CA2FA0C6026}"/>
              </a:ext>
            </a:extLst>
          </p:cNvPr>
          <p:cNvSpPr/>
          <p:nvPr/>
        </p:nvSpPr>
        <p:spPr>
          <a:xfrm>
            <a:off x="582491" y="2613621"/>
            <a:ext cx="3172441" cy="2974379"/>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4" name="表 23">
            <a:extLst>
              <a:ext uri="{FF2B5EF4-FFF2-40B4-BE49-F238E27FC236}">
                <a16:creationId xmlns:a16="http://schemas.microsoft.com/office/drawing/2014/main" id="{F992BCAD-898F-7759-9110-D0A9AC495573}"/>
              </a:ext>
            </a:extLst>
          </p:cNvPr>
          <p:cNvGraphicFramePr>
            <a:graphicFrameLocks noGrp="1"/>
          </p:cNvGraphicFramePr>
          <p:nvPr>
            <p:extLst>
              <p:ext uri="{D42A27DB-BD31-4B8C-83A1-F6EECF244321}">
                <p14:modId xmlns:p14="http://schemas.microsoft.com/office/powerpoint/2010/main" val="717377658"/>
              </p:ext>
            </p:extLst>
          </p:nvPr>
        </p:nvGraphicFramePr>
        <p:xfrm>
          <a:off x="722991" y="3047324"/>
          <a:ext cx="2895395" cy="2366973"/>
        </p:xfrm>
        <a:graphic>
          <a:graphicData uri="http://schemas.openxmlformats.org/drawingml/2006/table">
            <a:tbl>
              <a:tblPr firstRow="1" bandRow="1"/>
              <a:tblGrid>
                <a:gridCol w="579079">
                  <a:extLst>
                    <a:ext uri="{9D8B030D-6E8A-4147-A177-3AD203B41FA5}">
                      <a16:colId xmlns:a16="http://schemas.microsoft.com/office/drawing/2014/main" val="1187811139"/>
                    </a:ext>
                  </a:extLst>
                </a:gridCol>
                <a:gridCol w="579079">
                  <a:extLst>
                    <a:ext uri="{9D8B030D-6E8A-4147-A177-3AD203B41FA5}">
                      <a16:colId xmlns:a16="http://schemas.microsoft.com/office/drawing/2014/main" val="3724946390"/>
                    </a:ext>
                  </a:extLst>
                </a:gridCol>
                <a:gridCol w="579079">
                  <a:extLst>
                    <a:ext uri="{9D8B030D-6E8A-4147-A177-3AD203B41FA5}">
                      <a16:colId xmlns:a16="http://schemas.microsoft.com/office/drawing/2014/main" val="1629234053"/>
                    </a:ext>
                  </a:extLst>
                </a:gridCol>
                <a:gridCol w="579079">
                  <a:extLst>
                    <a:ext uri="{9D8B030D-6E8A-4147-A177-3AD203B41FA5}">
                      <a16:colId xmlns:a16="http://schemas.microsoft.com/office/drawing/2014/main" val="2295633697"/>
                    </a:ext>
                  </a:extLst>
                </a:gridCol>
                <a:gridCol w="579079">
                  <a:extLst>
                    <a:ext uri="{9D8B030D-6E8A-4147-A177-3AD203B41FA5}">
                      <a16:colId xmlns:a16="http://schemas.microsoft.com/office/drawing/2014/main" val="203250672"/>
                    </a:ext>
                  </a:extLst>
                </a:gridCol>
              </a:tblGrid>
              <a:tr h="305914">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コマ１</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コマ２</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7369">
                <a:tc>
                  <a:txBody>
                    <a:bodyPr/>
                    <a:lstStyle/>
                    <a:p>
                      <a:pPr algn="ctr"/>
                      <a:r>
                        <a:rPr kumimoji="1" lang="en-US" altLang="ja-JP" sz="800" dirty="0"/>
                        <a:t>2026/4/1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7369">
                <a:tc>
                  <a:txBody>
                    <a:bodyPr/>
                    <a:lstStyle/>
                    <a:p>
                      <a:pPr algn="ctr"/>
                      <a:r>
                        <a:rPr kumimoji="1" lang="en-US" altLang="ja-JP" sz="800" dirty="0"/>
                        <a:t>2026/4/2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7369">
                <a:tc>
                  <a:txBody>
                    <a:bodyPr/>
                    <a:lstStyle/>
                    <a:p>
                      <a:pPr algn="ctr"/>
                      <a:r>
                        <a:rPr kumimoji="1" lang="en-US" altLang="ja-JP" sz="800" dirty="0"/>
                        <a:t>2026/4/31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7369">
                <a:tc>
                  <a:txBody>
                    <a:bodyPr/>
                    <a:lstStyle/>
                    <a:p>
                      <a:pPr algn="ctr"/>
                      <a:r>
                        <a:rPr kumimoji="1" lang="en-US" altLang="ja-JP" sz="800" dirty="0"/>
                        <a:t>2026/5/1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7369">
                <a:tc>
                  <a:txBody>
                    <a:bodyPr/>
                    <a:lstStyle/>
                    <a:p>
                      <a:pPr algn="ctr"/>
                      <a:r>
                        <a:rPr kumimoji="1" lang="en-US" altLang="ja-JP" sz="800" dirty="0"/>
                        <a:t>2026/5/31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7369">
                <a:tc>
                  <a:txBody>
                    <a:bodyPr/>
                    <a:lstStyle/>
                    <a:p>
                      <a:pPr algn="ctr"/>
                      <a:r>
                        <a:rPr kumimoji="1" lang="en-US" altLang="ja-JP" sz="800" dirty="0"/>
                        <a:t>2026/6/1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7369">
                <a:tc>
                  <a:txBody>
                    <a:bodyPr/>
                    <a:lstStyle/>
                    <a:p>
                      <a:pPr algn="ctr"/>
                      <a:r>
                        <a:rPr kumimoji="1" lang="en-US" altLang="ja-JP" sz="800" dirty="0"/>
                        <a:t>2026/6/30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mc:AlternateContent xmlns:mc="http://schemas.openxmlformats.org/markup-compatibility/2006">
        <mc:Choice xmlns:a14="http://schemas.microsoft.com/office/drawing/2010/main" Requires="a14">
          <p:sp>
            <p:nvSpPr>
              <p:cNvPr id="25" name="正方形/長方形 24">
                <a:extLst>
                  <a:ext uri="{FF2B5EF4-FFF2-40B4-BE49-F238E27FC236}">
                    <a16:creationId xmlns:a16="http://schemas.microsoft.com/office/drawing/2014/main" id="{44DAB66E-BC4A-F6FD-C6DF-A22A1351BE96}"/>
                  </a:ext>
                </a:extLst>
              </p:cNvPr>
              <p:cNvSpPr/>
              <p:nvPr/>
            </p:nvSpPr>
            <p:spPr>
              <a:xfrm>
                <a:off x="582492" y="2621692"/>
                <a:ext cx="3172440" cy="25193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価格モデルから算出した予想価格</a:t>
                </a:r>
                <a:r>
                  <a:rPr lang="ja-JP" altLang="en-US"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𝑃</m:t>
                        </m:r>
                      </m:e>
                      <m:sub>
                        <m:r>
                          <a:rPr lang="en-US" altLang="ja-JP" sz="1400" i="1">
                            <a:latin typeface="Cambria Math" panose="02040503050406030204" pitchFamily="18" charset="0"/>
                          </a:rPr>
                          <m:t>𝑡</m:t>
                        </m:r>
                        <m:r>
                          <a:rPr lang="en-US" altLang="ja-JP" sz="1400" b="0" i="1" smtClean="0">
                            <a:latin typeface="Cambria Math" panose="02040503050406030204" pitchFamily="18" charset="0"/>
                          </a:rPr>
                          <m:t>, </m:t>
                        </m:r>
                        <m:r>
                          <a:rPr lang="en-US" altLang="ja-JP" sz="1400" b="0" i="1" smtClean="0">
                            <a:latin typeface="Cambria Math" panose="02040503050406030204" pitchFamily="18" charset="0"/>
                          </a:rPr>
                          <m:t>𝑖</m:t>
                        </m:r>
                      </m:sub>
                    </m:sSub>
                  </m:oMath>
                </a14:m>
                <a:endParaRPr kumimoji="1" lang="ja-JP" altLang="en-US" sz="1400" dirty="0"/>
              </a:p>
            </p:txBody>
          </p:sp>
        </mc:Choice>
        <mc:Fallback>
          <p:sp>
            <p:nvSpPr>
              <p:cNvPr id="25" name="正方形/長方形 24">
                <a:extLst>
                  <a:ext uri="{FF2B5EF4-FFF2-40B4-BE49-F238E27FC236}">
                    <a16:creationId xmlns:a16="http://schemas.microsoft.com/office/drawing/2014/main" id="{44DAB66E-BC4A-F6FD-C6DF-A22A1351BE96}"/>
                  </a:ext>
                </a:extLst>
              </p:cNvPr>
              <p:cNvSpPr>
                <a:spLocks noRot="1" noChangeAspect="1" noMove="1" noResize="1" noEditPoints="1" noAdjustHandles="1" noChangeArrowheads="1" noChangeShapeType="1" noTextEdit="1"/>
              </p:cNvSpPr>
              <p:nvPr/>
            </p:nvSpPr>
            <p:spPr>
              <a:xfrm>
                <a:off x="582492" y="2621692"/>
                <a:ext cx="3172440" cy="251930"/>
              </a:xfrm>
              <a:prstGeom prst="rect">
                <a:avLst/>
              </a:prstGeom>
              <a:blipFill>
                <a:blip r:embed="rId7"/>
                <a:stretch>
                  <a:fillRect l="-192" t="-14634" b="-36585"/>
                </a:stretch>
              </a:blipFill>
              <a:ln>
                <a:noFill/>
              </a:ln>
            </p:spPr>
            <p:txBody>
              <a:bodyPr/>
              <a:lstStyle/>
              <a:p>
                <a:r>
                  <a:rPr lang="ja-JP" altLang="en-US">
                    <a:noFill/>
                  </a:rPr>
                  <a:t> </a:t>
                </a:r>
              </a:p>
            </p:txBody>
          </p:sp>
        </mc:Fallback>
      </mc:AlternateContent>
      <p:sp>
        <p:nvSpPr>
          <p:cNvPr id="20" name="正方形/長方形 19">
            <a:extLst>
              <a:ext uri="{FF2B5EF4-FFF2-40B4-BE49-F238E27FC236}">
                <a16:creationId xmlns:a16="http://schemas.microsoft.com/office/drawing/2014/main" id="{108A4A9D-5BD0-8D58-F8CC-834CBF146D8B}"/>
              </a:ext>
            </a:extLst>
          </p:cNvPr>
          <p:cNvSpPr/>
          <p:nvPr/>
        </p:nvSpPr>
        <p:spPr>
          <a:xfrm>
            <a:off x="531691" y="2537421"/>
            <a:ext cx="3172441" cy="2974379"/>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1" name="表 20">
            <a:extLst>
              <a:ext uri="{FF2B5EF4-FFF2-40B4-BE49-F238E27FC236}">
                <a16:creationId xmlns:a16="http://schemas.microsoft.com/office/drawing/2014/main" id="{E84594D9-E332-0261-79DE-0340EF6568B9}"/>
              </a:ext>
            </a:extLst>
          </p:cNvPr>
          <p:cNvGraphicFramePr>
            <a:graphicFrameLocks noGrp="1"/>
          </p:cNvGraphicFramePr>
          <p:nvPr>
            <p:extLst>
              <p:ext uri="{D42A27DB-BD31-4B8C-83A1-F6EECF244321}">
                <p14:modId xmlns:p14="http://schemas.microsoft.com/office/powerpoint/2010/main" val="392105647"/>
              </p:ext>
            </p:extLst>
          </p:nvPr>
        </p:nvGraphicFramePr>
        <p:xfrm>
          <a:off x="672191" y="2971124"/>
          <a:ext cx="2895395" cy="2366973"/>
        </p:xfrm>
        <a:graphic>
          <a:graphicData uri="http://schemas.openxmlformats.org/drawingml/2006/table">
            <a:tbl>
              <a:tblPr firstRow="1" bandRow="1"/>
              <a:tblGrid>
                <a:gridCol w="579079">
                  <a:extLst>
                    <a:ext uri="{9D8B030D-6E8A-4147-A177-3AD203B41FA5}">
                      <a16:colId xmlns:a16="http://schemas.microsoft.com/office/drawing/2014/main" val="1187811139"/>
                    </a:ext>
                  </a:extLst>
                </a:gridCol>
                <a:gridCol w="579079">
                  <a:extLst>
                    <a:ext uri="{9D8B030D-6E8A-4147-A177-3AD203B41FA5}">
                      <a16:colId xmlns:a16="http://schemas.microsoft.com/office/drawing/2014/main" val="3724946390"/>
                    </a:ext>
                  </a:extLst>
                </a:gridCol>
                <a:gridCol w="579079">
                  <a:extLst>
                    <a:ext uri="{9D8B030D-6E8A-4147-A177-3AD203B41FA5}">
                      <a16:colId xmlns:a16="http://schemas.microsoft.com/office/drawing/2014/main" val="1629234053"/>
                    </a:ext>
                  </a:extLst>
                </a:gridCol>
                <a:gridCol w="579079">
                  <a:extLst>
                    <a:ext uri="{9D8B030D-6E8A-4147-A177-3AD203B41FA5}">
                      <a16:colId xmlns:a16="http://schemas.microsoft.com/office/drawing/2014/main" val="2295633697"/>
                    </a:ext>
                  </a:extLst>
                </a:gridCol>
                <a:gridCol w="579079">
                  <a:extLst>
                    <a:ext uri="{9D8B030D-6E8A-4147-A177-3AD203B41FA5}">
                      <a16:colId xmlns:a16="http://schemas.microsoft.com/office/drawing/2014/main" val="203250672"/>
                    </a:ext>
                  </a:extLst>
                </a:gridCol>
              </a:tblGrid>
              <a:tr h="305914">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コマ１</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コマ２</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7369">
                <a:tc>
                  <a:txBody>
                    <a:bodyPr/>
                    <a:lstStyle/>
                    <a:p>
                      <a:pPr algn="ctr"/>
                      <a:r>
                        <a:rPr kumimoji="1" lang="en-US" altLang="ja-JP" sz="800" dirty="0"/>
                        <a:t>2026/4/1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7369">
                <a:tc>
                  <a:txBody>
                    <a:bodyPr/>
                    <a:lstStyle/>
                    <a:p>
                      <a:pPr algn="ctr"/>
                      <a:r>
                        <a:rPr kumimoji="1" lang="en-US" altLang="ja-JP" sz="800" dirty="0"/>
                        <a:t>2026/4/2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7369">
                <a:tc>
                  <a:txBody>
                    <a:bodyPr/>
                    <a:lstStyle/>
                    <a:p>
                      <a:pPr algn="ctr"/>
                      <a:r>
                        <a:rPr kumimoji="1" lang="en-US" altLang="ja-JP" sz="800" dirty="0"/>
                        <a:t>2026/4/31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7369">
                <a:tc>
                  <a:txBody>
                    <a:bodyPr/>
                    <a:lstStyle/>
                    <a:p>
                      <a:pPr algn="ctr"/>
                      <a:r>
                        <a:rPr kumimoji="1" lang="en-US" altLang="ja-JP" sz="800" dirty="0"/>
                        <a:t>2026/5/1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7369">
                <a:tc>
                  <a:txBody>
                    <a:bodyPr/>
                    <a:lstStyle/>
                    <a:p>
                      <a:pPr algn="ctr"/>
                      <a:r>
                        <a:rPr kumimoji="1" lang="en-US" altLang="ja-JP" sz="800" dirty="0"/>
                        <a:t>2026/5/31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7369">
                <a:tc>
                  <a:txBody>
                    <a:bodyPr/>
                    <a:lstStyle/>
                    <a:p>
                      <a:pPr algn="ctr"/>
                      <a:r>
                        <a:rPr kumimoji="1" lang="en-US" altLang="ja-JP" sz="800" dirty="0"/>
                        <a:t>2026/6/1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7369">
                <a:tc>
                  <a:txBody>
                    <a:bodyPr/>
                    <a:lstStyle/>
                    <a:p>
                      <a:pPr algn="ctr"/>
                      <a:r>
                        <a:rPr kumimoji="1" lang="en-US" altLang="ja-JP" sz="800" dirty="0"/>
                        <a:t>2026/6/30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mc:AlternateContent xmlns:mc="http://schemas.openxmlformats.org/markup-compatibility/2006">
        <mc:Choice xmlns:a14="http://schemas.microsoft.com/office/drawing/2010/main" Requires="a14">
          <p:sp>
            <p:nvSpPr>
              <p:cNvPr id="22" name="正方形/長方形 21">
                <a:extLst>
                  <a:ext uri="{FF2B5EF4-FFF2-40B4-BE49-F238E27FC236}">
                    <a16:creationId xmlns:a16="http://schemas.microsoft.com/office/drawing/2014/main" id="{28034347-499A-F29D-ED9A-35372E717DDA}"/>
                  </a:ext>
                </a:extLst>
              </p:cNvPr>
              <p:cNvSpPr/>
              <p:nvPr/>
            </p:nvSpPr>
            <p:spPr>
              <a:xfrm>
                <a:off x="531692" y="2545492"/>
                <a:ext cx="3172440" cy="25193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価格モデルから算出した予想価格</a:t>
                </a:r>
                <a:r>
                  <a:rPr lang="ja-JP" altLang="en-US"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𝑃</m:t>
                        </m:r>
                      </m:e>
                      <m:sub>
                        <m:r>
                          <a:rPr lang="en-US" altLang="ja-JP" sz="1400" i="1">
                            <a:latin typeface="Cambria Math" panose="02040503050406030204" pitchFamily="18" charset="0"/>
                          </a:rPr>
                          <m:t>𝑡</m:t>
                        </m:r>
                        <m:r>
                          <a:rPr lang="en-US" altLang="ja-JP" sz="1400" b="0" i="1" smtClean="0">
                            <a:latin typeface="Cambria Math" panose="02040503050406030204" pitchFamily="18" charset="0"/>
                          </a:rPr>
                          <m:t>, </m:t>
                        </m:r>
                        <m:r>
                          <a:rPr lang="en-US" altLang="ja-JP" sz="1400" b="0" i="1" smtClean="0">
                            <a:latin typeface="Cambria Math" panose="02040503050406030204" pitchFamily="18" charset="0"/>
                          </a:rPr>
                          <m:t>𝑖</m:t>
                        </m:r>
                      </m:sub>
                    </m:sSub>
                  </m:oMath>
                </a14:m>
                <a:endParaRPr kumimoji="1" lang="ja-JP" altLang="en-US" sz="1400" dirty="0"/>
              </a:p>
            </p:txBody>
          </p:sp>
        </mc:Choice>
        <mc:Fallback>
          <p:sp>
            <p:nvSpPr>
              <p:cNvPr id="22" name="正方形/長方形 21">
                <a:extLst>
                  <a:ext uri="{FF2B5EF4-FFF2-40B4-BE49-F238E27FC236}">
                    <a16:creationId xmlns:a16="http://schemas.microsoft.com/office/drawing/2014/main" id="{28034347-499A-F29D-ED9A-35372E717DDA}"/>
                  </a:ext>
                </a:extLst>
              </p:cNvPr>
              <p:cNvSpPr>
                <a:spLocks noRot="1" noChangeAspect="1" noMove="1" noResize="1" noEditPoints="1" noAdjustHandles="1" noChangeArrowheads="1" noChangeShapeType="1" noTextEdit="1"/>
              </p:cNvSpPr>
              <p:nvPr/>
            </p:nvSpPr>
            <p:spPr>
              <a:xfrm>
                <a:off x="531692" y="2545492"/>
                <a:ext cx="3172440" cy="251930"/>
              </a:xfrm>
              <a:prstGeom prst="rect">
                <a:avLst/>
              </a:prstGeom>
              <a:blipFill>
                <a:blip r:embed="rId6"/>
                <a:stretch>
                  <a:fillRect l="-192" t="-14634" b="-36585"/>
                </a:stretch>
              </a:blipFill>
              <a:ln>
                <a:noFill/>
              </a:ln>
            </p:spPr>
            <p:txBody>
              <a:bodyPr/>
              <a:lstStyle/>
              <a:p>
                <a:r>
                  <a:rPr lang="ja-JP" altLang="en-US">
                    <a:noFill/>
                  </a:rPr>
                  <a:t> </a:t>
                </a:r>
              </a:p>
            </p:txBody>
          </p:sp>
        </mc:Fallback>
      </mc:AlternateContent>
      <p:sp>
        <p:nvSpPr>
          <p:cNvPr id="2" name="タイトル 1">
            <a:extLst>
              <a:ext uri="{FF2B5EF4-FFF2-40B4-BE49-F238E27FC236}">
                <a16:creationId xmlns:a16="http://schemas.microsoft.com/office/drawing/2014/main" id="{DA97F97C-A950-85C2-FF43-B2437F8E73D0}"/>
              </a:ext>
            </a:extLst>
          </p:cNvPr>
          <p:cNvSpPr>
            <a:spLocks noGrp="1"/>
          </p:cNvSpPr>
          <p:nvPr>
            <p:ph type="title"/>
          </p:nvPr>
        </p:nvSpPr>
        <p:spPr/>
        <p:txBody>
          <a:bodyPr/>
          <a:lstStyle/>
          <a:p>
            <a:r>
              <a:rPr kumimoji="1" lang="ja-JP" altLang="en-US" dirty="0"/>
              <a:t>増量</a:t>
            </a:r>
          </a:p>
        </p:txBody>
      </p:sp>
      <p:sp>
        <p:nvSpPr>
          <p:cNvPr id="3" name="コンテンツ プレースホルダー 2">
            <a:extLst>
              <a:ext uri="{FF2B5EF4-FFF2-40B4-BE49-F238E27FC236}">
                <a16:creationId xmlns:a16="http://schemas.microsoft.com/office/drawing/2014/main" id="{D7CE6CBA-B3F3-B2CA-AE2C-D92F738632C7}"/>
              </a:ext>
            </a:extLst>
          </p:cNvPr>
          <p:cNvSpPr>
            <a:spLocks noGrp="1"/>
          </p:cNvSpPr>
          <p:nvPr>
            <p:ph idx="1"/>
          </p:nvPr>
        </p:nvSpPr>
        <p:spPr>
          <a:xfrm>
            <a:off x="331773" y="1035782"/>
            <a:ext cx="11531151" cy="573022"/>
          </a:xfrm>
        </p:spPr>
        <p:txBody>
          <a:bodyPr/>
          <a:lstStyle/>
          <a:p>
            <a:endParaRPr kumimoji="1" lang="ja-JP" altLang="en-US"/>
          </a:p>
        </p:txBody>
      </p:sp>
      <p:sp>
        <p:nvSpPr>
          <p:cNvPr id="4" name="正方形/長方形 3">
            <a:extLst>
              <a:ext uri="{FF2B5EF4-FFF2-40B4-BE49-F238E27FC236}">
                <a16:creationId xmlns:a16="http://schemas.microsoft.com/office/drawing/2014/main" id="{2B93474A-6440-C77F-396D-4C2E67DAE240}"/>
              </a:ext>
            </a:extLst>
          </p:cNvPr>
          <p:cNvSpPr/>
          <p:nvPr/>
        </p:nvSpPr>
        <p:spPr>
          <a:xfrm>
            <a:off x="4250687" y="2711123"/>
            <a:ext cx="3150441" cy="2953752"/>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5" name="正方形/長方形 4">
                <a:extLst>
                  <a:ext uri="{FF2B5EF4-FFF2-40B4-BE49-F238E27FC236}">
                    <a16:creationId xmlns:a16="http://schemas.microsoft.com/office/drawing/2014/main" id="{029DD161-1C1C-F424-430C-C4B1777123CF}"/>
                  </a:ext>
                </a:extLst>
              </p:cNvPr>
              <p:cNvSpPr/>
              <p:nvPr/>
            </p:nvSpPr>
            <p:spPr>
              <a:xfrm>
                <a:off x="4250688" y="2719193"/>
                <a:ext cx="3150440" cy="251931"/>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先物</a:t>
                </a:r>
                <a:r>
                  <a:rPr kumimoji="1" lang="ja-JP" altLang="en-US" sz="1400" dirty="0"/>
                  <a:t>価格から計算式で算出した </a:t>
                </a:r>
                <a14:m>
                  <m:oMath xmlns:m="http://schemas.openxmlformats.org/officeDocument/2006/math">
                    <m:r>
                      <a:rPr kumimoji="1" lang="en-US" altLang="ja-JP" sz="1400" b="0" i="1" smtClean="0">
                        <a:latin typeface="Cambria Math" panose="02040503050406030204" pitchFamily="18" charset="0"/>
                      </a:rPr>
                      <m:t>𝐾</m:t>
                    </m:r>
                  </m:oMath>
                </a14:m>
                <a:endParaRPr kumimoji="1" lang="ja-JP" altLang="en-US" sz="1400" dirty="0"/>
              </a:p>
            </p:txBody>
          </p:sp>
        </mc:Choice>
        <mc:Fallback>
          <p:sp>
            <p:nvSpPr>
              <p:cNvPr id="5" name="正方形/長方形 4">
                <a:extLst>
                  <a:ext uri="{FF2B5EF4-FFF2-40B4-BE49-F238E27FC236}">
                    <a16:creationId xmlns:a16="http://schemas.microsoft.com/office/drawing/2014/main" id="{029DD161-1C1C-F424-430C-C4B1777123CF}"/>
                  </a:ext>
                </a:extLst>
              </p:cNvPr>
              <p:cNvSpPr>
                <a:spLocks noRot="1" noChangeAspect="1" noMove="1" noResize="1" noEditPoints="1" noAdjustHandles="1" noChangeArrowheads="1" noChangeShapeType="1" noTextEdit="1"/>
              </p:cNvSpPr>
              <p:nvPr/>
            </p:nvSpPr>
            <p:spPr>
              <a:xfrm>
                <a:off x="4250688" y="2719193"/>
                <a:ext cx="3150440" cy="251931"/>
              </a:xfrm>
              <a:prstGeom prst="rect">
                <a:avLst/>
              </a:prstGeom>
              <a:blipFill>
                <a:blip r:embed="rId8"/>
                <a:stretch>
                  <a:fillRect t="-14634" b="-36585"/>
                </a:stretch>
              </a:blipFill>
              <a:ln>
                <a:noFill/>
              </a:ln>
            </p:spPr>
            <p:txBody>
              <a:bodyPr/>
              <a:lstStyle/>
              <a:p>
                <a:r>
                  <a:rPr lang="ja-JP" altLang="en-US">
                    <a:noFill/>
                  </a:rPr>
                  <a:t> </a:t>
                </a:r>
              </a:p>
            </p:txBody>
          </p:sp>
        </mc:Fallback>
      </mc:AlternateContent>
      <p:sp>
        <p:nvSpPr>
          <p:cNvPr id="6" name="正方形/長方形 5">
            <a:extLst>
              <a:ext uri="{FF2B5EF4-FFF2-40B4-BE49-F238E27FC236}">
                <a16:creationId xmlns:a16="http://schemas.microsoft.com/office/drawing/2014/main" id="{3D42A456-8063-7381-1C3B-D8AD2F65F177}"/>
              </a:ext>
            </a:extLst>
          </p:cNvPr>
          <p:cNvSpPr/>
          <p:nvPr/>
        </p:nvSpPr>
        <p:spPr>
          <a:xfrm>
            <a:off x="8286217" y="2448521"/>
            <a:ext cx="3150441" cy="2953752"/>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7" name="正方形/長方形 6">
                <a:extLst>
                  <a:ext uri="{FF2B5EF4-FFF2-40B4-BE49-F238E27FC236}">
                    <a16:creationId xmlns:a16="http://schemas.microsoft.com/office/drawing/2014/main" id="{5906535E-BF7C-526B-D4B4-D472D8F1D468}"/>
                  </a:ext>
                </a:extLst>
              </p:cNvPr>
              <p:cNvSpPr/>
              <p:nvPr/>
            </p:nvSpPr>
            <p:spPr>
              <a:xfrm>
                <a:off x="8286218" y="2456591"/>
                <a:ext cx="3150440" cy="250183"/>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ja-JP" altLang="en-US" sz="1200" dirty="0"/>
                  <a:t>増量オプションのペイオフ </a:t>
                </a:r>
                <a14:m>
                  <m:oMath xmlns:m="http://schemas.openxmlformats.org/officeDocument/2006/math">
                    <m:r>
                      <a:rPr lang="en-US" altLang="ja-JP" sz="1200" b="0" i="1" smtClean="0">
                        <a:latin typeface="Cambria Math" panose="02040503050406030204" pitchFamily="18" charset="0"/>
                      </a:rPr>
                      <m:t>𝑀𝑎𝑥</m:t>
                    </m:r>
                    <m:r>
                      <a:rPr lang="en-US" altLang="ja-JP" sz="1200" b="0" i="1" smtClean="0">
                        <a:latin typeface="Cambria Math" panose="02040503050406030204" pitchFamily="18" charset="0"/>
                      </a:rPr>
                      <m:t>(</m:t>
                    </m:r>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𝑃</m:t>
                        </m:r>
                      </m:e>
                      <m:sub>
                        <m:r>
                          <a:rPr lang="en-US" altLang="ja-JP" sz="1200" b="0" i="1" smtClean="0">
                            <a:latin typeface="Cambria Math" panose="02040503050406030204" pitchFamily="18" charset="0"/>
                          </a:rPr>
                          <m:t>𝑡</m:t>
                        </m:r>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𝑖</m:t>
                        </m:r>
                      </m:sub>
                    </m:sSub>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𝐾</m:t>
                    </m:r>
                    <m:r>
                      <a:rPr lang="en-US" altLang="ja-JP" sz="1200" b="0" i="1" smtClean="0">
                        <a:latin typeface="Cambria Math" panose="02040503050406030204" pitchFamily="18" charset="0"/>
                      </a:rPr>
                      <m:t>, 0)</m:t>
                    </m:r>
                  </m:oMath>
                </a14:m>
                <a:endParaRPr kumimoji="1" lang="ja-JP" altLang="en-US" sz="1200" dirty="0"/>
              </a:p>
            </p:txBody>
          </p:sp>
        </mc:Choice>
        <mc:Fallback>
          <p:sp>
            <p:nvSpPr>
              <p:cNvPr id="7" name="正方形/長方形 6">
                <a:extLst>
                  <a:ext uri="{FF2B5EF4-FFF2-40B4-BE49-F238E27FC236}">
                    <a16:creationId xmlns:a16="http://schemas.microsoft.com/office/drawing/2014/main" id="{5906535E-BF7C-526B-D4B4-D472D8F1D468}"/>
                  </a:ext>
                </a:extLst>
              </p:cNvPr>
              <p:cNvSpPr>
                <a:spLocks noRot="1" noChangeAspect="1" noMove="1" noResize="1" noEditPoints="1" noAdjustHandles="1" noChangeArrowheads="1" noChangeShapeType="1" noTextEdit="1"/>
              </p:cNvSpPr>
              <p:nvPr/>
            </p:nvSpPr>
            <p:spPr>
              <a:xfrm>
                <a:off x="8286218" y="2456591"/>
                <a:ext cx="3150440" cy="250183"/>
              </a:xfrm>
              <a:prstGeom prst="rect">
                <a:avLst/>
              </a:prstGeom>
              <a:blipFill>
                <a:blip r:embed="rId9"/>
                <a:stretch>
                  <a:fillRect t="-4878" b="-24390"/>
                </a:stretch>
              </a:blipFill>
              <a:ln>
                <a:noFill/>
              </a:ln>
            </p:spPr>
            <p:txBody>
              <a:bodyPr/>
              <a:lstStyle/>
              <a:p>
                <a:r>
                  <a:rPr lang="ja-JP" altLang="en-US">
                    <a:noFill/>
                  </a:rPr>
                  <a:t> </a:t>
                </a:r>
              </a:p>
            </p:txBody>
          </p:sp>
        </mc:Fallback>
      </mc:AlternateContent>
      <p:sp>
        <p:nvSpPr>
          <p:cNvPr id="8" name="正方形/長方形 7">
            <a:extLst>
              <a:ext uri="{FF2B5EF4-FFF2-40B4-BE49-F238E27FC236}">
                <a16:creationId xmlns:a16="http://schemas.microsoft.com/office/drawing/2014/main" id="{CC7BF061-B1B3-FE1F-3301-C4BA3A02E9D9}"/>
              </a:ext>
            </a:extLst>
          </p:cNvPr>
          <p:cNvSpPr/>
          <p:nvPr/>
        </p:nvSpPr>
        <p:spPr>
          <a:xfrm>
            <a:off x="468191" y="2448521"/>
            <a:ext cx="3172441" cy="2974379"/>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9" name="表 8">
            <a:extLst>
              <a:ext uri="{FF2B5EF4-FFF2-40B4-BE49-F238E27FC236}">
                <a16:creationId xmlns:a16="http://schemas.microsoft.com/office/drawing/2014/main" id="{CFD26BDC-B538-EF9D-6FCB-390CAAFC3912}"/>
              </a:ext>
            </a:extLst>
          </p:cNvPr>
          <p:cNvGraphicFramePr>
            <a:graphicFrameLocks noGrp="1"/>
          </p:cNvGraphicFramePr>
          <p:nvPr>
            <p:extLst>
              <p:ext uri="{D42A27DB-BD31-4B8C-83A1-F6EECF244321}">
                <p14:modId xmlns:p14="http://schemas.microsoft.com/office/powerpoint/2010/main" val="365084793"/>
              </p:ext>
            </p:extLst>
          </p:nvPr>
        </p:nvGraphicFramePr>
        <p:xfrm>
          <a:off x="608691" y="2882224"/>
          <a:ext cx="2895395" cy="2366973"/>
        </p:xfrm>
        <a:graphic>
          <a:graphicData uri="http://schemas.openxmlformats.org/drawingml/2006/table">
            <a:tbl>
              <a:tblPr firstRow="1" bandRow="1"/>
              <a:tblGrid>
                <a:gridCol w="579079">
                  <a:extLst>
                    <a:ext uri="{9D8B030D-6E8A-4147-A177-3AD203B41FA5}">
                      <a16:colId xmlns:a16="http://schemas.microsoft.com/office/drawing/2014/main" val="1187811139"/>
                    </a:ext>
                  </a:extLst>
                </a:gridCol>
                <a:gridCol w="579079">
                  <a:extLst>
                    <a:ext uri="{9D8B030D-6E8A-4147-A177-3AD203B41FA5}">
                      <a16:colId xmlns:a16="http://schemas.microsoft.com/office/drawing/2014/main" val="3724946390"/>
                    </a:ext>
                  </a:extLst>
                </a:gridCol>
                <a:gridCol w="579079">
                  <a:extLst>
                    <a:ext uri="{9D8B030D-6E8A-4147-A177-3AD203B41FA5}">
                      <a16:colId xmlns:a16="http://schemas.microsoft.com/office/drawing/2014/main" val="1629234053"/>
                    </a:ext>
                  </a:extLst>
                </a:gridCol>
                <a:gridCol w="579079">
                  <a:extLst>
                    <a:ext uri="{9D8B030D-6E8A-4147-A177-3AD203B41FA5}">
                      <a16:colId xmlns:a16="http://schemas.microsoft.com/office/drawing/2014/main" val="2295633697"/>
                    </a:ext>
                  </a:extLst>
                </a:gridCol>
                <a:gridCol w="579079">
                  <a:extLst>
                    <a:ext uri="{9D8B030D-6E8A-4147-A177-3AD203B41FA5}">
                      <a16:colId xmlns:a16="http://schemas.microsoft.com/office/drawing/2014/main" val="203250672"/>
                    </a:ext>
                  </a:extLst>
                </a:gridCol>
              </a:tblGrid>
              <a:tr h="305914">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コマ１</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コマ２</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7369">
                <a:tc>
                  <a:txBody>
                    <a:bodyPr/>
                    <a:lstStyle/>
                    <a:p>
                      <a:pPr algn="ctr"/>
                      <a:r>
                        <a:rPr kumimoji="1" lang="en-US" altLang="ja-JP" sz="800" dirty="0"/>
                        <a:t>2026/4/1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8.92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8.86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9.10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7369">
                <a:tc>
                  <a:txBody>
                    <a:bodyPr/>
                    <a:lstStyle/>
                    <a:p>
                      <a:pPr algn="ctr"/>
                      <a:r>
                        <a:rPr kumimoji="1" lang="en-US" altLang="ja-JP" sz="800" dirty="0"/>
                        <a:t>2026/4/2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15.55</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14.6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18.9</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7369">
                <a:tc>
                  <a:txBody>
                    <a:bodyPr/>
                    <a:lstStyle/>
                    <a:p>
                      <a:pPr algn="ctr"/>
                      <a:r>
                        <a:rPr kumimoji="1" lang="en-US" altLang="ja-JP" sz="800" dirty="0"/>
                        <a:t>2026/4/30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7.30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6.09</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6.10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7369">
                <a:tc>
                  <a:txBody>
                    <a:bodyPr/>
                    <a:lstStyle/>
                    <a:p>
                      <a:pPr algn="ctr"/>
                      <a:r>
                        <a:rPr kumimoji="1" lang="en-US" altLang="ja-JP" sz="800" dirty="0"/>
                        <a:t>2026/5/1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13.06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11.78</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12.86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7369">
                <a:tc>
                  <a:txBody>
                    <a:bodyPr/>
                    <a:lstStyle/>
                    <a:p>
                      <a:pPr algn="ctr"/>
                      <a:r>
                        <a:rPr kumimoji="1" lang="en-US" altLang="ja-JP" sz="800" dirty="0"/>
                        <a:t>2026/5/31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15.06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15.18</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14.97</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7369">
                <a:tc>
                  <a:txBody>
                    <a:bodyPr/>
                    <a:lstStyle/>
                    <a:p>
                      <a:pPr algn="ctr"/>
                      <a:r>
                        <a:rPr kumimoji="1" lang="en-US" altLang="ja-JP" sz="800" dirty="0"/>
                        <a:t>2026/6/1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9.24</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8.20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8.61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7369">
                <a:tc>
                  <a:txBody>
                    <a:bodyPr/>
                    <a:lstStyle/>
                    <a:p>
                      <a:pPr algn="ctr"/>
                      <a:r>
                        <a:rPr kumimoji="1" lang="en-US" altLang="ja-JP" sz="800" dirty="0"/>
                        <a:t>2026/6/30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17.76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17.22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13.24</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graphicFrame>
        <p:nvGraphicFramePr>
          <p:cNvPr id="10" name="表 9">
            <a:extLst>
              <a:ext uri="{FF2B5EF4-FFF2-40B4-BE49-F238E27FC236}">
                <a16:creationId xmlns:a16="http://schemas.microsoft.com/office/drawing/2014/main" id="{81C59034-F6F5-B9A9-5B22-774F09EF5FF0}"/>
              </a:ext>
            </a:extLst>
          </p:cNvPr>
          <p:cNvGraphicFramePr>
            <a:graphicFrameLocks noGrp="1"/>
          </p:cNvGraphicFramePr>
          <p:nvPr>
            <p:extLst>
              <p:ext uri="{D42A27DB-BD31-4B8C-83A1-F6EECF244321}">
                <p14:modId xmlns:p14="http://schemas.microsoft.com/office/powerpoint/2010/main" val="2636881584"/>
              </p:ext>
            </p:extLst>
          </p:nvPr>
        </p:nvGraphicFramePr>
        <p:xfrm>
          <a:off x="4383946" y="3152591"/>
          <a:ext cx="2875315" cy="2359208"/>
        </p:xfrm>
        <a:graphic>
          <a:graphicData uri="http://schemas.openxmlformats.org/drawingml/2006/table">
            <a:tbl>
              <a:tblPr firstRow="1" bandRow="1"/>
              <a:tblGrid>
                <a:gridCol w="575063">
                  <a:extLst>
                    <a:ext uri="{9D8B030D-6E8A-4147-A177-3AD203B41FA5}">
                      <a16:colId xmlns:a16="http://schemas.microsoft.com/office/drawing/2014/main" val="1187811139"/>
                    </a:ext>
                  </a:extLst>
                </a:gridCol>
                <a:gridCol w="575063">
                  <a:extLst>
                    <a:ext uri="{9D8B030D-6E8A-4147-A177-3AD203B41FA5}">
                      <a16:colId xmlns:a16="http://schemas.microsoft.com/office/drawing/2014/main" val="3724946390"/>
                    </a:ext>
                  </a:extLst>
                </a:gridCol>
                <a:gridCol w="575063">
                  <a:extLst>
                    <a:ext uri="{9D8B030D-6E8A-4147-A177-3AD203B41FA5}">
                      <a16:colId xmlns:a16="http://schemas.microsoft.com/office/drawing/2014/main" val="1629234053"/>
                    </a:ext>
                  </a:extLst>
                </a:gridCol>
                <a:gridCol w="575063">
                  <a:extLst>
                    <a:ext uri="{9D8B030D-6E8A-4147-A177-3AD203B41FA5}">
                      <a16:colId xmlns:a16="http://schemas.microsoft.com/office/drawing/2014/main" val="2295633697"/>
                    </a:ext>
                  </a:extLst>
                </a:gridCol>
                <a:gridCol w="575063">
                  <a:extLst>
                    <a:ext uri="{9D8B030D-6E8A-4147-A177-3AD203B41FA5}">
                      <a16:colId xmlns:a16="http://schemas.microsoft.com/office/drawing/2014/main" val="203250672"/>
                    </a:ext>
                  </a:extLst>
                </a:gridCol>
              </a:tblGrid>
              <a:tr h="312438">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tx1"/>
                          </a:solidFill>
                        </a:rPr>
                        <a:t>リプレ</a:t>
                      </a:r>
                      <a:endParaRPr kumimoji="1" lang="en-US" altLang="ja-JP" sz="800" dirty="0">
                        <a:solidFill>
                          <a:schemeClr val="tx1"/>
                        </a:solidFill>
                      </a:endParaRPr>
                    </a:p>
                    <a:p>
                      <a:pPr algn="ctr"/>
                      <a:r>
                        <a:rPr kumimoji="1" lang="ja-JP" altLang="en-US" sz="800" dirty="0">
                          <a:solidFill>
                            <a:schemeClr val="tx1"/>
                          </a:solidFill>
                        </a:rPr>
                        <a:t>五井</a:t>
                      </a:r>
                      <a:endParaRPr kumimoji="1" lang="en-US" altLang="ja-JP"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tx1"/>
                          </a:solidFill>
                        </a:rPr>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tx1"/>
                          </a:solidFill>
                        </a:rPr>
                        <a:t>住友大阪</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79715963"/>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10.43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11.18</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10.43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11.18</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6070">
                <a:tc>
                  <a:txBody>
                    <a:bodyPr/>
                    <a:lstStyle/>
                    <a:p>
                      <a:pPr algn="ctr"/>
                      <a:r>
                        <a:rPr kumimoji="1" lang="en-US" altLang="ja-JP" sz="800" dirty="0"/>
                        <a:t>2026/4/30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10.43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11.18</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6070">
                <a:tc>
                  <a:txBody>
                    <a:bodyPr/>
                    <a:lstStyle/>
                    <a:p>
                      <a:pPr algn="ctr"/>
                      <a:r>
                        <a:rPr kumimoji="1" lang="en-US" altLang="ja-JP" sz="800" dirty="0"/>
                        <a:t>2026/5/1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10.51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10.36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11.26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6070">
                <a:tc>
                  <a:txBody>
                    <a:bodyPr/>
                    <a:lstStyle/>
                    <a:p>
                      <a:pPr algn="ctr"/>
                      <a:r>
                        <a:rPr kumimoji="1" lang="en-US" altLang="ja-JP" sz="800" dirty="0"/>
                        <a:t>2026/5/31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10.51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10.36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11.26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6070">
                <a:tc>
                  <a:txBody>
                    <a:bodyPr/>
                    <a:lstStyle/>
                    <a:p>
                      <a:pPr algn="ctr"/>
                      <a:r>
                        <a:rPr kumimoji="1" lang="en-US" altLang="ja-JP" sz="800" dirty="0"/>
                        <a:t>2026/6/1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11.56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10.35</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6070">
                <a:tc>
                  <a:txBody>
                    <a:bodyPr/>
                    <a:lstStyle/>
                    <a:p>
                      <a:pPr algn="ctr"/>
                      <a:r>
                        <a:rPr kumimoji="1" lang="en-US" altLang="ja-JP" sz="800" dirty="0"/>
                        <a:t>2026/6/30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11.56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10.35</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mc:AlternateContent xmlns:mc="http://schemas.openxmlformats.org/markup-compatibility/2006">
        <mc:Choice xmlns:a14="http://schemas.microsoft.com/office/drawing/2010/main" Requires="a14">
          <p:sp>
            <p:nvSpPr>
              <p:cNvPr id="11" name="正方形/長方形 10">
                <a:extLst>
                  <a:ext uri="{FF2B5EF4-FFF2-40B4-BE49-F238E27FC236}">
                    <a16:creationId xmlns:a16="http://schemas.microsoft.com/office/drawing/2014/main" id="{0CB8C88D-10E9-D70E-AB8E-03F67CD8C788}"/>
                  </a:ext>
                </a:extLst>
              </p:cNvPr>
              <p:cNvSpPr/>
              <p:nvPr/>
            </p:nvSpPr>
            <p:spPr>
              <a:xfrm>
                <a:off x="468192" y="2456592"/>
                <a:ext cx="3172440" cy="25193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価格モデルから算出した予想価格</a:t>
                </a:r>
                <a:r>
                  <a:rPr lang="ja-JP" altLang="en-US"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𝑃</m:t>
                        </m:r>
                      </m:e>
                      <m:sub>
                        <m:r>
                          <a:rPr lang="en-US" altLang="ja-JP" sz="1400" i="1">
                            <a:latin typeface="Cambria Math" panose="02040503050406030204" pitchFamily="18" charset="0"/>
                          </a:rPr>
                          <m:t>𝑡</m:t>
                        </m:r>
                        <m:r>
                          <a:rPr lang="en-US" altLang="ja-JP" sz="1400" b="0" i="1" smtClean="0">
                            <a:latin typeface="Cambria Math" panose="02040503050406030204" pitchFamily="18" charset="0"/>
                          </a:rPr>
                          <m:t>, </m:t>
                        </m:r>
                        <m:r>
                          <a:rPr lang="en-US" altLang="ja-JP" sz="1400" b="0" i="1" smtClean="0">
                            <a:latin typeface="Cambria Math" panose="02040503050406030204" pitchFamily="18" charset="0"/>
                          </a:rPr>
                          <m:t>𝑖</m:t>
                        </m:r>
                      </m:sub>
                    </m:sSub>
                  </m:oMath>
                </a14:m>
                <a:endParaRPr kumimoji="1" lang="ja-JP" altLang="en-US" sz="1400" dirty="0"/>
              </a:p>
            </p:txBody>
          </p:sp>
        </mc:Choice>
        <mc:Fallback>
          <p:sp>
            <p:nvSpPr>
              <p:cNvPr id="11" name="正方形/長方形 10">
                <a:extLst>
                  <a:ext uri="{FF2B5EF4-FFF2-40B4-BE49-F238E27FC236}">
                    <a16:creationId xmlns:a16="http://schemas.microsoft.com/office/drawing/2014/main" id="{0CB8C88D-10E9-D70E-AB8E-03F67CD8C788}"/>
                  </a:ext>
                </a:extLst>
              </p:cNvPr>
              <p:cNvSpPr>
                <a:spLocks noRot="1" noChangeAspect="1" noMove="1" noResize="1" noEditPoints="1" noAdjustHandles="1" noChangeArrowheads="1" noChangeShapeType="1" noTextEdit="1"/>
              </p:cNvSpPr>
              <p:nvPr/>
            </p:nvSpPr>
            <p:spPr>
              <a:xfrm>
                <a:off x="468192" y="2456592"/>
                <a:ext cx="3172440" cy="251930"/>
              </a:xfrm>
              <a:prstGeom prst="rect">
                <a:avLst/>
              </a:prstGeom>
              <a:blipFill>
                <a:blip r:embed="rId7"/>
                <a:stretch>
                  <a:fillRect l="-192" t="-14634" b="-36585"/>
                </a:stretch>
              </a:blipFill>
              <a:ln>
                <a:noFill/>
              </a:ln>
            </p:spPr>
            <p:txBody>
              <a:bodyPr/>
              <a:lstStyle/>
              <a:p>
                <a:r>
                  <a:rPr lang="ja-JP" altLang="en-US">
                    <a:noFill/>
                  </a:rPr>
                  <a:t> </a:t>
                </a:r>
              </a:p>
            </p:txBody>
          </p:sp>
        </mc:Fallback>
      </mc:AlternateContent>
      <p:graphicFrame>
        <p:nvGraphicFramePr>
          <p:cNvPr id="12" name="表 11">
            <a:extLst>
              <a:ext uri="{FF2B5EF4-FFF2-40B4-BE49-F238E27FC236}">
                <a16:creationId xmlns:a16="http://schemas.microsoft.com/office/drawing/2014/main" id="{8FCF869E-FCBD-4BCB-E699-EB73F8FB298F}"/>
              </a:ext>
            </a:extLst>
          </p:cNvPr>
          <p:cNvGraphicFramePr>
            <a:graphicFrameLocks noGrp="1"/>
          </p:cNvGraphicFramePr>
          <p:nvPr>
            <p:extLst>
              <p:ext uri="{D42A27DB-BD31-4B8C-83A1-F6EECF244321}">
                <p14:modId xmlns:p14="http://schemas.microsoft.com/office/powerpoint/2010/main" val="489387232"/>
              </p:ext>
            </p:extLst>
          </p:nvPr>
        </p:nvGraphicFramePr>
        <p:xfrm>
          <a:off x="8428082" y="2889989"/>
          <a:ext cx="2875317" cy="2359208"/>
        </p:xfrm>
        <a:graphic>
          <a:graphicData uri="http://schemas.openxmlformats.org/drawingml/2006/table">
            <a:tbl>
              <a:tblPr firstRow="1" bandRow="1"/>
              <a:tblGrid>
                <a:gridCol w="575063">
                  <a:extLst>
                    <a:ext uri="{9D8B030D-6E8A-4147-A177-3AD203B41FA5}">
                      <a16:colId xmlns:a16="http://schemas.microsoft.com/office/drawing/2014/main" val="1187811139"/>
                    </a:ext>
                  </a:extLst>
                </a:gridCol>
                <a:gridCol w="627456">
                  <a:extLst>
                    <a:ext uri="{9D8B030D-6E8A-4147-A177-3AD203B41FA5}">
                      <a16:colId xmlns:a16="http://schemas.microsoft.com/office/drawing/2014/main" val="3724946390"/>
                    </a:ext>
                  </a:extLst>
                </a:gridCol>
                <a:gridCol w="574177">
                  <a:extLst>
                    <a:ext uri="{9D8B030D-6E8A-4147-A177-3AD203B41FA5}">
                      <a16:colId xmlns:a16="http://schemas.microsoft.com/office/drawing/2014/main" val="1629234053"/>
                    </a:ext>
                  </a:extLst>
                </a:gridCol>
                <a:gridCol w="523558">
                  <a:extLst>
                    <a:ext uri="{9D8B030D-6E8A-4147-A177-3AD203B41FA5}">
                      <a16:colId xmlns:a16="http://schemas.microsoft.com/office/drawing/2014/main" val="2295633697"/>
                    </a:ext>
                  </a:extLst>
                </a:gridCol>
                <a:gridCol w="575063">
                  <a:extLst>
                    <a:ext uri="{9D8B030D-6E8A-4147-A177-3AD203B41FA5}">
                      <a16:colId xmlns:a16="http://schemas.microsoft.com/office/drawing/2014/main" val="203250672"/>
                    </a:ext>
                  </a:extLst>
                </a:gridCol>
              </a:tblGrid>
              <a:tr h="312438">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tx1"/>
                          </a:solidFill>
                        </a:rPr>
                        <a:t>契約</a:t>
                      </a:r>
                      <a:endParaRPr kumimoji="1" lang="en-US" altLang="ja-JP"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bg1"/>
                          </a:solidFill>
                        </a:rPr>
                        <a:t>コマ</a:t>
                      </a:r>
                      <a:r>
                        <a:rPr kumimoji="1" lang="en-US" altLang="ja-JP" sz="800" dirty="0">
                          <a:solidFill>
                            <a:schemeClr val="bg1"/>
                          </a:solidFill>
                        </a:rPr>
                        <a:t>1</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5.12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8.47</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6070">
                <a:tc>
                  <a:txBody>
                    <a:bodyPr/>
                    <a:lstStyle/>
                    <a:p>
                      <a:pPr algn="ctr"/>
                      <a:r>
                        <a:rPr kumimoji="1" lang="en-US" altLang="ja-JP" sz="800" dirty="0"/>
                        <a:t>2026/4/30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6.23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6.82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6070">
                <a:tc>
                  <a:txBody>
                    <a:bodyPr/>
                    <a:lstStyle/>
                    <a:p>
                      <a:pPr algn="ctr"/>
                      <a:r>
                        <a:rPr kumimoji="1" lang="en-US" altLang="ja-JP" sz="800" dirty="0"/>
                        <a:t>2026/4/30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住友大阪</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住友大阪</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3.37</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6.72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sp>
        <p:nvSpPr>
          <p:cNvPr id="13" name="テキスト ボックス 12">
            <a:extLst>
              <a:ext uri="{FF2B5EF4-FFF2-40B4-BE49-F238E27FC236}">
                <a16:creationId xmlns:a16="http://schemas.microsoft.com/office/drawing/2014/main" id="{D2747A5F-87AB-E70F-1BFA-4C7D93E1402C}"/>
              </a:ext>
            </a:extLst>
          </p:cNvPr>
          <p:cNvSpPr txBox="1"/>
          <p:nvPr/>
        </p:nvSpPr>
        <p:spPr>
          <a:xfrm>
            <a:off x="815281" y="5979797"/>
            <a:ext cx="3122627" cy="523220"/>
          </a:xfrm>
          <a:prstGeom prst="rect">
            <a:avLst/>
          </a:prstGeom>
          <a:noFill/>
        </p:spPr>
        <p:txBody>
          <a:bodyPr wrap="none" rtlCol="0">
            <a:spAutoFit/>
          </a:bodyPr>
          <a:lstStyle/>
          <a:p>
            <a:r>
              <a:rPr kumimoji="1" lang="ja-JP" altLang="en-US" sz="1400" dirty="0"/>
              <a:t>シミュレーションパス分算出された</a:t>
            </a:r>
            <a:endParaRPr kumimoji="1" lang="en-US" altLang="ja-JP" sz="1400" dirty="0"/>
          </a:p>
          <a:p>
            <a:r>
              <a:rPr kumimoji="1" lang="ja-JP" altLang="en-US" sz="1400" dirty="0"/>
              <a:t>コマ別予想価格</a:t>
            </a:r>
          </a:p>
        </p:txBody>
      </p:sp>
      <p:cxnSp>
        <p:nvCxnSpPr>
          <p:cNvPr id="29" name="直線コネクタ 28">
            <a:extLst>
              <a:ext uri="{FF2B5EF4-FFF2-40B4-BE49-F238E27FC236}">
                <a16:creationId xmlns:a16="http://schemas.microsoft.com/office/drawing/2014/main" id="{7EBDCD7B-9504-E43E-C8D0-ECBB1B6544DD}"/>
              </a:ext>
            </a:extLst>
          </p:cNvPr>
          <p:cNvCxnSpPr>
            <a:cxnSpLocks/>
          </p:cNvCxnSpPr>
          <p:nvPr/>
        </p:nvCxnSpPr>
        <p:spPr>
          <a:xfrm>
            <a:off x="3813054" y="2684402"/>
            <a:ext cx="159089" cy="239374"/>
          </a:xfrm>
          <a:prstGeom prst="line">
            <a:avLst/>
          </a:prstGeom>
          <a:ln w="53975" cap="rnd">
            <a:prstDash val="sysDot"/>
            <a:round/>
          </a:ln>
        </p:spPr>
        <p:style>
          <a:lnRef idx="2">
            <a:schemeClr val="accent1"/>
          </a:lnRef>
          <a:fillRef idx="0">
            <a:schemeClr val="accent1"/>
          </a:fillRef>
          <a:effectRef idx="1">
            <a:schemeClr val="accent1"/>
          </a:effectRef>
          <a:fontRef idx="minor">
            <a:schemeClr val="tx1"/>
          </a:fontRef>
        </p:style>
      </p:cxnSp>
      <p:sp>
        <p:nvSpPr>
          <p:cNvPr id="31" name="テキスト ボックス 30">
            <a:extLst>
              <a:ext uri="{FF2B5EF4-FFF2-40B4-BE49-F238E27FC236}">
                <a16:creationId xmlns:a16="http://schemas.microsoft.com/office/drawing/2014/main" id="{BFAEFA72-C542-665E-18B7-1D1770A8A37A}"/>
              </a:ext>
            </a:extLst>
          </p:cNvPr>
          <p:cNvSpPr txBox="1"/>
          <p:nvPr/>
        </p:nvSpPr>
        <p:spPr>
          <a:xfrm>
            <a:off x="4250687" y="5979797"/>
            <a:ext cx="3236784" cy="523220"/>
          </a:xfrm>
          <a:prstGeom prst="rect">
            <a:avLst/>
          </a:prstGeom>
          <a:noFill/>
        </p:spPr>
        <p:txBody>
          <a:bodyPr wrap="none" rtlCol="0">
            <a:spAutoFit/>
          </a:bodyPr>
          <a:lstStyle/>
          <a:p>
            <a:r>
              <a:rPr lang="ja-JP" altLang="en-US" sz="1400" dirty="0"/>
              <a:t>燃料先物価格（月単位）をもとに</a:t>
            </a:r>
            <a:endParaRPr lang="en-US" altLang="ja-JP" sz="1400" dirty="0"/>
          </a:p>
          <a:p>
            <a:r>
              <a:rPr lang="ja-JP" altLang="en-US" sz="1400" dirty="0"/>
              <a:t>計算するため、全パス共通の行使価格</a:t>
            </a:r>
            <a:endParaRPr kumimoji="1" lang="ja-JP" altLang="en-US" sz="1400" dirty="0"/>
          </a:p>
        </p:txBody>
      </p:sp>
      <p:cxnSp>
        <p:nvCxnSpPr>
          <p:cNvPr id="41" name="直線コネクタ 40">
            <a:extLst>
              <a:ext uri="{FF2B5EF4-FFF2-40B4-BE49-F238E27FC236}">
                <a16:creationId xmlns:a16="http://schemas.microsoft.com/office/drawing/2014/main" id="{A1F573A6-AB09-712F-9ECA-EA7F8F1B2495}"/>
              </a:ext>
            </a:extLst>
          </p:cNvPr>
          <p:cNvCxnSpPr>
            <a:cxnSpLocks/>
          </p:cNvCxnSpPr>
          <p:nvPr/>
        </p:nvCxnSpPr>
        <p:spPr>
          <a:xfrm>
            <a:off x="11643717" y="2673131"/>
            <a:ext cx="159089" cy="239374"/>
          </a:xfrm>
          <a:prstGeom prst="line">
            <a:avLst/>
          </a:prstGeom>
          <a:ln w="53975" cap="rnd">
            <a:prstDash val="sysDot"/>
            <a:round/>
          </a:ln>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45BB2A7E-ACE7-B8A0-2055-99F77E9EA8DB}"/>
              </a:ext>
            </a:extLst>
          </p:cNvPr>
          <p:cNvSpPr txBox="1"/>
          <p:nvPr/>
        </p:nvSpPr>
        <p:spPr>
          <a:xfrm>
            <a:off x="8784761" y="5979797"/>
            <a:ext cx="2518638" cy="523220"/>
          </a:xfrm>
          <a:prstGeom prst="rect">
            <a:avLst/>
          </a:prstGeom>
          <a:noFill/>
        </p:spPr>
        <p:txBody>
          <a:bodyPr wrap="none" rtlCol="0">
            <a:spAutoFit/>
          </a:bodyPr>
          <a:lstStyle/>
          <a:p>
            <a:r>
              <a:rPr kumimoji="1" lang="ja-JP" altLang="en-US" sz="1400" dirty="0"/>
              <a:t>シミュレーションパスごとに</a:t>
            </a:r>
            <a:endParaRPr kumimoji="1" lang="en-US" altLang="ja-JP" sz="1400" dirty="0"/>
          </a:p>
          <a:p>
            <a:r>
              <a:rPr kumimoji="1" lang="ja-JP" altLang="en-US" sz="1400" dirty="0"/>
              <a:t>ペイオフを計算</a:t>
            </a:r>
          </a:p>
        </p:txBody>
      </p:sp>
      <p:sp>
        <p:nvSpPr>
          <p:cNvPr id="44" name="二等辺三角形 43">
            <a:extLst>
              <a:ext uri="{FF2B5EF4-FFF2-40B4-BE49-F238E27FC236}">
                <a16:creationId xmlns:a16="http://schemas.microsoft.com/office/drawing/2014/main" id="{288E17D5-4A09-D914-216C-B167429B96CB}"/>
              </a:ext>
            </a:extLst>
          </p:cNvPr>
          <p:cNvSpPr/>
          <p:nvPr/>
        </p:nvSpPr>
        <p:spPr>
          <a:xfrm rot="5400000">
            <a:off x="7569221" y="3826380"/>
            <a:ext cx="898320" cy="477435"/>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86982A66-6A50-7962-ED92-10F5A8FAECFF}"/>
              </a:ext>
            </a:extLst>
          </p:cNvPr>
          <p:cNvSpPr txBox="1"/>
          <p:nvPr/>
        </p:nvSpPr>
        <p:spPr>
          <a:xfrm>
            <a:off x="215757" y="1941816"/>
            <a:ext cx="2887039" cy="307777"/>
          </a:xfrm>
          <a:prstGeom prst="rect">
            <a:avLst/>
          </a:prstGeom>
          <a:noFill/>
        </p:spPr>
        <p:txBody>
          <a:bodyPr wrap="square" rtlCol="0">
            <a:spAutoFit/>
          </a:bodyPr>
          <a:lstStyle/>
          <a:p>
            <a:r>
              <a:rPr lang="ja-JP" altLang="en-US" sz="1400" dirty="0"/>
              <a:t>ペイオフ計算イメージ</a:t>
            </a:r>
            <a:endParaRPr kumimoji="1" lang="ja-JP" altLang="en-US" sz="1400" dirty="0"/>
          </a:p>
        </p:txBody>
      </p:sp>
    </p:spTree>
    <p:extLst>
      <p:ext uri="{BB962C8B-B14F-4D97-AF65-F5344CB8AC3E}">
        <p14:creationId xmlns:p14="http://schemas.microsoft.com/office/powerpoint/2010/main" val="3714076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FF37D-F3D2-8F1E-6FF4-473BD977B3AD}"/>
            </a:ext>
          </a:extLst>
        </p:cNvPr>
        <p:cNvGrpSpPr/>
        <p:nvPr/>
      </p:nvGrpSpPr>
      <p:grpSpPr>
        <a:xfrm>
          <a:off x="0" y="0"/>
          <a:ext cx="0" cy="0"/>
          <a:chOff x="0" y="0"/>
          <a:chExt cx="0" cy="0"/>
        </a:xfrm>
      </p:grpSpPr>
      <p:sp>
        <p:nvSpPr>
          <p:cNvPr id="43" name="正方形/長方形 42">
            <a:extLst>
              <a:ext uri="{FF2B5EF4-FFF2-40B4-BE49-F238E27FC236}">
                <a16:creationId xmlns:a16="http://schemas.microsoft.com/office/drawing/2014/main" id="{181CEEB3-C30F-EC99-5AB9-C7B65AAB5F27}"/>
              </a:ext>
            </a:extLst>
          </p:cNvPr>
          <p:cNvSpPr/>
          <p:nvPr/>
        </p:nvSpPr>
        <p:spPr>
          <a:xfrm>
            <a:off x="215757" y="2275012"/>
            <a:ext cx="7483673" cy="4335695"/>
          </a:xfrm>
          <a:prstGeom prst="rect">
            <a:avLst/>
          </a:prstGeom>
          <a:solidFill>
            <a:schemeClr val="tx2">
              <a:lumMod val="10000"/>
              <a:lumOff val="9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671BAAC3-E11F-55DF-CFE0-3FB525F8BC4C}"/>
              </a:ext>
            </a:extLst>
          </p:cNvPr>
          <p:cNvSpPr/>
          <p:nvPr/>
        </p:nvSpPr>
        <p:spPr>
          <a:xfrm>
            <a:off x="8706627" y="2931122"/>
            <a:ext cx="3150441" cy="2953752"/>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39" name="正方形/長方形 38">
                <a:extLst>
                  <a:ext uri="{FF2B5EF4-FFF2-40B4-BE49-F238E27FC236}">
                    <a16:creationId xmlns:a16="http://schemas.microsoft.com/office/drawing/2014/main" id="{21264A91-A48E-E5A5-B1A8-8CB5E866DAE4}"/>
                  </a:ext>
                </a:extLst>
              </p:cNvPr>
              <p:cNvSpPr/>
              <p:nvPr/>
            </p:nvSpPr>
            <p:spPr>
              <a:xfrm>
                <a:off x="8706628" y="2939192"/>
                <a:ext cx="3150440" cy="250183"/>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ja-JP" altLang="en-US" sz="1200" dirty="0"/>
                  <a:t>増量オプションのペイオフ </a:t>
                </a:r>
                <a14:m>
                  <m:oMath xmlns:m="http://schemas.openxmlformats.org/officeDocument/2006/math">
                    <m:r>
                      <a:rPr lang="en-US" altLang="ja-JP" sz="1200" b="0" i="1" smtClean="0">
                        <a:latin typeface="Cambria Math" panose="02040503050406030204" pitchFamily="18" charset="0"/>
                      </a:rPr>
                      <m:t>𝑀𝑎𝑥</m:t>
                    </m:r>
                    <m:r>
                      <a:rPr lang="en-US" altLang="ja-JP" sz="1200" b="0" i="1" smtClean="0">
                        <a:latin typeface="Cambria Math" panose="02040503050406030204" pitchFamily="18" charset="0"/>
                      </a:rPr>
                      <m:t>(</m:t>
                    </m:r>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𝑃</m:t>
                        </m:r>
                      </m:e>
                      <m:sub>
                        <m:r>
                          <a:rPr lang="en-US" altLang="ja-JP" sz="1200" b="0" i="1" smtClean="0">
                            <a:latin typeface="Cambria Math" panose="02040503050406030204" pitchFamily="18" charset="0"/>
                          </a:rPr>
                          <m:t>𝑡</m:t>
                        </m:r>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𝑖</m:t>
                        </m:r>
                      </m:sub>
                    </m:sSub>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𝐾</m:t>
                    </m:r>
                    <m:r>
                      <a:rPr lang="en-US" altLang="ja-JP" sz="1200" b="0" i="1" smtClean="0">
                        <a:latin typeface="Cambria Math" panose="02040503050406030204" pitchFamily="18" charset="0"/>
                      </a:rPr>
                      <m:t>, 0)</m:t>
                    </m:r>
                  </m:oMath>
                </a14:m>
                <a:endParaRPr kumimoji="1" lang="ja-JP" altLang="en-US" sz="1200" dirty="0"/>
              </a:p>
            </p:txBody>
          </p:sp>
        </mc:Choice>
        <mc:Fallback>
          <p:sp>
            <p:nvSpPr>
              <p:cNvPr id="39" name="正方形/長方形 38">
                <a:extLst>
                  <a:ext uri="{FF2B5EF4-FFF2-40B4-BE49-F238E27FC236}">
                    <a16:creationId xmlns:a16="http://schemas.microsoft.com/office/drawing/2014/main" id="{21264A91-A48E-E5A5-B1A8-8CB5E866DAE4}"/>
                  </a:ext>
                </a:extLst>
              </p:cNvPr>
              <p:cNvSpPr>
                <a:spLocks noRot="1" noChangeAspect="1" noMove="1" noResize="1" noEditPoints="1" noAdjustHandles="1" noChangeArrowheads="1" noChangeShapeType="1" noTextEdit="1"/>
              </p:cNvSpPr>
              <p:nvPr/>
            </p:nvSpPr>
            <p:spPr>
              <a:xfrm>
                <a:off x="8706628" y="2939192"/>
                <a:ext cx="3150440" cy="250183"/>
              </a:xfrm>
              <a:prstGeom prst="rect">
                <a:avLst/>
              </a:prstGeom>
              <a:blipFill>
                <a:blip r:embed="rId3"/>
                <a:stretch>
                  <a:fillRect t="-4878" b="-26829"/>
                </a:stretch>
              </a:blipFill>
              <a:ln>
                <a:noFill/>
              </a:ln>
            </p:spPr>
            <p:txBody>
              <a:bodyPr/>
              <a:lstStyle/>
              <a:p>
                <a:r>
                  <a:rPr lang="ja-JP" altLang="en-US">
                    <a:noFill/>
                  </a:rPr>
                  <a:t> </a:t>
                </a:r>
              </a:p>
            </p:txBody>
          </p:sp>
        </mc:Fallback>
      </mc:AlternateContent>
      <p:graphicFrame>
        <p:nvGraphicFramePr>
          <p:cNvPr id="40" name="表 39">
            <a:extLst>
              <a:ext uri="{FF2B5EF4-FFF2-40B4-BE49-F238E27FC236}">
                <a16:creationId xmlns:a16="http://schemas.microsoft.com/office/drawing/2014/main" id="{CB5E5999-01E5-D57F-6C3A-582FAC62509B}"/>
              </a:ext>
            </a:extLst>
          </p:cNvPr>
          <p:cNvGraphicFramePr>
            <a:graphicFrameLocks noGrp="1"/>
          </p:cNvGraphicFramePr>
          <p:nvPr/>
        </p:nvGraphicFramePr>
        <p:xfrm>
          <a:off x="8848492" y="3372590"/>
          <a:ext cx="2875317" cy="2359208"/>
        </p:xfrm>
        <a:graphic>
          <a:graphicData uri="http://schemas.openxmlformats.org/drawingml/2006/table">
            <a:tbl>
              <a:tblPr firstRow="1" bandRow="1"/>
              <a:tblGrid>
                <a:gridCol w="575063">
                  <a:extLst>
                    <a:ext uri="{9D8B030D-6E8A-4147-A177-3AD203B41FA5}">
                      <a16:colId xmlns:a16="http://schemas.microsoft.com/office/drawing/2014/main" val="1187811139"/>
                    </a:ext>
                  </a:extLst>
                </a:gridCol>
                <a:gridCol w="627456">
                  <a:extLst>
                    <a:ext uri="{9D8B030D-6E8A-4147-A177-3AD203B41FA5}">
                      <a16:colId xmlns:a16="http://schemas.microsoft.com/office/drawing/2014/main" val="3724946390"/>
                    </a:ext>
                  </a:extLst>
                </a:gridCol>
                <a:gridCol w="574177">
                  <a:extLst>
                    <a:ext uri="{9D8B030D-6E8A-4147-A177-3AD203B41FA5}">
                      <a16:colId xmlns:a16="http://schemas.microsoft.com/office/drawing/2014/main" val="1629234053"/>
                    </a:ext>
                  </a:extLst>
                </a:gridCol>
                <a:gridCol w="523558">
                  <a:extLst>
                    <a:ext uri="{9D8B030D-6E8A-4147-A177-3AD203B41FA5}">
                      <a16:colId xmlns:a16="http://schemas.microsoft.com/office/drawing/2014/main" val="2295633697"/>
                    </a:ext>
                  </a:extLst>
                </a:gridCol>
                <a:gridCol w="575063">
                  <a:extLst>
                    <a:ext uri="{9D8B030D-6E8A-4147-A177-3AD203B41FA5}">
                      <a16:colId xmlns:a16="http://schemas.microsoft.com/office/drawing/2014/main" val="203250672"/>
                    </a:ext>
                  </a:extLst>
                </a:gridCol>
              </a:tblGrid>
              <a:tr h="312438">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tx1"/>
                          </a:solidFill>
                        </a:rPr>
                        <a:t>契約</a:t>
                      </a:r>
                      <a:endParaRPr kumimoji="1" lang="en-US" altLang="ja-JP"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bg1"/>
                          </a:solidFill>
                        </a:rPr>
                        <a:t>コマ</a:t>
                      </a:r>
                      <a:r>
                        <a:rPr kumimoji="1" lang="en-US" altLang="ja-JP" sz="800" dirty="0">
                          <a:solidFill>
                            <a:schemeClr val="bg1"/>
                          </a:solidFill>
                        </a:rPr>
                        <a:t>1</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6070">
                <a:tc>
                  <a:txBody>
                    <a:bodyPr/>
                    <a:lstStyle/>
                    <a:p>
                      <a:pPr algn="ctr"/>
                      <a:r>
                        <a:rPr kumimoji="1" lang="en-US" altLang="ja-JP" sz="800" dirty="0"/>
                        <a:t>2026/4/31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6070">
                <a:tc>
                  <a:txBody>
                    <a:bodyPr/>
                    <a:lstStyle/>
                    <a:p>
                      <a:pPr algn="ctr"/>
                      <a:r>
                        <a:rPr kumimoji="1" lang="en-US" altLang="ja-JP" sz="800" dirty="0"/>
                        <a:t>2026/4/31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日鉄釜石</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日鉄釜石</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sp>
        <p:nvSpPr>
          <p:cNvPr id="35" name="正方形/長方形 34">
            <a:extLst>
              <a:ext uri="{FF2B5EF4-FFF2-40B4-BE49-F238E27FC236}">
                <a16:creationId xmlns:a16="http://schemas.microsoft.com/office/drawing/2014/main" id="{4BA6E605-06C8-893F-FD77-790540F6853D}"/>
              </a:ext>
            </a:extLst>
          </p:cNvPr>
          <p:cNvSpPr/>
          <p:nvPr/>
        </p:nvSpPr>
        <p:spPr>
          <a:xfrm>
            <a:off x="8400517" y="2588221"/>
            <a:ext cx="3150441" cy="2953752"/>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36" name="正方形/長方形 35">
                <a:extLst>
                  <a:ext uri="{FF2B5EF4-FFF2-40B4-BE49-F238E27FC236}">
                    <a16:creationId xmlns:a16="http://schemas.microsoft.com/office/drawing/2014/main" id="{8A462DB7-5B56-8333-263E-905842666469}"/>
                  </a:ext>
                </a:extLst>
              </p:cNvPr>
              <p:cNvSpPr/>
              <p:nvPr/>
            </p:nvSpPr>
            <p:spPr>
              <a:xfrm>
                <a:off x="8400518" y="2596291"/>
                <a:ext cx="3150440" cy="250183"/>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ja-JP" altLang="en-US" sz="1200" dirty="0"/>
                  <a:t>増量オプションのペイオフ </a:t>
                </a:r>
                <a14:m>
                  <m:oMath xmlns:m="http://schemas.openxmlformats.org/officeDocument/2006/math">
                    <m:r>
                      <a:rPr lang="en-US" altLang="ja-JP" sz="1200" b="0" i="1" smtClean="0">
                        <a:latin typeface="Cambria Math" panose="02040503050406030204" pitchFamily="18" charset="0"/>
                      </a:rPr>
                      <m:t>𝑀𝑎𝑥</m:t>
                    </m:r>
                    <m:r>
                      <a:rPr lang="en-US" altLang="ja-JP" sz="1200" b="0" i="1" smtClean="0">
                        <a:latin typeface="Cambria Math" panose="02040503050406030204" pitchFamily="18" charset="0"/>
                      </a:rPr>
                      <m:t>(</m:t>
                    </m:r>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𝑃</m:t>
                        </m:r>
                      </m:e>
                      <m:sub>
                        <m:r>
                          <a:rPr lang="en-US" altLang="ja-JP" sz="1200" b="0" i="1" smtClean="0">
                            <a:latin typeface="Cambria Math" panose="02040503050406030204" pitchFamily="18" charset="0"/>
                          </a:rPr>
                          <m:t>𝑡</m:t>
                        </m:r>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𝑖</m:t>
                        </m:r>
                      </m:sub>
                    </m:sSub>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𝐾</m:t>
                    </m:r>
                    <m:r>
                      <a:rPr lang="en-US" altLang="ja-JP" sz="1200" b="0" i="1" smtClean="0">
                        <a:latin typeface="Cambria Math" panose="02040503050406030204" pitchFamily="18" charset="0"/>
                      </a:rPr>
                      <m:t>, 0)</m:t>
                    </m:r>
                  </m:oMath>
                </a14:m>
                <a:endParaRPr kumimoji="1" lang="ja-JP" altLang="en-US" sz="1200" dirty="0"/>
              </a:p>
            </p:txBody>
          </p:sp>
        </mc:Choice>
        <mc:Fallback>
          <p:sp>
            <p:nvSpPr>
              <p:cNvPr id="36" name="正方形/長方形 35">
                <a:extLst>
                  <a:ext uri="{FF2B5EF4-FFF2-40B4-BE49-F238E27FC236}">
                    <a16:creationId xmlns:a16="http://schemas.microsoft.com/office/drawing/2014/main" id="{8A462DB7-5B56-8333-263E-905842666469}"/>
                  </a:ext>
                </a:extLst>
              </p:cNvPr>
              <p:cNvSpPr>
                <a:spLocks noRot="1" noChangeAspect="1" noMove="1" noResize="1" noEditPoints="1" noAdjustHandles="1" noChangeArrowheads="1" noChangeShapeType="1" noTextEdit="1"/>
              </p:cNvSpPr>
              <p:nvPr/>
            </p:nvSpPr>
            <p:spPr>
              <a:xfrm>
                <a:off x="8400518" y="2596291"/>
                <a:ext cx="3150440" cy="250183"/>
              </a:xfrm>
              <a:prstGeom prst="rect">
                <a:avLst/>
              </a:prstGeom>
              <a:blipFill>
                <a:blip r:embed="rId4"/>
                <a:stretch>
                  <a:fillRect t="-4878" b="-24390"/>
                </a:stretch>
              </a:blipFill>
              <a:ln>
                <a:noFill/>
              </a:ln>
            </p:spPr>
            <p:txBody>
              <a:bodyPr/>
              <a:lstStyle/>
              <a:p>
                <a:r>
                  <a:rPr lang="ja-JP" altLang="en-US">
                    <a:noFill/>
                  </a:rPr>
                  <a:t> </a:t>
                </a:r>
              </a:p>
            </p:txBody>
          </p:sp>
        </mc:Fallback>
      </mc:AlternateContent>
      <p:graphicFrame>
        <p:nvGraphicFramePr>
          <p:cNvPr id="37" name="表 36">
            <a:extLst>
              <a:ext uri="{FF2B5EF4-FFF2-40B4-BE49-F238E27FC236}">
                <a16:creationId xmlns:a16="http://schemas.microsoft.com/office/drawing/2014/main" id="{2EC3C1D9-8C7C-2F21-D4C2-23B94C51C6AB}"/>
              </a:ext>
            </a:extLst>
          </p:cNvPr>
          <p:cNvGraphicFramePr>
            <a:graphicFrameLocks noGrp="1"/>
          </p:cNvGraphicFramePr>
          <p:nvPr/>
        </p:nvGraphicFramePr>
        <p:xfrm>
          <a:off x="8542382" y="3029689"/>
          <a:ext cx="2875317" cy="2359208"/>
        </p:xfrm>
        <a:graphic>
          <a:graphicData uri="http://schemas.openxmlformats.org/drawingml/2006/table">
            <a:tbl>
              <a:tblPr firstRow="1" bandRow="1"/>
              <a:tblGrid>
                <a:gridCol w="575063">
                  <a:extLst>
                    <a:ext uri="{9D8B030D-6E8A-4147-A177-3AD203B41FA5}">
                      <a16:colId xmlns:a16="http://schemas.microsoft.com/office/drawing/2014/main" val="1187811139"/>
                    </a:ext>
                  </a:extLst>
                </a:gridCol>
                <a:gridCol w="627456">
                  <a:extLst>
                    <a:ext uri="{9D8B030D-6E8A-4147-A177-3AD203B41FA5}">
                      <a16:colId xmlns:a16="http://schemas.microsoft.com/office/drawing/2014/main" val="3724946390"/>
                    </a:ext>
                  </a:extLst>
                </a:gridCol>
                <a:gridCol w="574177">
                  <a:extLst>
                    <a:ext uri="{9D8B030D-6E8A-4147-A177-3AD203B41FA5}">
                      <a16:colId xmlns:a16="http://schemas.microsoft.com/office/drawing/2014/main" val="1629234053"/>
                    </a:ext>
                  </a:extLst>
                </a:gridCol>
                <a:gridCol w="523558">
                  <a:extLst>
                    <a:ext uri="{9D8B030D-6E8A-4147-A177-3AD203B41FA5}">
                      <a16:colId xmlns:a16="http://schemas.microsoft.com/office/drawing/2014/main" val="2295633697"/>
                    </a:ext>
                  </a:extLst>
                </a:gridCol>
                <a:gridCol w="575063">
                  <a:extLst>
                    <a:ext uri="{9D8B030D-6E8A-4147-A177-3AD203B41FA5}">
                      <a16:colId xmlns:a16="http://schemas.microsoft.com/office/drawing/2014/main" val="203250672"/>
                    </a:ext>
                  </a:extLst>
                </a:gridCol>
              </a:tblGrid>
              <a:tr h="312438">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tx1"/>
                          </a:solidFill>
                        </a:rPr>
                        <a:t>契約</a:t>
                      </a:r>
                      <a:endParaRPr kumimoji="1" lang="en-US" altLang="ja-JP"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bg1"/>
                          </a:solidFill>
                        </a:rPr>
                        <a:t>コマ</a:t>
                      </a:r>
                      <a:r>
                        <a:rPr kumimoji="1" lang="en-US" altLang="ja-JP" sz="800" dirty="0">
                          <a:solidFill>
                            <a:schemeClr val="bg1"/>
                          </a:solidFill>
                        </a:rPr>
                        <a:t>1</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6070">
                <a:tc>
                  <a:txBody>
                    <a:bodyPr/>
                    <a:lstStyle/>
                    <a:p>
                      <a:pPr algn="ctr"/>
                      <a:r>
                        <a:rPr kumimoji="1" lang="en-US" altLang="ja-JP" sz="800" dirty="0"/>
                        <a:t>2026/4/31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6070">
                <a:tc>
                  <a:txBody>
                    <a:bodyPr/>
                    <a:lstStyle/>
                    <a:p>
                      <a:pPr algn="ctr"/>
                      <a:r>
                        <a:rPr kumimoji="1" lang="en-US" altLang="ja-JP" sz="800" dirty="0"/>
                        <a:t>2026/4/31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日鉄釜石</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日鉄釜石</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sp>
        <p:nvSpPr>
          <p:cNvPr id="32" name="正方形/長方形 31">
            <a:extLst>
              <a:ext uri="{FF2B5EF4-FFF2-40B4-BE49-F238E27FC236}">
                <a16:creationId xmlns:a16="http://schemas.microsoft.com/office/drawing/2014/main" id="{6DBEAC17-4698-338C-5329-10077AC53DEF}"/>
              </a:ext>
            </a:extLst>
          </p:cNvPr>
          <p:cNvSpPr/>
          <p:nvPr/>
        </p:nvSpPr>
        <p:spPr>
          <a:xfrm>
            <a:off x="8349717" y="2524721"/>
            <a:ext cx="3150441" cy="2953752"/>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33" name="正方形/長方形 32">
                <a:extLst>
                  <a:ext uri="{FF2B5EF4-FFF2-40B4-BE49-F238E27FC236}">
                    <a16:creationId xmlns:a16="http://schemas.microsoft.com/office/drawing/2014/main" id="{D4B78027-293B-A576-45BA-6F8F58C5BF99}"/>
                  </a:ext>
                </a:extLst>
              </p:cNvPr>
              <p:cNvSpPr/>
              <p:nvPr/>
            </p:nvSpPr>
            <p:spPr>
              <a:xfrm>
                <a:off x="8349718" y="2532791"/>
                <a:ext cx="3150440" cy="250183"/>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ja-JP" altLang="en-US" sz="1200" dirty="0"/>
                  <a:t>増量オプションのペイオフ </a:t>
                </a:r>
                <a14:m>
                  <m:oMath xmlns:m="http://schemas.openxmlformats.org/officeDocument/2006/math">
                    <m:r>
                      <a:rPr lang="en-US" altLang="ja-JP" sz="1200" b="0" i="1" smtClean="0">
                        <a:latin typeface="Cambria Math" panose="02040503050406030204" pitchFamily="18" charset="0"/>
                      </a:rPr>
                      <m:t>𝑀𝑎𝑥</m:t>
                    </m:r>
                    <m:r>
                      <a:rPr lang="en-US" altLang="ja-JP" sz="1200" b="0" i="1" smtClean="0">
                        <a:latin typeface="Cambria Math" panose="02040503050406030204" pitchFamily="18" charset="0"/>
                      </a:rPr>
                      <m:t>(</m:t>
                    </m:r>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𝑃</m:t>
                        </m:r>
                      </m:e>
                      <m:sub>
                        <m:r>
                          <a:rPr lang="en-US" altLang="ja-JP" sz="1200" b="0" i="1" smtClean="0">
                            <a:latin typeface="Cambria Math" panose="02040503050406030204" pitchFamily="18" charset="0"/>
                          </a:rPr>
                          <m:t>𝑡</m:t>
                        </m:r>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𝑖</m:t>
                        </m:r>
                      </m:sub>
                    </m:sSub>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𝐾</m:t>
                    </m:r>
                    <m:r>
                      <a:rPr lang="en-US" altLang="ja-JP" sz="1200" b="0" i="1" smtClean="0">
                        <a:latin typeface="Cambria Math" panose="02040503050406030204" pitchFamily="18" charset="0"/>
                      </a:rPr>
                      <m:t>, 0)</m:t>
                    </m:r>
                  </m:oMath>
                </a14:m>
                <a:endParaRPr kumimoji="1" lang="ja-JP" altLang="en-US" sz="1200" dirty="0"/>
              </a:p>
            </p:txBody>
          </p:sp>
        </mc:Choice>
        <mc:Fallback>
          <p:sp>
            <p:nvSpPr>
              <p:cNvPr id="33" name="正方形/長方形 32">
                <a:extLst>
                  <a:ext uri="{FF2B5EF4-FFF2-40B4-BE49-F238E27FC236}">
                    <a16:creationId xmlns:a16="http://schemas.microsoft.com/office/drawing/2014/main" id="{D4B78027-293B-A576-45BA-6F8F58C5BF99}"/>
                  </a:ext>
                </a:extLst>
              </p:cNvPr>
              <p:cNvSpPr>
                <a:spLocks noRot="1" noChangeAspect="1" noMove="1" noResize="1" noEditPoints="1" noAdjustHandles="1" noChangeArrowheads="1" noChangeShapeType="1" noTextEdit="1"/>
              </p:cNvSpPr>
              <p:nvPr/>
            </p:nvSpPr>
            <p:spPr>
              <a:xfrm>
                <a:off x="8349718" y="2532791"/>
                <a:ext cx="3150440" cy="250183"/>
              </a:xfrm>
              <a:prstGeom prst="rect">
                <a:avLst/>
              </a:prstGeom>
              <a:blipFill>
                <a:blip r:embed="rId5"/>
                <a:stretch>
                  <a:fillRect l="-193" t="-4762" b="-23810"/>
                </a:stretch>
              </a:blipFill>
              <a:ln>
                <a:noFill/>
              </a:ln>
            </p:spPr>
            <p:txBody>
              <a:bodyPr/>
              <a:lstStyle/>
              <a:p>
                <a:r>
                  <a:rPr lang="ja-JP" altLang="en-US">
                    <a:noFill/>
                  </a:rPr>
                  <a:t> </a:t>
                </a:r>
              </a:p>
            </p:txBody>
          </p:sp>
        </mc:Fallback>
      </mc:AlternateContent>
      <p:graphicFrame>
        <p:nvGraphicFramePr>
          <p:cNvPr id="34" name="表 33">
            <a:extLst>
              <a:ext uri="{FF2B5EF4-FFF2-40B4-BE49-F238E27FC236}">
                <a16:creationId xmlns:a16="http://schemas.microsoft.com/office/drawing/2014/main" id="{F4C9703F-9B77-95DB-DE41-EA09D7D09FE1}"/>
              </a:ext>
            </a:extLst>
          </p:cNvPr>
          <p:cNvGraphicFramePr>
            <a:graphicFrameLocks noGrp="1"/>
          </p:cNvGraphicFramePr>
          <p:nvPr/>
        </p:nvGraphicFramePr>
        <p:xfrm>
          <a:off x="8491582" y="2966189"/>
          <a:ext cx="2875317" cy="2359208"/>
        </p:xfrm>
        <a:graphic>
          <a:graphicData uri="http://schemas.openxmlformats.org/drawingml/2006/table">
            <a:tbl>
              <a:tblPr firstRow="1" bandRow="1"/>
              <a:tblGrid>
                <a:gridCol w="575063">
                  <a:extLst>
                    <a:ext uri="{9D8B030D-6E8A-4147-A177-3AD203B41FA5}">
                      <a16:colId xmlns:a16="http://schemas.microsoft.com/office/drawing/2014/main" val="1187811139"/>
                    </a:ext>
                  </a:extLst>
                </a:gridCol>
                <a:gridCol w="627456">
                  <a:extLst>
                    <a:ext uri="{9D8B030D-6E8A-4147-A177-3AD203B41FA5}">
                      <a16:colId xmlns:a16="http://schemas.microsoft.com/office/drawing/2014/main" val="3724946390"/>
                    </a:ext>
                  </a:extLst>
                </a:gridCol>
                <a:gridCol w="574177">
                  <a:extLst>
                    <a:ext uri="{9D8B030D-6E8A-4147-A177-3AD203B41FA5}">
                      <a16:colId xmlns:a16="http://schemas.microsoft.com/office/drawing/2014/main" val="1629234053"/>
                    </a:ext>
                  </a:extLst>
                </a:gridCol>
                <a:gridCol w="523558">
                  <a:extLst>
                    <a:ext uri="{9D8B030D-6E8A-4147-A177-3AD203B41FA5}">
                      <a16:colId xmlns:a16="http://schemas.microsoft.com/office/drawing/2014/main" val="2295633697"/>
                    </a:ext>
                  </a:extLst>
                </a:gridCol>
                <a:gridCol w="575063">
                  <a:extLst>
                    <a:ext uri="{9D8B030D-6E8A-4147-A177-3AD203B41FA5}">
                      <a16:colId xmlns:a16="http://schemas.microsoft.com/office/drawing/2014/main" val="203250672"/>
                    </a:ext>
                  </a:extLst>
                </a:gridCol>
              </a:tblGrid>
              <a:tr h="312438">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tx1"/>
                          </a:solidFill>
                        </a:rPr>
                        <a:t>契約</a:t>
                      </a:r>
                      <a:endParaRPr kumimoji="1" lang="en-US" altLang="ja-JP"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bg1"/>
                          </a:solidFill>
                        </a:rPr>
                        <a:t>コマ</a:t>
                      </a:r>
                      <a:r>
                        <a:rPr kumimoji="1" lang="en-US" altLang="ja-JP" sz="800" dirty="0">
                          <a:solidFill>
                            <a:schemeClr val="bg1"/>
                          </a:solidFill>
                        </a:rPr>
                        <a:t>1</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6070">
                <a:tc>
                  <a:txBody>
                    <a:bodyPr/>
                    <a:lstStyle/>
                    <a:p>
                      <a:pPr algn="ctr"/>
                      <a:r>
                        <a:rPr kumimoji="1" lang="en-US" altLang="ja-JP" sz="800" dirty="0"/>
                        <a:t>2026/4/31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6070">
                <a:tc>
                  <a:txBody>
                    <a:bodyPr/>
                    <a:lstStyle/>
                    <a:p>
                      <a:pPr algn="ctr"/>
                      <a:r>
                        <a:rPr kumimoji="1" lang="en-US" altLang="ja-JP" sz="800" dirty="0"/>
                        <a:t>2026/4/31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日鉄釜石</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日鉄釜石</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sp>
        <p:nvSpPr>
          <p:cNvPr id="26" name="正方形/長方形 25">
            <a:extLst>
              <a:ext uri="{FF2B5EF4-FFF2-40B4-BE49-F238E27FC236}">
                <a16:creationId xmlns:a16="http://schemas.microsoft.com/office/drawing/2014/main" id="{AF0EB90C-29A6-F5FE-387E-2999EF896CBF}"/>
              </a:ext>
            </a:extLst>
          </p:cNvPr>
          <p:cNvSpPr/>
          <p:nvPr/>
        </p:nvSpPr>
        <p:spPr>
          <a:xfrm>
            <a:off x="849191" y="2905721"/>
            <a:ext cx="3172441" cy="2974379"/>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7" name="表 26">
            <a:extLst>
              <a:ext uri="{FF2B5EF4-FFF2-40B4-BE49-F238E27FC236}">
                <a16:creationId xmlns:a16="http://schemas.microsoft.com/office/drawing/2014/main" id="{F4A7A65B-FEE7-04EE-EFEF-13E1880DF211}"/>
              </a:ext>
            </a:extLst>
          </p:cNvPr>
          <p:cNvGraphicFramePr>
            <a:graphicFrameLocks noGrp="1"/>
          </p:cNvGraphicFramePr>
          <p:nvPr/>
        </p:nvGraphicFramePr>
        <p:xfrm>
          <a:off x="989691" y="3339424"/>
          <a:ext cx="2895395" cy="2366973"/>
        </p:xfrm>
        <a:graphic>
          <a:graphicData uri="http://schemas.openxmlformats.org/drawingml/2006/table">
            <a:tbl>
              <a:tblPr firstRow="1" bandRow="1"/>
              <a:tblGrid>
                <a:gridCol w="579079">
                  <a:extLst>
                    <a:ext uri="{9D8B030D-6E8A-4147-A177-3AD203B41FA5}">
                      <a16:colId xmlns:a16="http://schemas.microsoft.com/office/drawing/2014/main" val="1187811139"/>
                    </a:ext>
                  </a:extLst>
                </a:gridCol>
                <a:gridCol w="579079">
                  <a:extLst>
                    <a:ext uri="{9D8B030D-6E8A-4147-A177-3AD203B41FA5}">
                      <a16:colId xmlns:a16="http://schemas.microsoft.com/office/drawing/2014/main" val="3724946390"/>
                    </a:ext>
                  </a:extLst>
                </a:gridCol>
                <a:gridCol w="579079">
                  <a:extLst>
                    <a:ext uri="{9D8B030D-6E8A-4147-A177-3AD203B41FA5}">
                      <a16:colId xmlns:a16="http://schemas.microsoft.com/office/drawing/2014/main" val="1629234053"/>
                    </a:ext>
                  </a:extLst>
                </a:gridCol>
                <a:gridCol w="579079">
                  <a:extLst>
                    <a:ext uri="{9D8B030D-6E8A-4147-A177-3AD203B41FA5}">
                      <a16:colId xmlns:a16="http://schemas.microsoft.com/office/drawing/2014/main" val="2295633697"/>
                    </a:ext>
                  </a:extLst>
                </a:gridCol>
                <a:gridCol w="579079">
                  <a:extLst>
                    <a:ext uri="{9D8B030D-6E8A-4147-A177-3AD203B41FA5}">
                      <a16:colId xmlns:a16="http://schemas.microsoft.com/office/drawing/2014/main" val="203250672"/>
                    </a:ext>
                  </a:extLst>
                </a:gridCol>
              </a:tblGrid>
              <a:tr h="305914">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コマ１</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コマ２</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7369">
                <a:tc>
                  <a:txBody>
                    <a:bodyPr/>
                    <a:lstStyle/>
                    <a:p>
                      <a:pPr algn="ctr"/>
                      <a:r>
                        <a:rPr kumimoji="1" lang="en-US" altLang="ja-JP" sz="800" dirty="0"/>
                        <a:t>2026/4/1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7369">
                <a:tc>
                  <a:txBody>
                    <a:bodyPr/>
                    <a:lstStyle/>
                    <a:p>
                      <a:pPr algn="ctr"/>
                      <a:r>
                        <a:rPr kumimoji="1" lang="en-US" altLang="ja-JP" sz="800" dirty="0"/>
                        <a:t>2026/4/2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7369">
                <a:tc>
                  <a:txBody>
                    <a:bodyPr/>
                    <a:lstStyle/>
                    <a:p>
                      <a:pPr algn="ctr"/>
                      <a:r>
                        <a:rPr kumimoji="1" lang="en-US" altLang="ja-JP" sz="800" dirty="0"/>
                        <a:t>2026/4/31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7369">
                <a:tc>
                  <a:txBody>
                    <a:bodyPr/>
                    <a:lstStyle/>
                    <a:p>
                      <a:pPr algn="ctr"/>
                      <a:r>
                        <a:rPr kumimoji="1" lang="en-US" altLang="ja-JP" sz="800" dirty="0"/>
                        <a:t>2026/5/1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7369">
                <a:tc>
                  <a:txBody>
                    <a:bodyPr/>
                    <a:lstStyle/>
                    <a:p>
                      <a:pPr algn="ctr"/>
                      <a:r>
                        <a:rPr kumimoji="1" lang="en-US" altLang="ja-JP" sz="800" dirty="0"/>
                        <a:t>2026/5/31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7369">
                <a:tc>
                  <a:txBody>
                    <a:bodyPr/>
                    <a:lstStyle/>
                    <a:p>
                      <a:pPr algn="ctr"/>
                      <a:r>
                        <a:rPr kumimoji="1" lang="en-US" altLang="ja-JP" sz="800" dirty="0"/>
                        <a:t>2026/6/1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7369">
                <a:tc>
                  <a:txBody>
                    <a:bodyPr/>
                    <a:lstStyle/>
                    <a:p>
                      <a:pPr algn="ctr"/>
                      <a:r>
                        <a:rPr kumimoji="1" lang="en-US" altLang="ja-JP" sz="800" dirty="0"/>
                        <a:t>2026/6/30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mc:AlternateContent xmlns:mc="http://schemas.openxmlformats.org/markup-compatibility/2006">
        <mc:Choice xmlns:a14="http://schemas.microsoft.com/office/drawing/2010/main" Requires="a14">
          <p:sp>
            <p:nvSpPr>
              <p:cNvPr id="28" name="正方形/長方形 27">
                <a:extLst>
                  <a:ext uri="{FF2B5EF4-FFF2-40B4-BE49-F238E27FC236}">
                    <a16:creationId xmlns:a16="http://schemas.microsoft.com/office/drawing/2014/main" id="{9DE44A9F-850B-9DB5-3A59-F55F11DD7911}"/>
                  </a:ext>
                </a:extLst>
              </p:cNvPr>
              <p:cNvSpPr/>
              <p:nvPr/>
            </p:nvSpPr>
            <p:spPr>
              <a:xfrm>
                <a:off x="849192" y="2913792"/>
                <a:ext cx="3172440" cy="25193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価格モデルから算出した予想価格</a:t>
                </a:r>
                <a:r>
                  <a:rPr lang="ja-JP" altLang="en-US"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𝑃</m:t>
                        </m:r>
                      </m:e>
                      <m:sub>
                        <m:r>
                          <a:rPr lang="en-US" altLang="ja-JP" sz="1400" i="1">
                            <a:latin typeface="Cambria Math" panose="02040503050406030204" pitchFamily="18" charset="0"/>
                          </a:rPr>
                          <m:t>𝑡</m:t>
                        </m:r>
                        <m:r>
                          <a:rPr lang="en-US" altLang="ja-JP" sz="1400" b="0" i="1" smtClean="0">
                            <a:latin typeface="Cambria Math" panose="02040503050406030204" pitchFamily="18" charset="0"/>
                          </a:rPr>
                          <m:t>, </m:t>
                        </m:r>
                        <m:r>
                          <a:rPr lang="en-US" altLang="ja-JP" sz="1400" b="0" i="1" smtClean="0">
                            <a:latin typeface="Cambria Math" panose="02040503050406030204" pitchFamily="18" charset="0"/>
                          </a:rPr>
                          <m:t>𝑖</m:t>
                        </m:r>
                      </m:sub>
                    </m:sSub>
                  </m:oMath>
                </a14:m>
                <a:endParaRPr kumimoji="1" lang="ja-JP" altLang="en-US" sz="1400" dirty="0"/>
              </a:p>
            </p:txBody>
          </p:sp>
        </mc:Choice>
        <mc:Fallback>
          <p:sp>
            <p:nvSpPr>
              <p:cNvPr id="28" name="正方形/長方形 27">
                <a:extLst>
                  <a:ext uri="{FF2B5EF4-FFF2-40B4-BE49-F238E27FC236}">
                    <a16:creationId xmlns:a16="http://schemas.microsoft.com/office/drawing/2014/main" id="{9DE44A9F-850B-9DB5-3A59-F55F11DD7911}"/>
                  </a:ext>
                </a:extLst>
              </p:cNvPr>
              <p:cNvSpPr>
                <a:spLocks noRot="1" noChangeAspect="1" noMove="1" noResize="1" noEditPoints="1" noAdjustHandles="1" noChangeArrowheads="1" noChangeShapeType="1" noTextEdit="1"/>
              </p:cNvSpPr>
              <p:nvPr/>
            </p:nvSpPr>
            <p:spPr>
              <a:xfrm>
                <a:off x="849192" y="2913792"/>
                <a:ext cx="3172440" cy="251930"/>
              </a:xfrm>
              <a:prstGeom prst="rect">
                <a:avLst/>
              </a:prstGeom>
              <a:blipFill>
                <a:blip r:embed="rId6"/>
                <a:stretch>
                  <a:fillRect l="-192" t="-14634" b="-36585"/>
                </a:stretch>
              </a:blipFill>
              <a:ln>
                <a:noFill/>
              </a:ln>
            </p:spPr>
            <p:txBody>
              <a:bodyPr/>
              <a:lstStyle/>
              <a:p>
                <a:r>
                  <a:rPr lang="ja-JP" altLang="en-US">
                    <a:noFill/>
                  </a:rPr>
                  <a:t> </a:t>
                </a:r>
              </a:p>
            </p:txBody>
          </p:sp>
        </mc:Fallback>
      </mc:AlternateContent>
      <p:sp>
        <p:nvSpPr>
          <p:cNvPr id="23" name="正方形/長方形 22">
            <a:extLst>
              <a:ext uri="{FF2B5EF4-FFF2-40B4-BE49-F238E27FC236}">
                <a16:creationId xmlns:a16="http://schemas.microsoft.com/office/drawing/2014/main" id="{B7B2278F-6EF9-ED4B-2AF0-A799860FFA9E}"/>
              </a:ext>
            </a:extLst>
          </p:cNvPr>
          <p:cNvSpPr/>
          <p:nvPr/>
        </p:nvSpPr>
        <p:spPr>
          <a:xfrm>
            <a:off x="582491" y="2613621"/>
            <a:ext cx="3172441" cy="2974379"/>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4" name="表 23">
            <a:extLst>
              <a:ext uri="{FF2B5EF4-FFF2-40B4-BE49-F238E27FC236}">
                <a16:creationId xmlns:a16="http://schemas.microsoft.com/office/drawing/2014/main" id="{8AAA9406-01C8-1FAD-CC78-AAB62EB44F84}"/>
              </a:ext>
            </a:extLst>
          </p:cNvPr>
          <p:cNvGraphicFramePr>
            <a:graphicFrameLocks noGrp="1"/>
          </p:cNvGraphicFramePr>
          <p:nvPr/>
        </p:nvGraphicFramePr>
        <p:xfrm>
          <a:off x="722991" y="3047324"/>
          <a:ext cx="2895395" cy="2366973"/>
        </p:xfrm>
        <a:graphic>
          <a:graphicData uri="http://schemas.openxmlformats.org/drawingml/2006/table">
            <a:tbl>
              <a:tblPr firstRow="1" bandRow="1"/>
              <a:tblGrid>
                <a:gridCol w="579079">
                  <a:extLst>
                    <a:ext uri="{9D8B030D-6E8A-4147-A177-3AD203B41FA5}">
                      <a16:colId xmlns:a16="http://schemas.microsoft.com/office/drawing/2014/main" val="1187811139"/>
                    </a:ext>
                  </a:extLst>
                </a:gridCol>
                <a:gridCol w="579079">
                  <a:extLst>
                    <a:ext uri="{9D8B030D-6E8A-4147-A177-3AD203B41FA5}">
                      <a16:colId xmlns:a16="http://schemas.microsoft.com/office/drawing/2014/main" val="3724946390"/>
                    </a:ext>
                  </a:extLst>
                </a:gridCol>
                <a:gridCol w="579079">
                  <a:extLst>
                    <a:ext uri="{9D8B030D-6E8A-4147-A177-3AD203B41FA5}">
                      <a16:colId xmlns:a16="http://schemas.microsoft.com/office/drawing/2014/main" val="1629234053"/>
                    </a:ext>
                  </a:extLst>
                </a:gridCol>
                <a:gridCol w="579079">
                  <a:extLst>
                    <a:ext uri="{9D8B030D-6E8A-4147-A177-3AD203B41FA5}">
                      <a16:colId xmlns:a16="http://schemas.microsoft.com/office/drawing/2014/main" val="2295633697"/>
                    </a:ext>
                  </a:extLst>
                </a:gridCol>
                <a:gridCol w="579079">
                  <a:extLst>
                    <a:ext uri="{9D8B030D-6E8A-4147-A177-3AD203B41FA5}">
                      <a16:colId xmlns:a16="http://schemas.microsoft.com/office/drawing/2014/main" val="203250672"/>
                    </a:ext>
                  </a:extLst>
                </a:gridCol>
              </a:tblGrid>
              <a:tr h="305914">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コマ１</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コマ２</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7369">
                <a:tc>
                  <a:txBody>
                    <a:bodyPr/>
                    <a:lstStyle/>
                    <a:p>
                      <a:pPr algn="ctr"/>
                      <a:r>
                        <a:rPr kumimoji="1" lang="en-US" altLang="ja-JP" sz="800" dirty="0"/>
                        <a:t>2026/4/1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7369">
                <a:tc>
                  <a:txBody>
                    <a:bodyPr/>
                    <a:lstStyle/>
                    <a:p>
                      <a:pPr algn="ctr"/>
                      <a:r>
                        <a:rPr kumimoji="1" lang="en-US" altLang="ja-JP" sz="800" dirty="0"/>
                        <a:t>2026/4/2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7369">
                <a:tc>
                  <a:txBody>
                    <a:bodyPr/>
                    <a:lstStyle/>
                    <a:p>
                      <a:pPr algn="ctr"/>
                      <a:r>
                        <a:rPr kumimoji="1" lang="en-US" altLang="ja-JP" sz="800" dirty="0"/>
                        <a:t>2026/4/31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7369">
                <a:tc>
                  <a:txBody>
                    <a:bodyPr/>
                    <a:lstStyle/>
                    <a:p>
                      <a:pPr algn="ctr"/>
                      <a:r>
                        <a:rPr kumimoji="1" lang="en-US" altLang="ja-JP" sz="800" dirty="0"/>
                        <a:t>2026/5/1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7369">
                <a:tc>
                  <a:txBody>
                    <a:bodyPr/>
                    <a:lstStyle/>
                    <a:p>
                      <a:pPr algn="ctr"/>
                      <a:r>
                        <a:rPr kumimoji="1" lang="en-US" altLang="ja-JP" sz="800" dirty="0"/>
                        <a:t>2026/5/31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7369">
                <a:tc>
                  <a:txBody>
                    <a:bodyPr/>
                    <a:lstStyle/>
                    <a:p>
                      <a:pPr algn="ctr"/>
                      <a:r>
                        <a:rPr kumimoji="1" lang="en-US" altLang="ja-JP" sz="800" dirty="0"/>
                        <a:t>2026/6/1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7369">
                <a:tc>
                  <a:txBody>
                    <a:bodyPr/>
                    <a:lstStyle/>
                    <a:p>
                      <a:pPr algn="ctr"/>
                      <a:r>
                        <a:rPr kumimoji="1" lang="en-US" altLang="ja-JP" sz="800" dirty="0"/>
                        <a:t>2026/6/30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mc:AlternateContent xmlns:mc="http://schemas.openxmlformats.org/markup-compatibility/2006">
        <mc:Choice xmlns:a14="http://schemas.microsoft.com/office/drawing/2010/main" Requires="a14">
          <p:sp>
            <p:nvSpPr>
              <p:cNvPr id="25" name="正方形/長方形 24">
                <a:extLst>
                  <a:ext uri="{FF2B5EF4-FFF2-40B4-BE49-F238E27FC236}">
                    <a16:creationId xmlns:a16="http://schemas.microsoft.com/office/drawing/2014/main" id="{D72557B7-11A5-1253-5C77-59F7A5AAB55F}"/>
                  </a:ext>
                </a:extLst>
              </p:cNvPr>
              <p:cNvSpPr/>
              <p:nvPr/>
            </p:nvSpPr>
            <p:spPr>
              <a:xfrm>
                <a:off x="582492" y="2621692"/>
                <a:ext cx="3172440" cy="25193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価格モデルから算出した予想価格</a:t>
                </a:r>
                <a:r>
                  <a:rPr lang="ja-JP" altLang="en-US"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𝑃</m:t>
                        </m:r>
                      </m:e>
                      <m:sub>
                        <m:r>
                          <a:rPr lang="en-US" altLang="ja-JP" sz="1400" i="1">
                            <a:latin typeface="Cambria Math" panose="02040503050406030204" pitchFamily="18" charset="0"/>
                          </a:rPr>
                          <m:t>𝑡</m:t>
                        </m:r>
                        <m:r>
                          <a:rPr lang="en-US" altLang="ja-JP" sz="1400" b="0" i="1" smtClean="0">
                            <a:latin typeface="Cambria Math" panose="02040503050406030204" pitchFamily="18" charset="0"/>
                          </a:rPr>
                          <m:t>, </m:t>
                        </m:r>
                        <m:r>
                          <a:rPr lang="en-US" altLang="ja-JP" sz="1400" b="0" i="1" smtClean="0">
                            <a:latin typeface="Cambria Math" panose="02040503050406030204" pitchFamily="18" charset="0"/>
                          </a:rPr>
                          <m:t>𝑖</m:t>
                        </m:r>
                      </m:sub>
                    </m:sSub>
                  </m:oMath>
                </a14:m>
                <a:endParaRPr kumimoji="1" lang="ja-JP" altLang="en-US" sz="1400" dirty="0"/>
              </a:p>
            </p:txBody>
          </p:sp>
        </mc:Choice>
        <mc:Fallback>
          <p:sp>
            <p:nvSpPr>
              <p:cNvPr id="25" name="正方形/長方形 24">
                <a:extLst>
                  <a:ext uri="{FF2B5EF4-FFF2-40B4-BE49-F238E27FC236}">
                    <a16:creationId xmlns:a16="http://schemas.microsoft.com/office/drawing/2014/main" id="{D72557B7-11A5-1253-5C77-59F7A5AAB55F}"/>
                  </a:ext>
                </a:extLst>
              </p:cNvPr>
              <p:cNvSpPr>
                <a:spLocks noRot="1" noChangeAspect="1" noMove="1" noResize="1" noEditPoints="1" noAdjustHandles="1" noChangeArrowheads="1" noChangeShapeType="1" noTextEdit="1"/>
              </p:cNvSpPr>
              <p:nvPr/>
            </p:nvSpPr>
            <p:spPr>
              <a:xfrm>
                <a:off x="582492" y="2621692"/>
                <a:ext cx="3172440" cy="251930"/>
              </a:xfrm>
              <a:prstGeom prst="rect">
                <a:avLst/>
              </a:prstGeom>
              <a:blipFill>
                <a:blip r:embed="rId7"/>
                <a:stretch>
                  <a:fillRect l="-192" t="-14634" b="-36585"/>
                </a:stretch>
              </a:blipFill>
              <a:ln>
                <a:noFill/>
              </a:ln>
            </p:spPr>
            <p:txBody>
              <a:bodyPr/>
              <a:lstStyle/>
              <a:p>
                <a:r>
                  <a:rPr lang="ja-JP" altLang="en-US">
                    <a:noFill/>
                  </a:rPr>
                  <a:t> </a:t>
                </a:r>
              </a:p>
            </p:txBody>
          </p:sp>
        </mc:Fallback>
      </mc:AlternateContent>
      <p:sp>
        <p:nvSpPr>
          <p:cNvPr id="20" name="正方形/長方形 19">
            <a:extLst>
              <a:ext uri="{FF2B5EF4-FFF2-40B4-BE49-F238E27FC236}">
                <a16:creationId xmlns:a16="http://schemas.microsoft.com/office/drawing/2014/main" id="{7754E3D8-0D82-289C-2D82-3851C210B6F0}"/>
              </a:ext>
            </a:extLst>
          </p:cNvPr>
          <p:cNvSpPr/>
          <p:nvPr/>
        </p:nvSpPr>
        <p:spPr>
          <a:xfrm>
            <a:off x="531691" y="2537421"/>
            <a:ext cx="3172441" cy="2974379"/>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1" name="表 20">
            <a:extLst>
              <a:ext uri="{FF2B5EF4-FFF2-40B4-BE49-F238E27FC236}">
                <a16:creationId xmlns:a16="http://schemas.microsoft.com/office/drawing/2014/main" id="{4550F2C9-9653-4311-0B44-CA40E13CDFF3}"/>
              </a:ext>
            </a:extLst>
          </p:cNvPr>
          <p:cNvGraphicFramePr>
            <a:graphicFrameLocks noGrp="1"/>
          </p:cNvGraphicFramePr>
          <p:nvPr/>
        </p:nvGraphicFramePr>
        <p:xfrm>
          <a:off x="672191" y="2971124"/>
          <a:ext cx="2895395" cy="2366973"/>
        </p:xfrm>
        <a:graphic>
          <a:graphicData uri="http://schemas.openxmlformats.org/drawingml/2006/table">
            <a:tbl>
              <a:tblPr firstRow="1" bandRow="1"/>
              <a:tblGrid>
                <a:gridCol w="579079">
                  <a:extLst>
                    <a:ext uri="{9D8B030D-6E8A-4147-A177-3AD203B41FA5}">
                      <a16:colId xmlns:a16="http://schemas.microsoft.com/office/drawing/2014/main" val="1187811139"/>
                    </a:ext>
                  </a:extLst>
                </a:gridCol>
                <a:gridCol w="579079">
                  <a:extLst>
                    <a:ext uri="{9D8B030D-6E8A-4147-A177-3AD203B41FA5}">
                      <a16:colId xmlns:a16="http://schemas.microsoft.com/office/drawing/2014/main" val="3724946390"/>
                    </a:ext>
                  </a:extLst>
                </a:gridCol>
                <a:gridCol w="579079">
                  <a:extLst>
                    <a:ext uri="{9D8B030D-6E8A-4147-A177-3AD203B41FA5}">
                      <a16:colId xmlns:a16="http://schemas.microsoft.com/office/drawing/2014/main" val="1629234053"/>
                    </a:ext>
                  </a:extLst>
                </a:gridCol>
                <a:gridCol w="579079">
                  <a:extLst>
                    <a:ext uri="{9D8B030D-6E8A-4147-A177-3AD203B41FA5}">
                      <a16:colId xmlns:a16="http://schemas.microsoft.com/office/drawing/2014/main" val="2295633697"/>
                    </a:ext>
                  </a:extLst>
                </a:gridCol>
                <a:gridCol w="579079">
                  <a:extLst>
                    <a:ext uri="{9D8B030D-6E8A-4147-A177-3AD203B41FA5}">
                      <a16:colId xmlns:a16="http://schemas.microsoft.com/office/drawing/2014/main" val="203250672"/>
                    </a:ext>
                  </a:extLst>
                </a:gridCol>
              </a:tblGrid>
              <a:tr h="305914">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コマ１</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コマ２</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7369">
                <a:tc>
                  <a:txBody>
                    <a:bodyPr/>
                    <a:lstStyle/>
                    <a:p>
                      <a:pPr algn="ctr"/>
                      <a:r>
                        <a:rPr kumimoji="1" lang="en-US" altLang="ja-JP" sz="800" dirty="0"/>
                        <a:t>2026/4/1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7369">
                <a:tc>
                  <a:txBody>
                    <a:bodyPr/>
                    <a:lstStyle/>
                    <a:p>
                      <a:pPr algn="ctr"/>
                      <a:r>
                        <a:rPr kumimoji="1" lang="en-US" altLang="ja-JP" sz="800" dirty="0"/>
                        <a:t>2026/4/2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7369">
                <a:tc>
                  <a:txBody>
                    <a:bodyPr/>
                    <a:lstStyle/>
                    <a:p>
                      <a:pPr algn="ctr"/>
                      <a:r>
                        <a:rPr kumimoji="1" lang="en-US" altLang="ja-JP" sz="800" dirty="0"/>
                        <a:t>2026/4/31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7369">
                <a:tc>
                  <a:txBody>
                    <a:bodyPr/>
                    <a:lstStyle/>
                    <a:p>
                      <a:pPr algn="ctr"/>
                      <a:r>
                        <a:rPr kumimoji="1" lang="en-US" altLang="ja-JP" sz="800" dirty="0"/>
                        <a:t>2026/5/1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7369">
                <a:tc>
                  <a:txBody>
                    <a:bodyPr/>
                    <a:lstStyle/>
                    <a:p>
                      <a:pPr algn="ctr"/>
                      <a:r>
                        <a:rPr kumimoji="1" lang="en-US" altLang="ja-JP" sz="800" dirty="0"/>
                        <a:t>2026/5/31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7369">
                <a:tc>
                  <a:txBody>
                    <a:bodyPr/>
                    <a:lstStyle/>
                    <a:p>
                      <a:pPr algn="ctr"/>
                      <a:r>
                        <a:rPr kumimoji="1" lang="en-US" altLang="ja-JP" sz="800" dirty="0"/>
                        <a:t>2026/6/1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7369">
                <a:tc>
                  <a:txBody>
                    <a:bodyPr/>
                    <a:lstStyle/>
                    <a:p>
                      <a:pPr algn="ctr"/>
                      <a:r>
                        <a:rPr kumimoji="1" lang="en-US" altLang="ja-JP" sz="800" dirty="0"/>
                        <a:t>2026/6/30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mc:AlternateContent xmlns:mc="http://schemas.openxmlformats.org/markup-compatibility/2006">
        <mc:Choice xmlns:a14="http://schemas.microsoft.com/office/drawing/2010/main" Requires="a14">
          <p:sp>
            <p:nvSpPr>
              <p:cNvPr id="22" name="正方形/長方形 21">
                <a:extLst>
                  <a:ext uri="{FF2B5EF4-FFF2-40B4-BE49-F238E27FC236}">
                    <a16:creationId xmlns:a16="http://schemas.microsoft.com/office/drawing/2014/main" id="{DB470CA8-B338-A96F-082F-0AB451E5D202}"/>
                  </a:ext>
                </a:extLst>
              </p:cNvPr>
              <p:cNvSpPr/>
              <p:nvPr/>
            </p:nvSpPr>
            <p:spPr>
              <a:xfrm>
                <a:off x="531692" y="2545492"/>
                <a:ext cx="3172440" cy="25193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価格モデルから算出した予想価格</a:t>
                </a:r>
                <a:r>
                  <a:rPr lang="ja-JP" altLang="en-US"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𝑃</m:t>
                        </m:r>
                      </m:e>
                      <m:sub>
                        <m:r>
                          <a:rPr lang="en-US" altLang="ja-JP" sz="1400" i="1">
                            <a:latin typeface="Cambria Math" panose="02040503050406030204" pitchFamily="18" charset="0"/>
                          </a:rPr>
                          <m:t>𝑡</m:t>
                        </m:r>
                        <m:r>
                          <a:rPr lang="en-US" altLang="ja-JP" sz="1400" b="0" i="1" smtClean="0">
                            <a:latin typeface="Cambria Math" panose="02040503050406030204" pitchFamily="18" charset="0"/>
                          </a:rPr>
                          <m:t>, </m:t>
                        </m:r>
                        <m:r>
                          <a:rPr lang="en-US" altLang="ja-JP" sz="1400" b="0" i="1" smtClean="0">
                            <a:latin typeface="Cambria Math" panose="02040503050406030204" pitchFamily="18" charset="0"/>
                          </a:rPr>
                          <m:t>𝑖</m:t>
                        </m:r>
                      </m:sub>
                    </m:sSub>
                  </m:oMath>
                </a14:m>
                <a:endParaRPr kumimoji="1" lang="ja-JP" altLang="en-US" sz="1400" dirty="0"/>
              </a:p>
            </p:txBody>
          </p:sp>
        </mc:Choice>
        <mc:Fallback>
          <p:sp>
            <p:nvSpPr>
              <p:cNvPr id="22" name="正方形/長方形 21">
                <a:extLst>
                  <a:ext uri="{FF2B5EF4-FFF2-40B4-BE49-F238E27FC236}">
                    <a16:creationId xmlns:a16="http://schemas.microsoft.com/office/drawing/2014/main" id="{DB470CA8-B338-A96F-082F-0AB451E5D202}"/>
                  </a:ext>
                </a:extLst>
              </p:cNvPr>
              <p:cNvSpPr>
                <a:spLocks noRot="1" noChangeAspect="1" noMove="1" noResize="1" noEditPoints="1" noAdjustHandles="1" noChangeArrowheads="1" noChangeShapeType="1" noTextEdit="1"/>
              </p:cNvSpPr>
              <p:nvPr/>
            </p:nvSpPr>
            <p:spPr>
              <a:xfrm>
                <a:off x="531692" y="2545492"/>
                <a:ext cx="3172440" cy="251930"/>
              </a:xfrm>
              <a:prstGeom prst="rect">
                <a:avLst/>
              </a:prstGeom>
              <a:blipFill>
                <a:blip r:embed="rId6"/>
                <a:stretch>
                  <a:fillRect l="-192" t="-14634" b="-36585"/>
                </a:stretch>
              </a:blipFill>
              <a:ln>
                <a:noFill/>
              </a:ln>
            </p:spPr>
            <p:txBody>
              <a:bodyPr/>
              <a:lstStyle/>
              <a:p>
                <a:r>
                  <a:rPr lang="ja-JP" altLang="en-US">
                    <a:noFill/>
                  </a:rPr>
                  <a:t> </a:t>
                </a:r>
              </a:p>
            </p:txBody>
          </p:sp>
        </mc:Fallback>
      </mc:AlternateContent>
      <p:sp>
        <p:nvSpPr>
          <p:cNvPr id="2" name="タイトル 1">
            <a:extLst>
              <a:ext uri="{FF2B5EF4-FFF2-40B4-BE49-F238E27FC236}">
                <a16:creationId xmlns:a16="http://schemas.microsoft.com/office/drawing/2014/main" id="{F7247C8F-8064-32FF-AF39-8A40D8D37E3F}"/>
              </a:ext>
            </a:extLst>
          </p:cNvPr>
          <p:cNvSpPr>
            <a:spLocks noGrp="1"/>
          </p:cNvSpPr>
          <p:nvPr>
            <p:ph type="title"/>
          </p:nvPr>
        </p:nvSpPr>
        <p:spPr/>
        <p:txBody>
          <a:bodyPr/>
          <a:lstStyle/>
          <a:p>
            <a:r>
              <a:rPr lang="ja-JP" altLang="en-US" dirty="0"/>
              <a:t>減量</a:t>
            </a:r>
            <a:endParaRPr kumimoji="1" lang="ja-JP" altLang="en-US" dirty="0"/>
          </a:p>
        </p:txBody>
      </p:sp>
      <p:sp>
        <p:nvSpPr>
          <p:cNvPr id="3" name="コンテンツ プレースホルダー 2">
            <a:extLst>
              <a:ext uri="{FF2B5EF4-FFF2-40B4-BE49-F238E27FC236}">
                <a16:creationId xmlns:a16="http://schemas.microsoft.com/office/drawing/2014/main" id="{7CA14E45-A43E-64FD-DB1F-C91CF49559BE}"/>
              </a:ext>
            </a:extLst>
          </p:cNvPr>
          <p:cNvSpPr>
            <a:spLocks noGrp="1"/>
          </p:cNvSpPr>
          <p:nvPr>
            <p:ph idx="1"/>
          </p:nvPr>
        </p:nvSpPr>
        <p:spPr>
          <a:xfrm>
            <a:off x="331773" y="1035782"/>
            <a:ext cx="11531151" cy="573022"/>
          </a:xfrm>
        </p:spPr>
        <p:txBody>
          <a:bodyPr/>
          <a:lstStyle/>
          <a:p>
            <a:endParaRPr kumimoji="1" lang="ja-JP" altLang="en-US"/>
          </a:p>
        </p:txBody>
      </p:sp>
      <p:sp>
        <p:nvSpPr>
          <p:cNvPr id="4" name="正方形/長方形 3">
            <a:extLst>
              <a:ext uri="{FF2B5EF4-FFF2-40B4-BE49-F238E27FC236}">
                <a16:creationId xmlns:a16="http://schemas.microsoft.com/office/drawing/2014/main" id="{DC8DBD32-24A2-18AE-D8AA-AB1051217E36}"/>
              </a:ext>
            </a:extLst>
          </p:cNvPr>
          <p:cNvSpPr/>
          <p:nvPr/>
        </p:nvSpPr>
        <p:spPr>
          <a:xfrm>
            <a:off x="4250687" y="2711123"/>
            <a:ext cx="3150441" cy="2953752"/>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5" name="正方形/長方形 4">
                <a:extLst>
                  <a:ext uri="{FF2B5EF4-FFF2-40B4-BE49-F238E27FC236}">
                    <a16:creationId xmlns:a16="http://schemas.microsoft.com/office/drawing/2014/main" id="{C302EC17-86AD-D98B-AE83-556DB9742EC7}"/>
                  </a:ext>
                </a:extLst>
              </p:cNvPr>
              <p:cNvSpPr/>
              <p:nvPr/>
            </p:nvSpPr>
            <p:spPr>
              <a:xfrm>
                <a:off x="4250688" y="2719193"/>
                <a:ext cx="3150440" cy="251931"/>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先物</a:t>
                </a:r>
                <a:r>
                  <a:rPr kumimoji="1" lang="ja-JP" altLang="en-US" sz="1400" dirty="0"/>
                  <a:t>価格から計算式で算出した </a:t>
                </a:r>
                <a14:m>
                  <m:oMath xmlns:m="http://schemas.openxmlformats.org/officeDocument/2006/math">
                    <m:r>
                      <a:rPr kumimoji="1" lang="en-US" altLang="ja-JP" sz="1400" b="0" i="1" smtClean="0">
                        <a:latin typeface="Cambria Math" panose="02040503050406030204" pitchFamily="18" charset="0"/>
                      </a:rPr>
                      <m:t>𝐾</m:t>
                    </m:r>
                  </m:oMath>
                </a14:m>
                <a:endParaRPr kumimoji="1" lang="ja-JP" altLang="en-US" sz="1400" dirty="0"/>
              </a:p>
            </p:txBody>
          </p:sp>
        </mc:Choice>
        <mc:Fallback>
          <p:sp>
            <p:nvSpPr>
              <p:cNvPr id="5" name="正方形/長方形 4">
                <a:extLst>
                  <a:ext uri="{FF2B5EF4-FFF2-40B4-BE49-F238E27FC236}">
                    <a16:creationId xmlns:a16="http://schemas.microsoft.com/office/drawing/2014/main" id="{C302EC17-86AD-D98B-AE83-556DB9742EC7}"/>
                  </a:ext>
                </a:extLst>
              </p:cNvPr>
              <p:cNvSpPr>
                <a:spLocks noRot="1" noChangeAspect="1" noMove="1" noResize="1" noEditPoints="1" noAdjustHandles="1" noChangeArrowheads="1" noChangeShapeType="1" noTextEdit="1"/>
              </p:cNvSpPr>
              <p:nvPr/>
            </p:nvSpPr>
            <p:spPr>
              <a:xfrm>
                <a:off x="4250688" y="2719193"/>
                <a:ext cx="3150440" cy="251931"/>
              </a:xfrm>
              <a:prstGeom prst="rect">
                <a:avLst/>
              </a:prstGeom>
              <a:blipFill>
                <a:blip r:embed="rId8"/>
                <a:stretch>
                  <a:fillRect t="-14634" b="-36585"/>
                </a:stretch>
              </a:blipFill>
              <a:ln>
                <a:noFill/>
              </a:ln>
            </p:spPr>
            <p:txBody>
              <a:bodyPr/>
              <a:lstStyle/>
              <a:p>
                <a:r>
                  <a:rPr lang="ja-JP" altLang="en-US">
                    <a:noFill/>
                  </a:rPr>
                  <a:t> </a:t>
                </a:r>
              </a:p>
            </p:txBody>
          </p:sp>
        </mc:Fallback>
      </mc:AlternateContent>
      <p:sp>
        <p:nvSpPr>
          <p:cNvPr id="6" name="正方形/長方形 5">
            <a:extLst>
              <a:ext uri="{FF2B5EF4-FFF2-40B4-BE49-F238E27FC236}">
                <a16:creationId xmlns:a16="http://schemas.microsoft.com/office/drawing/2014/main" id="{E08880CF-89C3-9BB4-EF5B-119161D8F231}"/>
              </a:ext>
            </a:extLst>
          </p:cNvPr>
          <p:cNvSpPr/>
          <p:nvPr/>
        </p:nvSpPr>
        <p:spPr>
          <a:xfrm>
            <a:off x="8286217" y="2448521"/>
            <a:ext cx="3150441" cy="2953752"/>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7" name="正方形/長方形 6">
                <a:extLst>
                  <a:ext uri="{FF2B5EF4-FFF2-40B4-BE49-F238E27FC236}">
                    <a16:creationId xmlns:a16="http://schemas.microsoft.com/office/drawing/2014/main" id="{830DDCB9-7ECE-54BB-E7BD-2604179492F6}"/>
                  </a:ext>
                </a:extLst>
              </p:cNvPr>
              <p:cNvSpPr/>
              <p:nvPr/>
            </p:nvSpPr>
            <p:spPr>
              <a:xfrm>
                <a:off x="8286218" y="2456591"/>
                <a:ext cx="3150440" cy="250183"/>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ja-JP" altLang="en-US" sz="1200" dirty="0"/>
                  <a:t>減量オプションのペイオフ </a:t>
                </a:r>
                <a14:m>
                  <m:oMath xmlns:m="http://schemas.openxmlformats.org/officeDocument/2006/math">
                    <m:r>
                      <a:rPr lang="en-US" altLang="ja-JP" sz="1200" b="0" i="1" smtClean="0">
                        <a:latin typeface="Cambria Math" panose="02040503050406030204" pitchFamily="18" charset="0"/>
                      </a:rPr>
                      <m:t>𝑀𝑎𝑥</m:t>
                    </m:r>
                    <m:r>
                      <a:rPr lang="en-US" altLang="ja-JP" sz="1200" b="0" i="1" smtClean="0">
                        <a:latin typeface="Cambria Math" panose="02040503050406030204" pitchFamily="18" charset="0"/>
                      </a:rPr>
                      <m:t>(</m:t>
                    </m:r>
                    <m:sSub>
                      <m:sSubPr>
                        <m:ctrlPr>
                          <a:rPr lang="en-US" altLang="ja-JP" sz="1200" b="0" i="1" smtClean="0">
                            <a:latin typeface="Cambria Math" panose="02040503050406030204" pitchFamily="18" charset="0"/>
                          </a:rPr>
                        </m:ctrlPr>
                      </m:sSubPr>
                      <m:e>
                        <m:r>
                          <a:rPr lang="en-US" altLang="ja-JP" sz="1200" i="1">
                            <a:latin typeface="Cambria Math" panose="02040503050406030204" pitchFamily="18" charset="0"/>
                          </a:rPr>
                          <m:t>𝐾</m:t>
                        </m:r>
                        <m:r>
                          <a:rPr lang="en-US" altLang="ja-JP" sz="1200" i="1">
                            <a:latin typeface="Cambria Math" panose="02040503050406030204" pitchFamily="18" charset="0"/>
                          </a:rPr>
                          <m:t>−</m:t>
                        </m:r>
                        <m:r>
                          <a:rPr lang="en-US" altLang="ja-JP" sz="1200" b="0" i="1" smtClean="0">
                            <a:latin typeface="Cambria Math" panose="02040503050406030204" pitchFamily="18" charset="0"/>
                          </a:rPr>
                          <m:t>𝑃</m:t>
                        </m:r>
                      </m:e>
                      <m:sub>
                        <m:r>
                          <a:rPr lang="en-US" altLang="ja-JP" sz="1200" b="0" i="1" smtClean="0">
                            <a:latin typeface="Cambria Math" panose="02040503050406030204" pitchFamily="18" charset="0"/>
                          </a:rPr>
                          <m:t>𝑡</m:t>
                        </m:r>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𝑖</m:t>
                        </m:r>
                      </m:sub>
                    </m:sSub>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 0)</m:t>
                    </m:r>
                  </m:oMath>
                </a14:m>
                <a:endParaRPr kumimoji="1" lang="ja-JP" altLang="en-US" sz="1200" dirty="0"/>
              </a:p>
            </p:txBody>
          </p:sp>
        </mc:Choice>
        <mc:Fallback>
          <p:sp>
            <p:nvSpPr>
              <p:cNvPr id="7" name="正方形/長方形 6">
                <a:extLst>
                  <a:ext uri="{FF2B5EF4-FFF2-40B4-BE49-F238E27FC236}">
                    <a16:creationId xmlns:a16="http://schemas.microsoft.com/office/drawing/2014/main" id="{830DDCB9-7ECE-54BB-E7BD-2604179492F6}"/>
                  </a:ext>
                </a:extLst>
              </p:cNvPr>
              <p:cNvSpPr>
                <a:spLocks noRot="1" noChangeAspect="1" noMove="1" noResize="1" noEditPoints="1" noAdjustHandles="1" noChangeArrowheads="1" noChangeShapeType="1" noTextEdit="1"/>
              </p:cNvSpPr>
              <p:nvPr/>
            </p:nvSpPr>
            <p:spPr>
              <a:xfrm>
                <a:off x="8286218" y="2456591"/>
                <a:ext cx="3150440" cy="250183"/>
              </a:xfrm>
              <a:prstGeom prst="rect">
                <a:avLst/>
              </a:prstGeom>
              <a:blipFill>
                <a:blip r:embed="rId9"/>
                <a:stretch>
                  <a:fillRect t="-4878" b="-24390"/>
                </a:stretch>
              </a:blipFill>
              <a:ln>
                <a:noFill/>
              </a:ln>
            </p:spPr>
            <p:txBody>
              <a:bodyPr/>
              <a:lstStyle/>
              <a:p>
                <a:r>
                  <a:rPr lang="ja-JP" altLang="en-US">
                    <a:noFill/>
                  </a:rPr>
                  <a:t> </a:t>
                </a:r>
              </a:p>
            </p:txBody>
          </p:sp>
        </mc:Fallback>
      </mc:AlternateContent>
      <p:sp>
        <p:nvSpPr>
          <p:cNvPr id="8" name="正方形/長方形 7">
            <a:extLst>
              <a:ext uri="{FF2B5EF4-FFF2-40B4-BE49-F238E27FC236}">
                <a16:creationId xmlns:a16="http://schemas.microsoft.com/office/drawing/2014/main" id="{F98B53C4-773C-7C21-5315-FCC678B3AF2F}"/>
              </a:ext>
            </a:extLst>
          </p:cNvPr>
          <p:cNvSpPr/>
          <p:nvPr/>
        </p:nvSpPr>
        <p:spPr>
          <a:xfrm>
            <a:off x="468191" y="2448521"/>
            <a:ext cx="3172441" cy="2974379"/>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9" name="表 8">
            <a:extLst>
              <a:ext uri="{FF2B5EF4-FFF2-40B4-BE49-F238E27FC236}">
                <a16:creationId xmlns:a16="http://schemas.microsoft.com/office/drawing/2014/main" id="{14C78C6F-C686-4B48-D8E5-847D0B850BA0}"/>
              </a:ext>
            </a:extLst>
          </p:cNvPr>
          <p:cNvGraphicFramePr>
            <a:graphicFrameLocks noGrp="1"/>
          </p:cNvGraphicFramePr>
          <p:nvPr/>
        </p:nvGraphicFramePr>
        <p:xfrm>
          <a:off x="608691" y="2882224"/>
          <a:ext cx="2895395" cy="2366973"/>
        </p:xfrm>
        <a:graphic>
          <a:graphicData uri="http://schemas.openxmlformats.org/drawingml/2006/table">
            <a:tbl>
              <a:tblPr firstRow="1" bandRow="1"/>
              <a:tblGrid>
                <a:gridCol w="579079">
                  <a:extLst>
                    <a:ext uri="{9D8B030D-6E8A-4147-A177-3AD203B41FA5}">
                      <a16:colId xmlns:a16="http://schemas.microsoft.com/office/drawing/2014/main" val="1187811139"/>
                    </a:ext>
                  </a:extLst>
                </a:gridCol>
                <a:gridCol w="579079">
                  <a:extLst>
                    <a:ext uri="{9D8B030D-6E8A-4147-A177-3AD203B41FA5}">
                      <a16:colId xmlns:a16="http://schemas.microsoft.com/office/drawing/2014/main" val="3724946390"/>
                    </a:ext>
                  </a:extLst>
                </a:gridCol>
                <a:gridCol w="579079">
                  <a:extLst>
                    <a:ext uri="{9D8B030D-6E8A-4147-A177-3AD203B41FA5}">
                      <a16:colId xmlns:a16="http://schemas.microsoft.com/office/drawing/2014/main" val="1629234053"/>
                    </a:ext>
                  </a:extLst>
                </a:gridCol>
                <a:gridCol w="579079">
                  <a:extLst>
                    <a:ext uri="{9D8B030D-6E8A-4147-A177-3AD203B41FA5}">
                      <a16:colId xmlns:a16="http://schemas.microsoft.com/office/drawing/2014/main" val="2295633697"/>
                    </a:ext>
                  </a:extLst>
                </a:gridCol>
                <a:gridCol w="579079">
                  <a:extLst>
                    <a:ext uri="{9D8B030D-6E8A-4147-A177-3AD203B41FA5}">
                      <a16:colId xmlns:a16="http://schemas.microsoft.com/office/drawing/2014/main" val="203250672"/>
                    </a:ext>
                  </a:extLst>
                </a:gridCol>
              </a:tblGrid>
              <a:tr h="305914">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コマ１</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コマ２</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7369">
                <a:tc>
                  <a:txBody>
                    <a:bodyPr/>
                    <a:lstStyle/>
                    <a:p>
                      <a:pPr algn="ctr"/>
                      <a:r>
                        <a:rPr kumimoji="1" lang="en-US" altLang="ja-JP" sz="800" dirty="0"/>
                        <a:t>2026/4/1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8.92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8.86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9.10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7369">
                <a:tc>
                  <a:txBody>
                    <a:bodyPr/>
                    <a:lstStyle/>
                    <a:p>
                      <a:pPr algn="ctr"/>
                      <a:r>
                        <a:rPr kumimoji="1" lang="en-US" altLang="ja-JP" sz="800" dirty="0"/>
                        <a:t>2026/4/2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15.55</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14.6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18.9</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7369">
                <a:tc>
                  <a:txBody>
                    <a:bodyPr/>
                    <a:lstStyle/>
                    <a:p>
                      <a:pPr algn="ctr"/>
                      <a:r>
                        <a:rPr kumimoji="1" lang="en-US" altLang="ja-JP" sz="800" dirty="0"/>
                        <a:t>2026/4/30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7.30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6.09</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6.10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7369">
                <a:tc>
                  <a:txBody>
                    <a:bodyPr/>
                    <a:lstStyle/>
                    <a:p>
                      <a:pPr algn="ctr"/>
                      <a:r>
                        <a:rPr kumimoji="1" lang="en-US" altLang="ja-JP" sz="800" dirty="0"/>
                        <a:t>2026/5/1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13.06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11.78</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12.86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7369">
                <a:tc>
                  <a:txBody>
                    <a:bodyPr/>
                    <a:lstStyle/>
                    <a:p>
                      <a:pPr algn="ctr"/>
                      <a:r>
                        <a:rPr kumimoji="1" lang="en-US" altLang="ja-JP" sz="800" dirty="0"/>
                        <a:t>2026/5/31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15.06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15.18</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14.97</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7369">
                <a:tc>
                  <a:txBody>
                    <a:bodyPr/>
                    <a:lstStyle/>
                    <a:p>
                      <a:pPr algn="ctr"/>
                      <a:r>
                        <a:rPr kumimoji="1" lang="en-US" altLang="ja-JP" sz="800" dirty="0"/>
                        <a:t>2026/6/1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9.24</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8.20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8.61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7369">
                <a:tc>
                  <a:txBody>
                    <a:bodyPr/>
                    <a:lstStyle/>
                    <a:p>
                      <a:pPr algn="ctr"/>
                      <a:r>
                        <a:rPr kumimoji="1" lang="en-US" altLang="ja-JP" sz="800" dirty="0"/>
                        <a:t>2026/6/30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17.76</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17.22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13.24</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graphicFrame>
        <p:nvGraphicFramePr>
          <p:cNvPr id="10" name="表 9">
            <a:extLst>
              <a:ext uri="{FF2B5EF4-FFF2-40B4-BE49-F238E27FC236}">
                <a16:creationId xmlns:a16="http://schemas.microsoft.com/office/drawing/2014/main" id="{7E409ABB-4F9E-03B3-C1A3-450FA46C217F}"/>
              </a:ext>
            </a:extLst>
          </p:cNvPr>
          <p:cNvGraphicFramePr>
            <a:graphicFrameLocks noGrp="1"/>
          </p:cNvGraphicFramePr>
          <p:nvPr/>
        </p:nvGraphicFramePr>
        <p:xfrm>
          <a:off x="4383946" y="3152591"/>
          <a:ext cx="2875315" cy="2359208"/>
        </p:xfrm>
        <a:graphic>
          <a:graphicData uri="http://schemas.openxmlformats.org/drawingml/2006/table">
            <a:tbl>
              <a:tblPr firstRow="1" bandRow="1"/>
              <a:tblGrid>
                <a:gridCol w="575063">
                  <a:extLst>
                    <a:ext uri="{9D8B030D-6E8A-4147-A177-3AD203B41FA5}">
                      <a16:colId xmlns:a16="http://schemas.microsoft.com/office/drawing/2014/main" val="1187811139"/>
                    </a:ext>
                  </a:extLst>
                </a:gridCol>
                <a:gridCol w="575063">
                  <a:extLst>
                    <a:ext uri="{9D8B030D-6E8A-4147-A177-3AD203B41FA5}">
                      <a16:colId xmlns:a16="http://schemas.microsoft.com/office/drawing/2014/main" val="3724946390"/>
                    </a:ext>
                  </a:extLst>
                </a:gridCol>
                <a:gridCol w="575063">
                  <a:extLst>
                    <a:ext uri="{9D8B030D-6E8A-4147-A177-3AD203B41FA5}">
                      <a16:colId xmlns:a16="http://schemas.microsoft.com/office/drawing/2014/main" val="1629234053"/>
                    </a:ext>
                  </a:extLst>
                </a:gridCol>
                <a:gridCol w="575063">
                  <a:extLst>
                    <a:ext uri="{9D8B030D-6E8A-4147-A177-3AD203B41FA5}">
                      <a16:colId xmlns:a16="http://schemas.microsoft.com/office/drawing/2014/main" val="2295633697"/>
                    </a:ext>
                  </a:extLst>
                </a:gridCol>
                <a:gridCol w="575063">
                  <a:extLst>
                    <a:ext uri="{9D8B030D-6E8A-4147-A177-3AD203B41FA5}">
                      <a16:colId xmlns:a16="http://schemas.microsoft.com/office/drawing/2014/main" val="203250672"/>
                    </a:ext>
                  </a:extLst>
                </a:gridCol>
              </a:tblGrid>
              <a:tr h="312438">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tx1"/>
                          </a:solidFill>
                        </a:rPr>
                        <a:t>リプレ</a:t>
                      </a:r>
                      <a:endParaRPr kumimoji="1" lang="en-US" altLang="ja-JP" sz="800" dirty="0">
                        <a:solidFill>
                          <a:schemeClr val="tx1"/>
                        </a:solidFill>
                      </a:endParaRPr>
                    </a:p>
                    <a:p>
                      <a:pPr algn="ctr"/>
                      <a:r>
                        <a:rPr kumimoji="1" lang="ja-JP" altLang="en-US" sz="800" dirty="0">
                          <a:solidFill>
                            <a:schemeClr val="tx1"/>
                          </a:solidFill>
                        </a:rPr>
                        <a:t>五井</a:t>
                      </a:r>
                      <a:endParaRPr kumimoji="1" lang="en-US" altLang="ja-JP"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tx1"/>
                          </a:solidFill>
                        </a:rPr>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tx1"/>
                          </a:solidFill>
                        </a:rPr>
                        <a:t>住友大阪</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79715963"/>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10.43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11.18</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10.43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11.18</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6070">
                <a:tc>
                  <a:txBody>
                    <a:bodyPr/>
                    <a:lstStyle/>
                    <a:p>
                      <a:pPr algn="ctr"/>
                      <a:r>
                        <a:rPr kumimoji="1" lang="en-US" altLang="ja-JP" sz="800" dirty="0"/>
                        <a:t>2026/4/30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10.43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9.32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11.18</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6070">
                <a:tc>
                  <a:txBody>
                    <a:bodyPr/>
                    <a:lstStyle/>
                    <a:p>
                      <a:pPr algn="ctr"/>
                      <a:r>
                        <a:rPr kumimoji="1" lang="en-US" altLang="ja-JP" sz="800" dirty="0"/>
                        <a:t>2026/5/1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10.51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10.36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11.26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6070">
                <a:tc>
                  <a:txBody>
                    <a:bodyPr/>
                    <a:lstStyle/>
                    <a:p>
                      <a:pPr algn="ctr"/>
                      <a:r>
                        <a:rPr kumimoji="1" lang="en-US" altLang="ja-JP" sz="800" dirty="0"/>
                        <a:t>2026/5/31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10.51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10.36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11.26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6070">
                <a:tc>
                  <a:txBody>
                    <a:bodyPr/>
                    <a:lstStyle/>
                    <a:p>
                      <a:pPr algn="ctr"/>
                      <a:r>
                        <a:rPr kumimoji="1" lang="en-US" altLang="ja-JP" sz="800" dirty="0"/>
                        <a:t>2026/6/1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11.56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10.35</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6070">
                <a:tc>
                  <a:txBody>
                    <a:bodyPr/>
                    <a:lstStyle/>
                    <a:p>
                      <a:pPr algn="ctr"/>
                      <a:r>
                        <a:rPr kumimoji="1" lang="en-US" altLang="ja-JP" sz="800" dirty="0"/>
                        <a:t>2026/6/30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11.56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10.35</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11.32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mc:AlternateContent xmlns:mc="http://schemas.openxmlformats.org/markup-compatibility/2006">
        <mc:Choice xmlns:a14="http://schemas.microsoft.com/office/drawing/2010/main" Requires="a14">
          <p:sp>
            <p:nvSpPr>
              <p:cNvPr id="11" name="正方形/長方形 10">
                <a:extLst>
                  <a:ext uri="{FF2B5EF4-FFF2-40B4-BE49-F238E27FC236}">
                    <a16:creationId xmlns:a16="http://schemas.microsoft.com/office/drawing/2014/main" id="{F647650B-28EE-F03E-158B-F074F99C9514}"/>
                  </a:ext>
                </a:extLst>
              </p:cNvPr>
              <p:cNvSpPr/>
              <p:nvPr/>
            </p:nvSpPr>
            <p:spPr>
              <a:xfrm>
                <a:off x="468192" y="2456592"/>
                <a:ext cx="3172440" cy="25193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価格モデルから算出した予想価格</a:t>
                </a:r>
                <a:r>
                  <a:rPr lang="ja-JP" altLang="en-US"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𝑃</m:t>
                        </m:r>
                      </m:e>
                      <m:sub>
                        <m:r>
                          <a:rPr lang="en-US" altLang="ja-JP" sz="1400" i="1">
                            <a:latin typeface="Cambria Math" panose="02040503050406030204" pitchFamily="18" charset="0"/>
                          </a:rPr>
                          <m:t>𝑡</m:t>
                        </m:r>
                        <m:r>
                          <a:rPr lang="en-US" altLang="ja-JP" sz="1400" b="0" i="1" smtClean="0">
                            <a:latin typeface="Cambria Math" panose="02040503050406030204" pitchFamily="18" charset="0"/>
                          </a:rPr>
                          <m:t>, </m:t>
                        </m:r>
                        <m:r>
                          <a:rPr lang="en-US" altLang="ja-JP" sz="1400" b="0" i="1" smtClean="0">
                            <a:latin typeface="Cambria Math" panose="02040503050406030204" pitchFamily="18" charset="0"/>
                          </a:rPr>
                          <m:t>𝑖</m:t>
                        </m:r>
                      </m:sub>
                    </m:sSub>
                  </m:oMath>
                </a14:m>
                <a:endParaRPr kumimoji="1" lang="ja-JP" altLang="en-US" sz="1400" dirty="0"/>
              </a:p>
            </p:txBody>
          </p:sp>
        </mc:Choice>
        <mc:Fallback>
          <p:sp>
            <p:nvSpPr>
              <p:cNvPr id="11" name="正方形/長方形 10">
                <a:extLst>
                  <a:ext uri="{FF2B5EF4-FFF2-40B4-BE49-F238E27FC236}">
                    <a16:creationId xmlns:a16="http://schemas.microsoft.com/office/drawing/2014/main" id="{F647650B-28EE-F03E-158B-F074F99C9514}"/>
                  </a:ext>
                </a:extLst>
              </p:cNvPr>
              <p:cNvSpPr>
                <a:spLocks noRot="1" noChangeAspect="1" noMove="1" noResize="1" noEditPoints="1" noAdjustHandles="1" noChangeArrowheads="1" noChangeShapeType="1" noTextEdit="1"/>
              </p:cNvSpPr>
              <p:nvPr/>
            </p:nvSpPr>
            <p:spPr>
              <a:xfrm>
                <a:off x="468192" y="2456592"/>
                <a:ext cx="3172440" cy="251930"/>
              </a:xfrm>
              <a:prstGeom prst="rect">
                <a:avLst/>
              </a:prstGeom>
              <a:blipFill>
                <a:blip r:embed="rId7"/>
                <a:stretch>
                  <a:fillRect l="-192" t="-14634" b="-36585"/>
                </a:stretch>
              </a:blipFill>
              <a:ln>
                <a:noFill/>
              </a:ln>
            </p:spPr>
            <p:txBody>
              <a:bodyPr/>
              <a:lstStyle/>
              <a:p>
                <a:r>
                  <a:rPr lang="ja-JP" altLang="en-US">
                    <a:noFill/>
                  </a:rPr>
                  <a:t> </a:t>
                </a:r>
              </a:p>
            </p:txBody>
          </p:sp>
        </mc:Fallback>
      </mc:AlternateContent>
      <p:graphicFrame>
        <p:nvGraphicFramePr>
          <p:cNvPr id="12" name="表 11">
            <a:extLst>
              <a:ext uri="{FF2B5EF4-FFF2-40B4-BE49-F238E27FC236}">
                <a16:creationId xmlns:a16="http://schemas.microsoft.com/office/drawing/2014/main" id="{0448B2C8-076B-0B8F-89BD-9EBDF2DDC2D1}"/>
              </a:ext>
            </a:extLst>
          </p:cNvPr>
          <p:cNvGraphicFramePr>
            <a:graphicFrameLocks noGrp="1"/>
          </p:cNvGraphicFramePr>
          <p:nvPr>
            <p:extLst>
              <p:ext uri="{D42A27DB-BD31-4B8C-83A1-F6EECF244321}">
                <p14:modId xmlns:p14="http://schemas.microsoft.com/office/powerpoint/2010/main" val="2260187584"/>
              </p:ext>
            </p:extLst>
          </p:nvPr>
        </p:nvGraphicFramePr>
        <p:xfrm>
          <a:off x="8428082" y="2889989"/>
          <a:ext cx="2875317" cy="2359208"/>
        </p:xfrm>
        <a:graphic>
          <a:graphicData uri="http://schemas.openxmlformats.org/drawingml/2006/table">
            <a:tbl>
              <a:tblPr firstRow="1" bandRow="1"/>
              <a:tblGrid>
                <a:gridCol w="575063">
                  <a:extLst>
                    <a:ext uri="{9D8B030D-6E8A-4147-A177-3AD203B41FA5}">
                      <a16:colId xmlns:a16="http://schemas.microsoft.com/office/drawing/2014/main" val="1187811139"/>
                    </a:ext>
                  </a:extLst>
                </a:gridCol>
                <a:gridCol w="627456">
                  <a:extLst>
                    <a:ext uri="{9D8B030D-6E8A-4147-A177-3AD203B41FA5}">
                      <a16:colId xmlns:a16="http://schemas.microsoft.com/office/drawing/2014/main" val="3724946390"/>
                    </a:ext>
                  </a:extLst>
                </a:gridCol>
                <a:gridCol w="574177">
                  <a:extLst>
                    <a:ext uri="{9D8B030D-6E8A-4147-A177-3AD203B41FA5}">
                      <a16:colId xmlns:a16="http://schemas.microsoft.com/office/drawing/2014/main" val="1629234053"/>
                    </a:ext>
                  </a:extLst>
                </a:gridCol>
                <a:gridCol w="523558">
                  <a:extLst>
                    <a:ext uri="{9D8B030D-6E8A-4147-A177-3AD203B41FA5}">
                      <a16:colId xmlns:a16="http://schemas.microsoft.com/office/drawing/2014/main" val="2295633697"/>
                    </a:ext>
                  </a:extLst>
                </a:gridCol>
                <a:gridCol w="575063">
                  <a:extLst>
                    <a:ext uri="{9D8B030D-6E8A-4147-A177-3AD203B41FA5}">
                      <a16:colId xmlns:a16="http://schemas.microsoft.com/office/drawing/2014/main" val="203250672"/>
                    </a:ext>
                  </a:extLst>
                </a:gridCol>
              </a:tblGrid>
              <a:tr h="312438">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tx1"/>
                          </a:solidFill>
                        </a:rPr>
                        <a:t>契約</a:t>
                      </a:r>
                      <a:endParaRPr kumimoji="1" lang="en-US" altLang="ja-JP"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bg1"/>
                          </a:solidFill>
                        </a:rPr>
                        <a:t>コマ</a:t>
                      </a:r>
                      <a:r>
                        <a:rPr kumimoji="1" lang="en-US" altLang="ja-JP" sz="800" dirty="0">
                          <a:solidFill>
                            <a:schemeClr val="bg1"/>
                          </a:solidFill>
                        </a:rPr>
                        <a:t>1</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1.51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1.33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6070">
                <a:tc>
                  <a:txBody>
                    <a:bodyPr/>
                    <a:lstStyle/>
                    <a:p>
                      <a:pPr algn="ctr"/>
                      <a:r>
                        <a:rPr kumimoji="1" lang="en-US" altLang="ja-JP" sz="800" dirty="0"/>
                        <a:t>2026/4/30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3.13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4.33</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0.4</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0.22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6070">
                <a:tc>
                  <a:txBody>
                    <a:bodyPr/>
                    <a:lstStyle/>
                    <a:p>
                      <a:pPr algn="ctr"/>
                      <a:r>
                        <a:rPr kumimoji="1" lang="en-US" altLang="ja-JP" sz="800" dirty="0"/>
                        <a:t>2026/4/30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2.02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3.22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住友大阪</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2.26</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2.08</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住友大阪</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800" dirty="0"/>
                        <a:t>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sp>
        <p:nvSpPr>
          <p:cNvPr id="13" name="テキスト ボックス 12">
            <a:extLst>
              <a:ext uri="{FF2B5EF4-FFF2-40B4-BE49-F238E27FC236}">
                <a16:creationId xmlns:a16="http://schemas.microsoft.com/office/drawing/2014/main" id="{0E5C878D-203B-EB73-816F-8F3749178A5D}"/>
              </a:ext>
            </a:extLst>
          </p:cNvPr>
          <p:cNvSpPr txBox="1"/>
          <p:nvPr/>
        </p:nvSpPr>
        <p:spPr>
          <a:xfrm>
            <a:off x="815281" y="5979797"/>
            <a:ext cx="3122627" cy="523220"/>
          </a:xfrm>
          <a:prstGeom prst="rect">
            <a:avLst/>
          </a:prstGeom>
          <a:noFill/>
        </p:spPr>
        <p:txBody>
          <a:bodyPr wrap="none" rtlCol="0">
            <a:spAutoFit/>
          </a:bodyPr>
          <a:lstStyle/>
          <a:p>
            <a:r>
              <a:rPr kumimoji="1" lang="ja-JP" altLang="en-US" sz="1400" dirty="0"/>
              <a:t>シミュレーションパス分算出された</a:t>
            </a:r>
            <a:endParaRPr kumimoji="1" lang="en-US" altLang="ja-JP" sz="1400" dirty="0"/>
          </a:p>
          <a:p>
            <a:r>
              <a:rPr kumimoji="1" lang="ja-JP" altLang="en-US" sz="1400" dirty="0"/>
              <a:t>コマ別予想価格</a:t>
            </a:r>
          </a:p>
        </p:txBody>
      </p:sp>
      <p:cxnSp>
        <p:nvCxnSpPr>
          <p:cNvPr id="29" name="直線コネクタ 28">
            <a:extLst>
              <a:ext uri="{FF2B5EF4-FFF2-40B4-BE49-F238E27FC236}">
                <a16:creationId xmlns:a16="http://schemas.microsoft.com/office/drawing/2014/main" id="{84B9A5FA-258D-C408-61FC-810B7AD17C7A}"/>
              </a:ext>
            </a:extLst>
          </p:cNvPr>
          <p:cNvCxnSpPr>
            <a:cxnSpLocks/>
          </p:cNvCxnSpPr>
          <p:nvPr/>
        </p:nvCxnSpPr>
        <p:spPr>
          <a:xfrm>
            <a:off x="3813054" y="2684402"/>
            <a:ext cx="159089" cy="239374"/>
          </a:xfrm>
          <a:prstGeom prst="line">
            <a:avLst/>
          </a:prstGeom>
          <a:ln w="53975" cap="rnd">
            <a:prstDash val="sysDot"/>
            <a:round/>
          </a:ln>
        </p:spPr>
        <p:style>
          <a:lnRef idx="2">
            <a:schemeClr val="accent1"/>
          </a:lnRef>
          <a:fillRef idx="0">
            <a:schemeClr val="accent1"/>
          </a:fillRef>
          <a:effectRef idx="1">
            <a:schemeClr val="accent1"/>
          </a:effectRef>
          <a:fontRef idx="minor">
            <a:schemeClr val="tx1"/>
          </a:fontRef>
        </p:style>
      </p:cxnSp>
      <p:sp>
        <p:nvSpPr>
          <p:cNvPr id="31" name="テキスト ボックス 30">
            <a:extLst>
              <a:ext uri="{FF2B5EF4-FFF2-40B4-BE49-F238E27FC236}">
                <a16:creationId xmlns:a16="http://schemas.microsoft.com/office/drawing/2014/main" id="{64F63B71-888C-FAEA-2898-D001367ED3BC}"/>
              </a:ext>
            </a:extLst>
          </p:cNvPr>
          <p:cNvSpPr txBox="1"/>
          <p:nvPr/>
        </p:nvSpPr>
        <p:spPr>
          <a:xfrm>
            <a:off x="4250687" y="5979797"/>
            <a:ext cx="3236784" cy="523220"/>
          </a:xfrm>
          <a:prstGeom prst="rect">
            <a:avLst/>
          </a:prstGeom>
          <a:noFill/>
        </p:spPr>
        <p:txBody>
          <a:bodyPr wrap="none" rtlCol="0">
            <a:spAutoFit/>
          </a:bodyPr>
          <a:lstStyle/>
          <a:p>
            <a:r>
              <a:rPr lang="ja-JP" altLang="en-US" sz="1400" dirty="0"/>
              <a:t>燃料先物価格（月単位）をもとに</a:t>
            </a:r>
            <a:endParaRPr lang="en-US" altLang="ja-JP" sz="1400" dirty="0"/>
          </a:p>
          <a:p>
            <a:r>
              <a:rPr lang="ja-JP" altLang="en-US" sz="1400" dirty="0"/>
              <a:t>計算するため、全パス共通の行使価格</a:t>
            </a:r>
            <a:endParaRPr kumimoji="1" lang="ja-JP" altLang="en-US" sz="1400" dirty="0"/>
          </a:p>
        </p:txBody>
      </p:sp>
      <p:cxnSp>
        <p:nvCxnSpPr>
          <p:cNvPr id="41" name="直線コネクタ 40">
            <a:extLst>
              <a:ext uri="{FF2B5EF4-FFF2-40B4-BE49-F238E27FC236}">
                <a16:creationId xmlns:a16="http://schemas.microsoft.com/office/drawing/2014/main" id="{4768547C-4FC4-89F0-44B8-46048C64388E}"/>
              </a:ext>
            </a:extLst>
          </p:cNvPr>
          <p:cNvCxnSpPr>
            <a:cxnSpLocks/>
          </p:cNvCxnSpPr>
          <p:nvPr/>
        </p:nvCxnSpPr>
        <p:spPr>
          <a:xfrm>
            <a:off x="11643717" y="2673131"/>
            <a:ext cx="159089" cy="239374"/>
          </a:xfrm>
          <a:prstGeom prst="line">
            <a:avLst/>
          </a:prstGeom>
          <a:ln w="53975" cap="rnd">
            <a:prstDash val="sysDot"/>
            <a:round/>
          </a:ln>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47A08C17-C5EC-3BA1-D9E7-D4E8F6671308}"/>
              </a:ext>
            </a:extLst>
          </p:cNvPr>
          <p:cNvSpPr txBox="1"/>
          <p:nvPr/>
        </p:nvSpPr>
        <p:spPr>
          <a:xfrm>
            <a:off x="8784761" y="5979797"/>
            <a:ext cx="2518638" cy="523220"/>
          </a:xfrm>
          <a:prstGeom prst="rect">
            <a:avLst/>
          </a:prstGeom>
          <a:noFill/>
        </p:spPr>
        <p:txBody>
          <a:bodyPr wrap="none" rtlCol="0">
            <a:spAutoFit/>
          </a:bodyPr>
          <a:lstStyle/>
          <a:p>
            <a:r>
              <a:rPr kumimoji="1" lang="ja-JP" altLang="en-US" sz="1400" dirty="0"/>
              <a:t>シミュレーションパスごとに</a:t>
            </a:r>
            <a:endParaRPr kumimoji="1" lang="en-US" altLang="ja-JP" sz="1400" dirty="0"/>
          </a:p>
          <a:p>
            <a:r>
              <a:rPr kumimoji="1" lang="ja-JP" altLang="en-US" sz="1400" dirty="0"/>
              <a:t>ペイオフを計算</a:t>
            </a:r>
          </a:p>
        </p:txBody>
      </p:sp>
      <p:sp>
        <p:nvSpPr>
          <p:cNvPr id="44" name="二等辺三角形 43">
            <a:extLst>
              <a:ext uri="{FF2B5EF4-FFF2-40B4-BE49-F238E27FC236}">
                <a16:creationId xmlns:a16="http://schemas.microsoft.com/office/drawing/2014/main" id="{2BC390D2-809C-93A2-601C-C56204BA21B8}"/>
              </a:ext>
            </a:extLst>
          </p:cNvPr>
          <p:cNvSpPr/>
          <p:nvPr/>
        </p:nvSpPr>
        <p:spPr>
          <a:xfrm rot="5400000">
            <a:off x="7569221" y="3826380"/>
            <a:ext cx="898320" cy="477435"/>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C9B6FE6C-3DF8-F5FE-75E4-BEE230312608}"/>
              </a:ext>
            </a:extLst>
          </p:cNvPr>
          <p:cNvSpPr txBox="1"/>
          <p:nvPr/>
        </p:nvSpPr>
        <p:spPr>
          <a:xfrm>
            <a:off x="215757" y="1941816"/>
            <a:ext cx="2887039" cy="307777"/>
          </a:xfrm>
          <a:prstGeom prst="rect">
            <a:avLst/>
          </a:prstGeom>
          <a:noFill/>
        </p:spPr>
        <p:txBody>
          <a:bodyPr wrap="square" rtlCol="0">
            <a:spAutoFit/>
          </a:bodyPr>
          <a:lstStyle/>
          <a:p>
            <a:r>
              <a:rPr lang="ja-JP" altLang="en-US" sz="1400" dirty="0"/>
              <a:t>ペイオフ計算イメージ</a:t>
            </a:r>
            <a:endParaRPr kumimoji="1" lang="ja-JP" altLang="en-US" sz="1400" dirty="0"/>
          </a:p>
        </p:txBody>
      </p:sp>
    </p:spTree>
    <p:extLst>
      <p:ext uri="{BB962C8B-B14F-4D97-AF65-F5344CB8AC3E}">
        <p14:creationId xmlns:p14="http://schemas.microsoft.com/office/powerpoint/2010/main" val="3051762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69C19-0719-E198-DD65-7E7DA7CF759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0F885DC-C0BD-E2D3-587F-13EAC14930AB}"/>
              </a:ext>
            </a:extLst>
          </p:cNvPr>
          <p:cNvSpPr>
            <a:spLocks noGrp="1"/>
          </p:cNvSpPr>
          <p:nvPr>
            <p:ph type="title"/>
          </p:nvPr>
        </p:nvSpPr>
        <p:spPr/>
        <p:txBody>
          <a:bodyPr/>
          <a:lstStyle/>
          <a:p>
            <a:r>
              <a:rPr kumimoji="1" lang="ja-JP" altLang="en-US" dirty="0"/>
              <a:t>コマ上限のみ存在する契約</a:t>
            </a:r>
          </a:p>
        </p:txBody>
      </p:sp>
      <p:sp>
        <p:nvSpPr>
          <p:cNvPr id="3" name="コンテンツ プレースホルダー 2">
            <a:extLst>
              <a:ext uri="{FF2B5EF4-FFF2-40B4-BE49-F238E27FC236}">
                <a16:creationId xmlns:a16="http://schemas.microsoft.com/office/drawing/2014/main" id="{5C390BF2-B1DD-E96B-7B65-7B3B739E3F6B}"/>
              </a:ext>
            </a:extLst>
          </p:cNvPr>
          <p:cNvSpPr>
            <a:spLocks noGrp="1"/>
          </p:cNvSpPr>
          <p:nvPr>
            <p:ph idx="1"/>
          </p:nvPr>
        </p:nvSpPr>
        <p:spPr>
          <a:xfrm>
            <a:off x="331773" y="1035781"/>
            <a:ext cx="11531151" cy="733384"/>
          </a:xfrm>
        </p:spPr>
        <p:txBody>
          <a:bodyPr/>
          <a:lstStyle/>
          <a:p>
            <a:r>
              <a:rPr lang="ja-JP" altLang="en-US" dirty="0"/>
              <a:t>コマ上限のみ存在する相対契約については、</a:t>
            </a:r>
            <a:endParaRPr lang="en-US" altLang="ja-JP" dirty="0"/>
          </a:p>
        </p:txBody>
      </p:sp>
      <p:graphicFrame>
        <p:nvGraphicFramePr>
          <p:cNvPr id="12" name="表 11">
            <a:extLst>
              <a:ext uri="{FF2B5EF4-FFF2-40B4-BE49-F238E27FC236}">
                <a16:creationId xmlns:a16="http://schemas.microsoft.com/office/drawing/2014/main" id="{D2E4BD8C-15E1-1F0C-F215-40EDCB6990B0}"/>
              </a:ext>
            </a:extLst>
          </p:cNvPr>
          <p:cNvGraphicFramePr>
            <a:graphicFrameLocks noGrp="1"/>
          </p:cNvGraphicFramePr>
          <p:nvPr>
            <p:extLst>
              <p:ext uri="{D42A27DB-BD31-4B8C-83A1-F6EECF244321}">
                <p14:modId xmlns:p14="http://schemas.microsoft.com/office/powerpoint/2010/main" val="3125279490"/>
              </p:ext>
            </p:extLst>
          </p:nvPr>
        </p:nvGraphicFramePr>
        <p:xfrm>
          <a:off x="3527295" y="2584066"/>
          <a:ext cx="2080728" cy="3294000"/>
        </p:xfrm>
        <a:graphic>
          <a:graphicData uri="http://schemas.openxmlformats.org/drawingml/2006/table">
            <a:tbl>
              <a:tblPr firstRow="1" bandRow="1"/>
              <a:tblGrid>
                <a:gridCol w="693576">
                  <a:extLst>
                    <a:ext uri="{9D8B030D-6E8A-4147-A177-3AD203B41FA5}">
                      <a16:colId xmlns:a16="http://schemas.microsoft.com/office/drawing/2014/main" val="1187811139"/>
                    </a:ext>
                  </a:extLst>
                </a:gridCol>
                <a:gridCol w="693576">
                  <a:extLst>
                    <a:ext uri="{9D8B030D-6E8A-4147-A177-3AD203B41FA5}">
                      <a16:colId xmlns:a16="http://schemas.microsoft.com/office/drawing/2014/main" val="3112399208"/>
                    </a:ext>
                  </a:extLst>
                </a:gridCol>
                <a:gridCol w="693576">
                  <a:extLst>
                    <a:ext uri="{9D8B030D-6E8A-4147-A177-3AD203B41FA5}">
                      <a16:colId xmlns:a16="http://schemas.microsoft.com/office/drawing/2014/main" val="1773514657"/>
                    </a:ext>
                  </a:extLst>
                </a:gridCol>
              </a:tblGrid>
              <a:tr h="125413">
                <a:tc>
                  <a:txBody>
                    <a:bodyPr/>
                    <a:lstStyle/>
                    <a:p>
                      <a:pPr algn="ctr"/>
                      <a:r>
                        <a:rPr kumimoji="1" lang="ja-JP" altLang="en-US" sz="10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en-US" altLang="ja-JP" sz="1000" dirty="0">
                          <a:solidFill>
                            <a:schemeClr val="bg1"/>
                          </a:solidFill>
                        </a:rPr>
                        <a:t>2026/4/1</a:t>
                      </a:r>
                    </a:p>
                    <a:p>
                      <a:pPr algn="ctr"/>
                      <a:r>
                        <a:rPr kumimoji="1" lang="ja-JP" altLang="en-US" sz="1000" dirty="0">
                          <a:solidFill>
                            <a:schemeClr val="bg1"/>
                          </a:solidFill>
                        </a:rPr>
                        <a:t>ペイオフ</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000" dirty="0">
                          <a:solidFill>
                            <a:srgbClr val="FF0000"/>
                          </a:solidFill>
                        </a:rPr>
                        <a:t>行使量</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79715963"/>
                  </a:ext>
                </a:extLst>
              </a:tr>
              <a:tr h="125413">
                <a:tc>
                  <a:txBody>
                    <a:bodyPr/>
                    <a:lstStyle/>
                    <a:p>
                      <a:pPr algn="ctr"/>
                      <a:r>
                        <a:rPr kumimoji="1" lang="en-US" altLang="ja-JP" sz="1000" dirty="0">
                          <a:solidFill>
                            <a:srgbClr val="FF0000"/>
                          </a:solidFill>
                        </a:rPr>
                        <a:t>1</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1000" dirty="0">
                          <a:solidFill>
                            <a:srgbClr val="FF0000"/>
                          </a:solidFill>
                        </a:rPr>
                        <a:t>2</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3</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4</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1971761"/>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5</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797422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6</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321917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7</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802462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8</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758388"/>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9</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689716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339521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46</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03704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47</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3514483"/>
                  </a:ext>
                </a:extLst>
              </a:tr>
              <a:tr h="125413">
                <a:tc>
                  <a:txBody>
                    <a:bodyPr/>
                    <a:lstStyle/>
                    <a:p>
                      <a:pPr algn="ctr"/>
                      <a:r>
                        <a:rPr kumimoji="1" lang="en-US" altLang="ja-JP" sz="1000" dirty="0">
                          <a:solidFill>
                            <a:srgbClr val="FF0000"/>
                          </a:solidFill>
                        </a:rPr>
                        <a:t>48</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3688111"/>
                  </a:ext>
                </a:extLst>
              </a:tr>
            </a:tbl>
          </a:graphicData>
        </a:graphic>
      </p:graphicFrame>
      <p:sp>
        <p:nvSpPr>
          <p:cNvPr id="13" name="テキスト ボックス 12">
            <a:extLst>
              <a:ext uri="{FF2B5EF4-FFF2-40B4-BE49-F238E27FC236}">
                <a16:creationId xmlns:a16="http://schemas.microsoft.com/office/drawing/2014/main" id="{69A35F56-A26E-3813-44D6-FCBBCA36833A}"/>
              </a:ext>
            </a:extLst>
          </p:cNvPr>
          <p:cNvSpPr txBox="1"/>
          <p:nvPr/>
        </p:nvSpPr>
        <p:spPr>
          <a:xfrm>
            <a:off x="5608023" y="4007114"/>
            <a:ext cx="991854" cy="369332"/>
          </a:xfrm>
          <a:prstGeom prst="rect">
            <a:avLst/>
          </a:prstGeom>
          <a:noFill/>
        </p:spPr>
        <p:txBody>
          <a:bodyPr wrap="square" rtlCol="0">
            <a:spAutoFit/>
          </a:bodyPr>
          <a:lstStyle/>
          <a:p>
            <a:pPr algn="ctr"/>
            <a:r>
              <a:rPr kumimoji="1" lang="ja-JP" altLang="en-US" b="1" dirty="0"/>
              <a:t>・・・</a:t>
            </a:r>
            <a:endParaRPr kumimoji="1" lang="en-US" altLang="ja-JP" b="1" dirty="0"/>
          </a:p>
        </p:txBody>
      </p:sp>
      <p:graphicFrame>
        <p:nvGraphicFramePr>
          <p:cNvPr id="14" name="表 13">
            <a:extLst>
              <a:ext uri="{FF2B5EF4-FFF2-40B4-BE49-F238E27FC236}">
                <a16:creationId xmlns:a16="http://schemas.microsoft.com/office/drawing/2014/main" id="{4244D1A0-898E-CE33-BE99-3B6BC063F789}"/>
              </a:ext>
            </a:extLst>
          </p:cNvPr>
          <p:cNvGraphicFramePr>
            <a:graphicFrameLocks noGrp="1"/>
          </p:cNvGraphicFramePr>
          <p:nvPr>
            <p:extLst>
              <p:ext uri="{D42A27DB-BD31-4B8C-83A1-F6EECF244321}">
                <p14:modId xmlns:p14="http://schemas.microsoft.com/office/powerpoint/2010/main" val="3775607677"/>
              </p:ext>
            </p:extLst>
          </p:nvPr>
        </p:nvGraphicFramePr>
        <p:xfrm>
          <a:off x="6599877" y="2612262"/>
          <a:ext cx="2080728" cy="3294000"/>
        </p:xfrm>
        <a:graphic>
          <a:graphicData uri="http://schemas.openxmlformats.org/drawingml/2006/table">
            <a:tbl>
              <a:tblPr firstRow="1" bandRow="1"/>
              <a:tblGrid>
                <a:gridCol w="693576">
                  <a:extLst>
                    <a:ext uri="{9D8B030D-6E8A-4147-A177-3AD203B41FA5}">
                      <a16:colId xmlns:a16="http://schemas.microsoft.com/office/drawing/2014/main" val="1187811139"/>
                    </a:ext>
                  </a:extLst>
                </a:gridCol>
                <a:gridCol w="693576">
                  <a:extLst>
                    <a:ext uri="{9D8B030D-6E8A-4147-A177-3AD203B41FA5}">
                      <a16:colId xmlns:a16="http://schemas.microsoft.com/office/drawing/2014/main" val="3112399208"/>
                    </a:ext>
                  </a:extLst>
                </a:gridCol>
                <a:gridCol w="693576">
                  <a:extLst>
                    <a:ext uri="{9D8B030D-6E8A-4147-A177-3AD203B41FA5}">
                      <a16:colId xmlns:a16="http://schemas.microsoft.com/office/drawing/2014/main" val="1773514657"/>
                    </a:ext>
                  </a:extLst>
                </a:gridCol>
              </a:tblGrid>
              <a:tr h="125413">
                <a:tc>
                  <a:txBody>
                    <a:bodyPr/>
                    <a:lstStyle/>
                    <a:p>
                      <a:pPr algn="ctr"/>
                      <a:r>
                        <a:rPr kumimoji="1" lang="ja-JP" altLang="en-US" sz="10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en-US" altLang="ja-JP" sz="1000" dirty="0">
                          <a:solidFill>
                            <a:schemeClr val="bg1"/>
                          </a:solidFill>
                        </a:rPr>
                        <a:t>2027/3/31</a:t>
                      </a:r>
                    </a:p>
                    <a:p>
                      <a:pPr algn="ctr"/>
                      <a:r>
                        <a:rPr kumimoji="1" lang="ja-JP" altLang="en-US" sz="1000" dirty="0">
                          <a:solidFill>
                            <a:schemeClr val="bg1"/>
                          </a:solidFill>
                        </a:rPr>
                        <a:t>ペイオフ</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000" dirty="0">
                          <a:solidFill>
                            <a:srgbClr val="FF0000"/>
                          </a:solidFill>
                        </a:rPr>
                        <a:t>行使量</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79715963"/>
                  </a:ext>
                </a:extLst>
              </a:tr>
              <a:tr h="125413">
                <a:tc>
                  <a:txBody>
                    <a:bodyPr/>
                    <a:lstStyle/>
                    <a:p>
                      <a:pPr algn="ctr"/>
                      <a:r>
                        <a:rPr kumimoji="1" lang="en-US" altLang="ja-JP" sz="1000" dirty="0">
                          <a:solidFill>
                            <a:srgbClr val="FF0000"/>
                          </a:solidFill>
                        </a:rPr>
                        <a:t>1</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1000" dirty="0">
                          <a:solidFill>
                            <a:srgbClr val="FF0000"/>
                          </a:solidFill>
                        </a:rPr>
                        <a:t>2</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3</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84763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4</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1971761"/>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5</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797422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6</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321917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7</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802462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8</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758388"/>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9</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689716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339521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46</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03704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47</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3514483"/>
                  </a:ext>
                </a:extLst>
              </a:tr>
              <a:tr h="125413">
                <a:tc>
                  <a:txBody>
                    <a:bodyPr/>
                    <a:lstStyle/>
                    <a:p>
                      <a:pPr algn="ctr"/>
                      <a:r>
                        <a:rPr kumimoji="1" lang="en-US" altLang="ja-JP" sz="1000" dirty="0">
                          <a:solidFill>
                            <a:srgbClr val="FF0000"/>
                          </a:solidFill>
                        </a:rPr>
                        <a:t>48</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3688111"/>
                  </a:ext>
                </a:extLst>
              </a:tr>
            </a:tbl>
          </a:graphicData>
        </a:graphic>
      </p:graphicFrame>
      <p:sp>
        <p:nvSpPr>
          <p:cNvPr id="16" name="正方形/長方形 15">
            <a:extLst>
              <a:ext uri="{FF2B5EF4-FFF2-40B4-BE49-F238E27FC236}">
                <a16:creationId xmlns:a16="http://schemas.microsoft.com/office/drawing/2014/main" id="{6F00EFDC-F4B2-5A0B-1B3C-32421C06CFFB}"/>
              </a:ext>
            </a:extLst>
          </p:cNvPr>
          <p:cNvSpPr/>
          <p:nvPr/>
        </p:nvSpPr>
        <p:spPr>
          <a:xfrm>
            <a:off x="2990880" y="3446980"/>
            <a:ext cx="6226140" cy="22294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不要？</a:t>
            </a:r>
          </a:p>
        </p:txBody>
      </p:sp>
    </p:spTree>
    <p:extLst>
      <p:ext uri="{BB962C8B-B14F-4D97-AF65-F5344CB8AC3E}">
        <p14:creationId xmlns:p14="http://schemas.microsoft.com/office/powerpoint/2010/main" val="425764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83DAC9-74D8-DA0E-E522-CAA8EADE86C8}"/>
              </a:ext>
            </a:extLst>
          </p:cNvPr>
          <p:cNvSpPr>
            <a:spLocks noGrp="1"/>
          </p:cNvSpPr>
          <p:nvPr>
            <p:ph type="title"/>
          </p:nvPr>
        </p:nvSpPr>
        <p:spPr/>
        <p:txBody>
          <a:bodyPr/>
          <a:lstStyle/>
          <a:p>
            <a:r>
              <a:rPr kumimoji="1" lang="ja-JP" altLang="en-US" dirty="0"/>
              <a:t>１コマ、及び１日の上限が設定されている契約</a:t>
            </a:r>
          </a:p>
        </p:txBody>
      </p:sp>
      <p:sp>
        <p:nvSpPr>
          <p:cNvPr id="3" name="コンテンツ プレースホルダー 2">
            <a:extLst>
              <a:ext uri="{FF2B5EF4-FFF2-40B4-BE49-F238E27FC236}">
                <a16:creationId xmlns:a16="http://schemas.microsoft.com/office/drawing/2014/main" id="{3F135C15-F01C-2628-957B-25F10E88AD22}"/>
              </a:ext>
            </a:extLst>
          </p:cNvPr>
          <p:cNvSpPr>
            <a:spLocks noGrp="1"/>
          </p:cNvSpPr>
          <p:nvPr>
            <p:ph idx="1"/>
          </p:nvPr>
        </p:nvSpPr>
        <p:spPr>
          <a:xfrm>
            <a:off x="331773" y="1035781"/>
            <a:ext cx="11531151" cy="957406"/>
          </a:xfrm>
        </p:spPr>
        <p:txBody>
          <a:bodyPr>
            <a:normAutofit/>
          </a:bodyPr>
          <a:lstStyle/>
          <a:p>
            <a:r>
              <a:rPr lang="ja-JP" altLang="en-US" dirty="0"/>
              <a:t>上限が存在する各相対契約に対して、 </a:t>
            </a:r>
            <a:r>
              <a:rPr kumimoji="1" lang="ja-JP" altLang="en-US" dirty="0"/>
              <a:t>１日の</a:t>
            </a:r>
            <a:r>
              <a:rPr lang="ja-JP" altLang="en-US" dirty="0"/>
              <a:t>４８コマにおけるペイオフを計算し</a:t>
            </a:r>
            <a:r>
              <a:rPr lang="en-US" altLang="ja-JP" dirty="0"/>
              <a:t>1</a:t>
            </a:r>
            <a:r>
              <a:rPr lang="ja-JP" altLang="en-US" dirty="0"/>
              <a:t>日の中でペイオフの高いコマから</a:t>
            </a:r>
            <a:r>
              <a:rPr lang="en-US" altLang="ja-JP" dirty="0"/>
              <a:t>1</a:t>
            </a:r>
            <a:r>
              <a:rPr lang="ja-JP" altLang="en-US" dirty="0"/>
              <a:t>日の上限まで</a:t>
            </a:r>
            <a:r>
              <a:rPr lang="ja-JP" altLang="en-US" dirty="0">
                <a:solidFill>
                  <a:srgbClr val="FF0000"/>
                </a:solidFill>
              </a:rPr>
              <a:t>行使</a:t>
            </a:r>
            <a:r>
              <a:rPr lang="ja-JP" altLang="en-US" dirty="0"/>
              <a:t>するものとする。</a:t>
            </a:r>
            <a:endParaRPr lang="en-US" altLang="ja-JP" dirty="0"/>
          </a:p>
          <a:p>
            <a:pPr marL="0" indent="0">
              <a:buNone/>
            </a:pPr>
            <a:endParaRPr lang="en-US" altLang="ja-JP" dirty="0"/>
          </a:p>
        </p:txBody>
      </p:sp>
      <p:graphicFrame>
        <p:nvGraphicFramePr>
          <p:cNvPr id="4" name="表 3">
            <a:extLst>
              <a:ext uri="{FF2B5EF4-FFF2-40B4-BE49-F238E27FC236}">
                <a16:creationId xmlns:a16="http://schemas.microsoft.com/office/drawing/2014/main" id="{997B8EAB-1C9D-5D0B-09A1-14E028701B1C}"/>
              </a:ext>
            </a:extLst>
          </p:cNvPr>
          <p:cNvGraphicFramePr>
            <a:graphicFrameLocks noGrp="1"/>
          </p:cNvGraphicFramePr>
          <p:nvPr>
            <p:extLst>
              <p:ext uri="{D42A27DB-BD31-4B8C-83A1-F6EECF244321}">
                <p14:modId xmlns:p14="http://schemas.microsoft.com/office/powerpoint/2010/main" val="2312084913"/>
              </p:ext>
            </p:extLst>
          </p:nvPr>
        </p:nvGraphicFramePr>
        <p:xfrm>
          <a:off x="1118352" y="2528219"/>
          <a:ext cx="1399374" cy="3294000"/>
        </p:xfrm>
        <a:graphic>
          <a:graphicData uri="http://schemas.openxmlformats.org/drawingml/2006/table">
            <a:tbl>
              <a:tblPr firstRow="1" bandRow="1"/>
              <a:tblGrid>
                <a:gridCol w="699687">
                  <a:extLst>
                    <a:ext uri="{9D8B030D-6E8A-4147-A177-3AD203B41FA5}">
                      <a16:colId xmlns:a16="http://schemas.microsoft.com/office/drawing/2014/main" val="1187811139"/>
                    </a:ext>
                  </a:extLst>
                </a:gridCol>
                <a:gridCol w="699687">
                  <a:extLst>
                    <a:ext uri="{9D8B030D-6E8A-4147-A177-3AD203B41FA5}">
                      <a16:colId xmlns:a16="http://schemas.microsoft.com/office/drawing/2014/main" val="3112399208"/>
                    </a:ext>
                  </a:extLst>
                </a:gridCol>
              </a:tblGrid>
              <a:tr h="125413">
                <a:tc>
                  <a:txBody>
                    <a:bodyPr/>
                    <a:lstStyle/>
                    <a:p>
                      <a:pPr algn="ctr"/>
                      <a:r>
                        <a:rPr kumimoji="1" lang="ja-JP" altLang="en-US" sz="10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en-US" altLang="ja-JP" sz="1000" dirty="0">
                          <a:solidFill>
                            <a:schemeClr val="bg1"/>
                          </a:solidFill>
                        </a:rPr>
                        <a:t>2026/4/1</a:t>
                      </a:r>
                    </a:p>
                    <a:p>
                      <a:pPr algn="ctr"/>
                      <a:r>
                        <a:rPr kumimoji="1" lang="ja-JP" altLang="en-US" sz="1000" dirty="0">
                          <a:solidFill>
                            <a:schemeClr val="bg1"/>
                          </a:solidFill>
                        </a:rPr>
                        <a:t>ペイオフ</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25413">
                <a:tc>
                  <a:txBody>
                    <a:bodyPr/>
                    <a:lstStyle/>
                    <a:p>
                      <a:pPr algn="ctr"/>
                      <a:r>
                        <a:rPr kumimoji="1" lang="en-US" altLang="ja-JP" sz="1000" dirty="0"/>
                        <a:t>1</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1000" dirty="0"/>
                        <a:t>2</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3</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4</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1971761"/>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5</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0.83</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797422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6</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2.22</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321917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0.77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4802462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8</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0.83</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758388"/>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9</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689716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339521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46</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03704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47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3514483"/>
                  </a:ext>
                </a:extLst>
              </a:tr>
              <a:tr h="125413">
                <a:tc>
                  <a:txBody>
                    <a:bodyPr/>
                    <a:lstStyle/>
                    <a:p>
                      <a:pPr algn="ctr"/>
                      <a:r>
                        <a:rPr kumimoji="1" lang="en-US" altLang="ja-JP" sz="1000" dirty="0"/>
                        <a:t>48</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bl>
          </a:graphicData>
        </a:graphic>
      </p:graphicFrame>
      <p:graphicFrame>
        <p:nvGraphicFramePr>
          <p:cNvPr id="5" name="表 4">
            <a:extLst>
              <a:ext uri="{FF2B5EF4-FFF2-40B4-BE49-F238E27FC236}">
                <a16:creationId xmlns:a16="http://schemas.microsoft.com/office/drawing/2014/main" id="{F9D6B181-DA51-907B-6E13-19416B516DA5}"/>
              </a:ext>
            </a:extLst>
          </p:cNvPr>
          <p:cNvGraphicFramePr>
            <a:graphicFrameLocks noGrp="1"/>
          </p:cNvGraphicFramePr>
          <p:nvPr>
            <p:extLst>
              <p:ext uri="{D42A27DB-BD31-4B8C-83A1-F6EECF244321}">
                <p14:modId xmlns:p14="http://schemas.microsoft.com/office/powerpoint/2010/main" val="382781619"/>
              </p:ext>
            </p:extLst>
          </p:nvPr>
        </p:nvGraphicFramePr>
        <p:xfrm>
          <a:off x="4983814" y="2528219"/>
          <a:ext cx="1399374" cy="3294000"/>
        </p:xfrm>
        <a:graphic>
          <a:graphicData uri="http://schemas.openxmlformats.org/drawingml/2006/table">
            <a:tbl>
              <a:tblPr firstRow="1" bandRow="1"/>
              <a:tblGrid>
                <a:gridCol w="699687">
                  <a:extLst>
                    <a:ext uri="{9D8B030D-6E8A-4147-A177-3AD203B41FA5}">
                      <a16:colId xmlns:a16="http://schemas.microsoft.com/office/drawing/2014/main" val="1187811139"/>
                    </a:ext>
                  </a:extLst>
                </a:gridCol>
                <a:gridCol w="699687">
                  <a:extLst>
                    <a:ext uri="{9D8B030D-6E8A-4147-A177-3AD203B41FA5}">
                      <a16:colId xmlns:a16="http://schemas.microsoft.com/office/drawing/2014/main" val="3112399208"/>
                    </a:ext>
                  </a:extLst>
                </a:gridCol>
              </a:tblGrid>
              <a:tr h="125413">
                <a:tc>
                  <a:txBody>
                    <a:bodyPr/>
                    <a:lstStyle/>
                    <a:p>
                      <a:pPr algn="ctr"/>
                      <a:r>
                        <a:rPr kumimoji="1" lang="ja-JP" altLang="en-US" sz="10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en-US" altLang="ja-JP" sz="1000" dirty="0">
                          <a:solidFill>
                            <a:schemeClr val="bg1"/>
                          </a:solidFill>
                        </a:rPr>
                        <a:t>2026/4/1</a:t>
                      </a:r>
                    </a:p>
                    <a:p>
                      <a:pPr algn="ctr"/>
                      <a:r>
                        <a:rPr kumimoji="1" lang="ja-JP" altLang="en-US" sz="1000" dirty="0">
                          <a:solidFill>
                            <a:schemeClr val="bg1"/>
                          </a:solidFill>
                        </a:rPr>
                        <a:t>ペイオフ</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25413">
                <a:tc>
                  <a:txBody>
                    <a:bodyPr/>
                    <a:lstStyle/>
                    <a:p>
                      <a:pPr algn="ctr"/>
                      <a:r>
                        <a:rPr kumimoji="1" lang="en-US" altLang="ja-JP" sz="1000" dirty="0">
                          <a:solidFill>
                            <a:schemeClr val="tx1"/>
                          </a:solidFill>
                        </a:rPr>
                        <a:t>18</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10.42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1000" dirty="0">
                          <a:solidFill>
                            <a:schemeClr val="tx1"/>
                          </a:solidFill>
                        </a:rPr>
                        <a:t>25</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10.42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10.42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10.41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1971761"/>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9.22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797422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24</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9.22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321917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9.21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4802462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8.40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758388"/>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8.01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689716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339521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03704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3514483"/>
                  </a:ext>
                </a:extLst>
              </a:tr>
              <a:tr h="125413">
                <a:tc>
                  <a:txBody>
                    <a:bodyPr/>
                    <a:lstStyle/>
                    <a:p>
                      <a:pPr algn="ctr"/>
                      <a:r>
                        <a:rPr kumimoji="1" lang="en-US" altLang="ja-JP" sz="1000" dirty="0">
                          <a:solidFill>
                            <a:schemeClr val="tx1"/>
                          </a:solidFill>
                        </a:rPr>
                        <a:t>48</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bl>
          </a:graphicData>
        </a:graphic>
      </p:graphicFrame>
      <p:sp>
        <p:nvSpPr>
          <p:cNvPr id="6" name="矢印: 右 5">
            <a:extLst>
              <a:ext uri="{FF2B5EF4-FFF2-40B4-BE49-F238E27FC236}">
                <a16:creationId xmlns:a16="http://schemas.microsoft.com/office/drawing/2014/main" id="{45C14C4F-CF36-F78A-0FA5-56A66D4FF4AF}"/>
              </a:ext>
            </a:extLst>
          </p:cNvPr>
          <p:cNvSpPr/>
          <p:nvPr/>
        </p:nvSpPr>
        <p:spPr>
          <a:xfrm>
            <a:off x="2748544" y="3784467"/>
            <a:ext cx="2020101" cy="577048"/>
          </a:xfrm>
          <a:prstGeom prst="rightArrow">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A77FE0E8-257D-102E-8C88-A12EE16E5CDD}"/>
              </a:ext>
            </a:extLst>
          </p:cNvPr>
          <p:cNvSpPr txBox="1"/>
          <p:nvPr/>
        </p:nvSpPr>
        <p:spPr>
          <a:xfrm>
            <a:off x="2589043" y="3316598"/>
            <a:ext cx="2339102" cy="276999"/>
          </a:xfrm>
          <a:prstGeom prst="rect">
            <a:avLst/>
          </a:prstGeom>
          <a:noFill/>
        </p:spPr>
        <p:txBody>
          <a:bodyPr wrap="none" rtlCol="0">
            <a:spAutoFit/>
          </a:bodyPr>
          <a:lstStyle/>
          <a:p>
            <a:pPr algn="ctr"/>
            <a:r>
              <a:rPr kumimoji="1" lang="ja-JP" altLang="en-US" sz="1200" dirty="0"/>
              <a:t>ペイオフの大きい順に並び替え</a:t>
            </a:r>
          </a:p>
        </p:txBody>
      </p:sp>
      <p:sp>
        <p:nvSpPr>
          <p:cNvPr id="8" name="矢印: 右 7">
            <a:extLst>
              <a:ext uri="{FF2B5EF4-FFF2-40B4-BE49-F238E27FC236}">
                <a16:creationId xmlns:a16="http://schemas.microsoft.com/office/drawing/2014/main" id="{E94207AC-39EE-8CC0-7C39-6D787F8E5C6D}"/>
              </a:ext>
            </a:extLst>
          </p:cNvPr>
          <p:cNvSpPr/>
          <p:nvPr/>
        </p:nvSpPr>
        <p:spPr>
          <a:xfrm>
            <a:off x="6757858" y="3784467"/>
            <a:ext cx="2020101" cy="577048"/>
          </a:xfrm>
          <a:prstGeom prst="rightArrow">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6353888B-1DAC-02D1-4BBE-D49E4DEE40E5}"/>
              </a:ext>
            </a:extLst>
          </p:cNvPr>
          <p:cNvSpPr txBox="1"/>
          <p:nvPr/>
        </p:nvSpPr>
        <p:spPr>
          <a:xfrm>
            <a:off x="6675306" y="3316598"/>
            <a:ext cx="2185214" cy="461665"/>
          </a:xfrm>
          <a:prstGeom prst="rect">
            <a:avLst/>
          </a:prstGeom>
          <a:noFill/>
        </p:spPr>
        <p:txBody>
          <a:bodyPr wrap="none" rtlCol="0">
            <a:spAutoFit/>
          </a:bodyPr>
          <a:lstStyle/>
          <a:p>
            <a:pPr algn="ctr"/>
            <a:r>
              <a:rPr kumimoji="1" lang="ja-JP" altLang="en-US" sz="1200" dirty="0"/>
              <a:t>１日の上限まで</a:t>
            </a:r>
            <a:endParaRPr kumimoji="1" lang="en-US" altLang="ja-JP" sz="1200" dirty="0"/>
          </a:p>
          <a:p>
            <a:pPr algn="ctr"/>
            <a:r>
              <a:rPr kumimoji="1" lang="ja-JP" altLang="en-US" sz="1200" dirty="0"/>
              <a:t>ペイオフの大きい方から実施</a:t>
            </a:r>
          </a:p>
        </p:txBody>
      </p:sp>
      <p:graphicFrame>
        <p:nvGraphicFramePr>
          <p:cNvPr id="10" name="表 9">
            <a:extLst>
              <a:ext uri="{FF2B5EF4-FFF2-40B4-BE49-F238E27FC236}">
                <a16:creationId xmlns:a16="http://schemas.microsoft.com/office/drawing/2014/main" id="{296A53D0-F59B-3D42-3815-FF9C18C90958}"/>
              </a:ext>
            </a:extLst>
          </p:cNvPr>
          <p:cNvGraphicFramePr>
            <a:graphicFrameLocks noGrp="1"/>
          </p:cNvGraphicFramePr>
          <p:nvPr>
            <p:extLst>
              <p:ext uri="{D42A27DB-BD31-4B8C-83A1-F6EECF244321}">
                <p14:modId xmlns:p14="http://schemas.microsoft.com/office/powerpoint/2010/main" val="3006963565"/>
              </p:ext>
            </p:extLst>
          </p:nvPr>
        </p:nvGraphicFramePr>
        <p:xfrm>
          <a:off x="9152628" y="2528219"/>
          <a:ext cx="2095476" cy="3294000"/>
        </p:xfrm>
        <a:graphic>
          <a:graphicData uri="http://schemas.openxmlformats.org/drawingml/2006/table">
            <a:tbl>
              <a:tblPr firstRow="1" bandRow="1"/>
              <a:tblGrid>
                <a:gridCol w="698492">
                  <a:extLst>
                    <a:ext uri="{9D8B030D-6E8A-4147-A177-3AD203B41FA5}">
                      <a16:colId xmlns:a16="http://schemas.microsoft.com/office/drawing/2014/main" val="1187811139"/>
                    </a:ext>
                  </a:extLst>
                </a:gridCol>
                <a:gridCol w="698492">
                  <a:extLst>
                    <a:ext uri="{9D8B030D-6E8A-4147-A177-3AD203B41FA5}">
                      <a16:colId xmlns:a16="http://schemas.microsoft.com/office/drawing/2014/main" val="3112399208"/>
                    </a:ext>
                  </a:extLst>
                </a:gridCol>
                <a:gridCol w="698492">
                  <a:extLst>
                    <a:ext uri="{9D8B030D-6E8A-4147-A177-3AD203B41FA5}">
                      <a16:colId xmlns:a16="http://schemas.microsoft.com/office/drawing/2014/main" val="1773514657"/>
                    </a:ext>
                  </a:extLst>
                </a:gridCol>
              </a:tblGrid>
              <a:tr h="125413">
                <a:tc>
                  <a:txBody>
                    <a:bodyPr/>
                    <a:lstStyle/>
                    <a:p>
                      <a:pPr algn="ctr"/>
                      <a:r>
                        <a:rPr kumimoji="1" lang="ja-JP" altLang="en-US" sz="10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en-US" altLang="ja-JP" sz="1000" dirty="0">
                          <a:solidFill>
                            <a:schemeClr val="bg1"/>
                          </a:solidFill>
                        </a:rPr>
                        <a:t>2026/4/1</a:t>
                      </a:r>
                    </a:p>
                    <a:p>
                      <a:pPr algn="ctr"/>
                      <a:r>
                        <a:rPr kumimoji="1" lang="ja-JP" altLang="en-US" sz="1000" dirty="0">
                          <a:solidFill>
                            <a:schemeClr val="bg1"/>
                          </a:solidFill>
                        </a:rPr>
                        <a:t>ペイオフ</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000" dirty="0">
                          <a:solidFill>
                            <a:srgbClr val="FF0000"/>
                          </a:solidFill>
                        </a:rPr>
                        <a:t>行使量</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79715963"/>
                  </a:ext>
                </a:extLst>
              </a:tr>
              <a:tr h="125413">
                <a:tc>
                  <a:txBody>
                    <a:bodyPr/>
                    <a:lstStyle/>
                    <a:p>
                      <a:pPr algn="ctr"/>
                      <a:r>
                        <a:rPr kumimoji="1" lang="en-US" altLang="ja-JP" sz="1000" dirty="0">
                          <a:solidFill>
                            <a:schemeClr val="tx1"/>
                          </a:solidFill>
                        </a:rPr>
                        <a:t>18</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10.42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1000" dirty="0">
                          <a:solidFill>
                            <a:schemeClr val="tx1"/>
                          </a:solidFill>
                        </a:rPr>
                        <a:t>25</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10.42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10.42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10.41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1971761"/>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9.22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2</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797422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24</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9.22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3321917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9.21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64802462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8.40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42758388"/>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8.01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8689716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5339521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5803704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43514483"/>
                  </a:ext>
                </a:extLst>
              </a:tr>
              <a:tr h="125413">
                <a:tc>
                  <a:txBody>
                    <a:bodyPr/>
                    <a:lstStyle/>
                    <a:p>
                      <a:pPr algn="ctr"/>
                      <a:r>
                        <a:rPr kumimoji="1" lang="en-US" altLang="ja-JP" sz="1000" dirty="0">
                          <a:solidFill>
                            <a:schemeClr val="tx1"/>
                          </a:solidFill>
                        </a:rPr>
                        <a:t>48</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43688111"/>
                  </a:ext>
                </a:extLst>
              </a:tr>
            </a:tbl>
          </a:graphicData>
        </a:graphic>
      </p:graphicFrame>
      <p:sp>
        <p:nvSpPr>
          <p:cNvPr id="11" name="テキスト ボックス 10">
            <a:extLst>
              <a:ext uri="{FF2B5EF4-FFF2-40B4-BE49-F238E27FC236}">
                <a16:creationId xmlns:a16="http://schemas.microsoft.com/office/drawing/2014/main" id="{06892623-BB4E-CB2E-1154-52E09E931B79}"/>
              </a:ext>
            </a:extLst>
          </p:cNvPr>
          <p:cNvSpPr txBox="1"/>
          <p:nvPr/>
        </p:nvSpPr>
        <p:spPr>
          <a:xfrm>
            <a:off x="331773" y="2125007"/>
            <a:ext cx="6531364" cy="307777"/>
          </a:xfrm>
          <a:prstGeom prst="rect">
            <a:avLst/>
          </a:prstGeom>
          <a:noFill/>
        </p:spPr>
        <p:txBody>
          <a:bodyPr wrap="square" rtlCol="0">
            <a:spAutoFit/>
          </a:bodyPr>
          <a:lstStyle/>
          <a:p>
            <a:r>
              <a:rPr kumimoji="1" lang="ja-JP" altLang="en-US" sz="1400" dirty="0"/>
              <a:t>例：１コマ上限：７</a:t>
            </a:r>
            <a:r>
              <a:rPr kumimoji="1" lang="en-US" altLang="ja-JP" sz="1400" dirty="0"/>
              <a:t>kwh</a:t>
            </a:r>
            <a:r>
              <a:rPr kumimoji="1" lang="ja-JP" altLang="en-US" sz="1400" dirty="0"/>
              <a:t>、１日の上限：</a:t>
            </a:r>
            <a:r>
              <a:rPr kumimoji="1" lang="en-US" altLang="ja-JP" sz="1400" dirty="0"/>
              <a:t>30kwh</a:t>
            </a:r>
            <a:r>
              <a:rPr kumimoji="1" lang="ja-JP" altLang="en-US" sz="1400" dirty="0"/>
              <a:t>の場合</a:t>
            </a:r>
          </a:p>
        </p:txBody>
      </p:sp>
    </p:spTree>
    <p:extLst>
      <p:ext uri="{BB962C8B-B14F-4D97-AF65-F5344CB8AC3E}">
        <p14:creationId xmlns:p14="http://schemas.microsoft.com/office/powerpoint/2010/main" val="1056172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580BD82D-225F-970D-2F0F-368E4E962A26}"/>
              </a:ext>
            </a:extLst>
          </p:cNvPr>
          <p:cNvSpPr/>
          <p:nvPr/>
        </p:nvSpPr>
        <p:spPr>
          <a:xfrm>
            <a:off x="832207" y="2710334"/>
            <a:ext cx="9599803" cy="3852444"/>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542E8C1D-BF9A-2BBA-5EF9-3D3EEB5CFD2B}"/>
              </a:ext>
            </a:extLst>
          </p:cNvPr>
          <p:cNvSpPr>
            <a:spLocks noGrp="1"/>
          </p:cNvSpPr>
          <p:nvPr>
            <p:ph type="title"/>
          </p:nvPr>
        </p:nvSpPr>
        <p:spPr/>
        <p:txBody>
          <a:bodyPr/>
          <a:lstStyle/>
          <a:p>
            <a:r>
              <a:rPr lang="ja-JP" altLang="en-US" dirty="0"/>
              <a:t>１コマ、１日、及び１か月の上限が設定されているケース</a:t>
            </a:r>
            <a:endParaRPr kumimoji="1" lang="ja-JP" altLang="en-US" dirty="0"/>
          </a:p>
        </p:txBody>
      </p:sp>
      <p:sp>
        <p:nvSpPr>
          <p:cNvPr id="3" name="コンテンツ プレースホルダー 2">
            <a:extLst>
              <a:ext uri="{FF2B5EF4-FFF2-40B4-BE49-F238E27FC236}">
                <a16:creationId xmlns:a16="http://schemas.microsoft.com/office/drawing/2014/main" id="{DFE65BCB-8902-42A3-FB31-37B0635EE1D4}"/>
              </a:ext>
            </a:extLst>
          </p:cNvPr>
          <p:cNvSpPr>
            <a:spLocks noGrp="1"/>
          </p:cNvSpPr>
          <p:nvPr>
            <p:ph idx="1"/>
          </p:nvPr>
        </p:nvSpPr>
        <p:spPr>
          <a:xfrm>
            <a:off x="331773" y="1035781"/>
            <a:ext cx="11531151" cy="1357474"/>
          </a:xfrm>
        </p:spPr>
        <p:txBody>
          <a:bodyPr/>
          <a:lstStyle/>
          <a:p>
            <a:r>
              <a:rPr lang="ja-JP" altLang="en-US" dirty="0"/>
              <a:t>上限が存在する各相対契約に対して、 </a:t>
            </a:r>
            <a:r>
              <a:rPr lang="en-US" altLang="ja-JP" dirty="0"/>
              <a:t>1</a:t>
            </a:r>
            <a:r>
              <a:rPr lang="ja-JP" altLang="en-US" dirty="0"/>
              <a:t>日の上限を考慮した</a:t>
            </a:r>
            <a:r>
              <a:rPr lang="ja-JP" altLang="en-US" dirty="0">
                <a:solidFill>
                  <a:srgbClr val="FF0000"/>
                </a:solidFill>
              </a:rPr>
              <a:t>行使</a:t>
            </a:r>
            <a:r>
              <a:rPr lang="ja-JP" altLang="en-US" dirty="0"/>
              <a:t>を行う。</a:t>
            </a:r>
            <a:endParaRPr lang="en-US" altLang="ja-JP" dirty="0"/>
          </a:p>
          <a:p>
            <a:r>
              <a:rPr lang="ja-JP" altLang="en-US" dirty="0"/>
              <a:t>シミュレーション期間について、日付順に１日ごとに</a:t>
            </a:r>
            <a:r>
              <a:rPr lang="ja-JP" altLang="en-US" dirty="0">
                <a:solidFill>
                  <a:srgbClr val="FF0000"/>
                </a:solidFill>
              </a:rPr>
              <a:t>行使</a:t>
            </a:r>
            <a:r>
              <a:rPr lang="ja-JP" altLang="en-US" dirty="0"/>
              <a:t>を進めていき１か月の</a:t>
            </a:r>
            <a:r>
              <a:rPr lang="ja-JP" altLang="en-US" dirty="0">
                <a:solidFill>
                  <a:srgbClr val="FF0000"/>
                </a:solidFill>
              </a:rPr>
              <a:t>上限量</a:t>
            </a:r>
            <a:r>
              <a:rPr lang="ja-JP" altLang="en-US" dirty="0"/>
              <a:t>に到達するまで繰り返す。</a:t>
            </a:r>
          </a:p>
          <a:p>
            <a:r>
              <a:rPr lang="ja-JP" altLang="en-US" dirty="0"/>
              <a:t>１か月の上限へ到達して以降はペイオフが発生していても同じ月の</a:t>
            </a:r>
            <a:r>
              <a:rPr lang="ja-JP" altLang="en-US" dirty="0">
                <a:solidFill>
                  <a:srgbClr val="FF0000"/>
                </a:solidFill>
              </a:rPr>
              <a:t>行使は</a:t>
            </a:r>
            <a:r>
              <a:rPr lang="ja-JP" altLang="en-US" dirty="0"/>
              <a:t>不可とする。</a:t>
            </a:r>
          </a:p>
          <a:p>
            <a:endParaRPr kumimoji="1" lang="ja-JP" altLang="en-US" dirty="0"/>
          </a:p>
        </p:txBody>
      </p:sp>
      <p:graphicFrame>
        <p:nvGraphicFramePr>
          <p:cNvPr id="4" name="表 3">
            <a:extLst>
              <a:ext uri="{FF2B5EF4-FFF2-40B4-BE49-F238E27FC236}">
                <a16:creationId xmlns:a16="http://schemas.microsoft.com/office/drawing/2014/main" id="{0B18C975-55E2-99E4-B800-B07A94D89D51}"/>
              </a:ext>
            </a:extLst>
          </p:cNvPr>
          <p:cNvGraphicFramePr>
            <a:graphicFrameLocks noGrp="1"/>
          </p:cNvGraphicFramePr>
          <p:nvPr>
            <p:extLst>
              <p:ext uri="{D42A27DB-BD31-4B8C-83A1-F6EECF244321}">
                <p14:modId xmlns:p14="http://schemas.microsoft.com/office/powerpoint/2010/main" val="1052962944"/>
              </p:ext>
            </p:extLst>
          </p:nvPr>
        </p:nvGraphicFramePr>
        <p:xfrm>
          <a:off x="1008374" y="3198875"/>
          <a:ext cx="2080728" cy="3294000"/>
        </p:xfrm>
        <a:graphic>
          <a:graphicData uri="http://schemas.openxmlformats.org/drawingml/2006/table">
            <a:tbl>
              <a:tblPr firstRow="1" bandRow="1"/>
              <a:tblGrid>
                <a:gridCol w="693576">
                  <a:extLst>
                    <a:ext uri="{9D8B030D-6E8A-4147-A177-3AD203B41FA5}">
                      <a16:colId xmlns:a16="http://schemas.microsoft.com/office/drawing/2014/main" val="1187811139"/>
                    </a:ext>
                  </a:extLst>
                </a:gridCol>
                <a:gridCol w="693576">
                  <a:extLst>
                    <a:ext uri="{9D8B030D-6E8A-4147-A177-3AD203B41FA5}">
                      <a16:colId xmlns:a16="http://schemas.microsoft.com/office/drawing/2014/main" val="3112399208"/>
                    </a:ext>
                  </a:extLst>
                </a:gridCol>
                <a:gridCol w="693576">
                  <a:extLst>
                    <a:ext uri="{9D8B030D-6E8A-4147-A177-3AD203B41FA5}">
                      <a16:colId xmlns:a16="http://schemas.microsoft.com/office/drawing/2014/main" val="1773514657"/>
                    </a:ext>
                  </a:extLst>
                </a:gridCol>
              </a:tblGrid>
              <a:tr h="125413">
                <a:tc>
                  <a:txBody>
                    <a:bodyPr/>
                    <a:lstStyle/>
                    <a:p>
                      <a:pPr algn="ctr"/>
                      <a:r>
                        <a:rPr kumimoji="1" lang="ja-JP" altLang="en-US" sz="10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en-US" altLang="ja-JP" sz="1000" dirty="0">
                          <a:solidFill>
                            <a:schemeClr val="bg1"/>
                          </a:solidFill>
                        </a:rPr>
                        <a:t>2026/4/1</a:t>
                      </a:r>
                    </a:p>
                    <a:p>
                      <a:pPr algn="ctr"/>
                      <a:r>
                        <a:rPr kumimoji="1" lang="ja-JP" altLang="en-US" sz="1000" dirty="0">
                          <a:solidFill>
                            <a:schemeClr val="bg1"/>
                          </a:solidFill>
                        </a:rPr>
                        <a:t>ペイオフ</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000" dirty="0">
                          <a:solidFill>
                            <a:srgbClr val="FF0000"/>
                          </a:solidFill>
                        </a:rPr>
                        <a:t>行使量</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79715963"/>
                  </a:ext>
                </a:extLst>
              </a:tr>
              <a:tr h="125413">
                <a:tc>
                  <a:txBody>
                    <a:bodyPr/>
                    <a:lstStyle/>
                    <a:p>
                      <a:pPr algn="ctr"/>
                      <a:r>
                        <a:rPr kumimoji="1" lang="en-US" altLang="ja-JP" sz="1000" dirty="0">
                          <a:solidFill>
                            <a:schemeClr val="tx1"/>
                          </a:solidFill>
                        </a:rPr>
                        <a:t>18</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10.42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1000" dirty="0">
                          <a:solidFill>
                            <a:schemeClr val="tx1"/>
                          </a:solidFill>
                        </a:rPr>
                        <a:t>25</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10.42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10.42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10.41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1971761"/>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9.22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2</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797422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24</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9.22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3321917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9.21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64802462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8.40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42758388"/>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8.01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8689716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5339521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5803704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43514483"/>
                  </a:ext>
                </a:extLst>
              </a:tr>
              <a:tr h="125413">
                <a:tc>
                  <a:txBody>
                    <a:bodyPr/>
                    <a:lstStyle/>
                    <a:p>
                      <a:pPr algn="ctr"/>
                      <a:r>
                        <a:rPr kumimoji="1" lang="en-US" altLang="ja-JP" sz="1000" dirty="0">
                          <a:solidFill>
                            <a:schemeClr val="tx1"/>
                          </a:solidFill>
                        </a:rPr>
                        <a:t>48</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43688111"/>
                  </a:ext>
                </a:extLst>
              </a:tr>
            </a:tbl>
          </a:graphicData>
        </a:graphic>
      </p:graphicFrame>
      <p:graphicFrame>
        <p:nvGraphicFramePr>
          <p:cNvPr id="5" name="表 4">
            <a:extLst>
              <a:ext uri="{FF2B5EF4-FFF2-40B4-BE49-F238E27FC236}">
                <a16:creationId xmlns:a16="http://schemas.microsoft.com/office/drawing/2014/main" id="{C2D25106-6220-9C08-B1B0-0C9CC42B08ED}"/>
              </a:ext>
            </a:extLst>
          </p:cNvPr>
          <p:cNvGraphicFramePr>
            <a:graphicFrameLocks noGrp="1"/>
          </p:cNvGraphicFramePr>
          <p:nvPr>
            <p:extLst>
              <p:ext uri="{D42A27DB-BD31-4B8C-83A1-F6EECF244321}">
                <p14:modId xmlns:p14="http://schemas.microsoft.com/office/powerpoint/2010/main" val="3951822100"/>
              </p:ext>
            </p:extLst>
          </p:nvPr>
        </p:nvGraphicFramePr>
        <p:xfrm>
          <a:off x="4758957" y="3197546"/>
          <a:ext cx="2080728" cy="3294000"/>
        </p:xfrm>
        <a:graphic>
          <a:graphicData uri="http://schemas.openxmlformats.org/drawingml/2006/table">
            <a:tbl>
              <a:tblPr firstRow="1" bandRow="1"/>
              <a:tblGrid>
                <a:gridCol w="693576">
                  <a:extLst>
                    <a:ext uri="{9D8B030D-6E8A-4147-A177-3AD203B41FA5}">
                      <a16:colId xmlns:a16="http://schemas.microsoft.com/office/drawing/2014/main" val="1187811139"/>
                    </a:ext>
                  </a:extLst>
                </a:gridCol>
                <a:gridCol w="693576">
                  <a:extLst>
                    <a:ext uri="{9D8B030D-6E8A-4147-A177-3AD203B41FA5}">
                      <a16:colId xmlns:a16="http://schemas.microsoft.com/office/drawing/2014/main" val="3112399208"/>
                    </a:ext>
                  </a:extLst>
                </a:gridCol>
                <a:gridCol w="693576">
                  <a:extLst>
                    <a:ext uri="{9D8B030D-6E8A-4147-A177-3AD203B41FA5}">
                      <a16:colId xmlns:a16="http://schemas.microsoft.com/office/drawing/2014/main" val="1773514657"/>
                    </a:ext>
                  </a:extLst>
                </a:gridCol>
              </a:tblGrid>
              <a:tr h="125413">
                <a:tc>
                  <a:txBody>
                    <a:bodyPr/>
                    <a:lstStyle/>
                    <a:p>
                      <a:pPr algn="ctr"/>
                      <a:r>
                        <a:rPr kumimoji="1" lang="ja-JP" altLang="en-US" sz="10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en-US" altLang="ja-JP" sz="1000" dirty="0">
                          <a:solidFill>
                            <a:schemeClr val="bg1"/>
                          </a:solidFill>
                        </a:rPr>
                        <a:t>2026/4/2</a:t>
                      </a:r>
                    </a:p>
                    <a:p>
                      <a:pPr algn="ctr"/>
                      <a:r>
                        <a:rPr kumimoji="1" lang="ja-JP" altLang="en-US" sz="1000" dirty="0">
                          <a:solidFill>
                            <a:schemeClr val="bg1"/>
                          </a:solidFill>
                        </a:rPr>
                        <a:t>ペイオフ</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000" dirty="0">
                          <a:solidFill>
                            <a:srgbClr val="FF0000"/>
                          </a:solidFill>
                        </a:rPr>
                        <a:t>行使量</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79715963"/>
                  </a:ext>
                </a:extLst>
              </a:tr>
              <a:tr h="125413">
                <a:tc>
                  <a:txBody>
                    <a:bodyPr/>
                    <a:lstStyle/>
                    <a:p>
                      <a:pPr algn="ctr"/>
                      <a:r>
                        <a:rPr kumimoji="1" lang="en-US" altLang="ja-JP" sz="1000" dirty="0">
                          <a:solidFill>
                            <a:schemeClr val="tx1"/>
                          </a:solidFill>
                        </a:rPr>
                        <a:t>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2.36</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1000" dirty="0">
                          <a:solidFill>
                            <a:schemeClr val="tx1"/>
                          </a:solidFill>
                        </a:rPr>
                        <a:t>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2.27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2.19</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5</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1.99</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1971761"/>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797422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321917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9</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4802462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758388"/>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689716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339521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03704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44</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3514483"/>
                  </a:ext>
                </a:extLst>
              </a:tr>
              <a:tr h="125413">
                <a:tc>
                  <a:txBody>
                    <a:bodyPr/>
                    <a:lstStyle/>
                    <a:p>
                      <a:pPr algn="ctr"/>
                      <a:r>
                        <a:rPr kumimoji="1" lang="en-US" altLang="ja-JP" sz="1000" dirty="0">
                          <a:solidFill>
                            <a:schemeClr val="tx1"/>
                          </a:solidFill>
                        </a:rPr>
                        <a:t>45</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bl>
          </a:graphicData>
        </a:graphic>
      </p:graphicFrame>
      <p:sp>
        <p:nvSpPr>
          <p:cNvPr id="6" name="テキスト ボックス 5">
            <a:extLst>
              <a:ext uri="{FF2B5EF4-FFF2-40B4-BE49-F238E27FC236}">
                <a16:creationId xmlns:a16="http://schemas.microsoft.com/office/drawing/2014/main" id="{F6CED410-7B39-3A9A-4A9F-1DA1EF5DCF82}"/>
              </a:ext>
            </a:extLst>
          </p:cNvPr>
          <p:cNvSpPr txBox="1"/>
          <p:nvPr/>
        </p:nvSpPr>
        <p:spPr>
          <a:xfrm>
            <a:off x="6839685" y="4592398"/>
            <a:ext cx="1225410" cy="369332"/>
          </a:xfrm>
          <a:prstGeom prst="rect">
            <a:avLst/>
          </a:prstGeom>
          <a:noFill/>
        </p:spPr>
        <p:txBody>
          <a:bodyPr wrap="square" rtlCol="0">
            <a:spAutoFit/>
          </a:bodyPr>
          <a:lstStyle/>
          <a:p>
            <a:pPr algn="ctr"/>
            <a:r>
              <a:rPr kumimoji="1" lang="ja-JP" altLang="en-US" b="1" dirty="0"/>
              <a:t>・・・</a:t>
            </a:r>
            <a:endParaRPr kumimoji="1" lang="en-US" altLang="ja-JP" b="1" dirty="0"/>
          </a:p>
        </p:txBody>
      </p:sp>
      <p:graphicFrame>
        <p:nvGraphicFramePr>
          <p:cNvPr id="7" name="表 6">
            <a:extLst>
              <a:ext uri="{FF2B5EF4-FFF2-40B4-BE49-F238E27FC236}">
                <a16:creationId xmlns:a16="http://schemas.microsoft.com/office/drawing/2014/main" id="{CD3B0C1F-0569-A9A1-6CC3-7B9DC97F57DC}"/>
              </a:ext>
            </a:extLst>
          </p:cNvPr>
          <p:cNvGraphicFramePr>
            <a:graphicFrameLocks noGrp="1"/>
          </p:cNvGraphicFramePr>
          <p:nvPr>
            <p:extLst>
              <p:ext uri="{D42A27DB-BD31-4B8C-83A1-F6EECF244321}">
                <p14:modId xmlns:p14="http://schemas.microsoft.com/office/powerpoint/2010/main" val="3346801849"/>
              </p:ext>
            </p:extLst>
          </p:nvPr>
        </p:nvGraphicFramePr>
        <p:xfrm>
          <a:off x="8175327" y="3197546"/>
          <a:ext cx="2080728" cy="3294000"/>
        </p:xfrm>
        <a:graphic>
          <a:graphicData uri="http://schemas.openxmlformats.org/drawingml/2006/table">
            <a:tbl>
              <a:tblPr firstRow="1" bandRow="1"/>
              <a:tblGrid>
                <a:gridCol w="693576">
                  <a:extLst>
                    <a:ext uri="{9D8B030D-6E8A-4147-A177-3AD203B41FA5}">
                      <a16:colId xmlns:a16="http://schemas.microsoft.com/office/drawing/2014/main" val="1187811139"/>
                    </a:ext>
                  </a:extLst>
                </a:gridCol>
                <a:gridCol w="693576">
                  <a:extLst>
                    <a:ext uri="{9D8B030D-6E8A-4147-A177-3AD203B41FA5}">
                      <a16:colId xmlns:a16="http://schemas.microsoft.com/office/drawing/2014/main" val="3112399208"/>
                    </a:ext>
                  </a:extLst>
                </a:gridCol>
                <a:gridCol w="693576">
                  <a:extLst>
                    <a:ext uri="{9D8B030D-6E8A-4147-A177-3AD203B41FA5}">
                      <a16:colId xmlns:a16="http://schemas.microsoft.com/office/drawing/2014/main" val="1773514657"/>
                    </a:ext>
                  </a:extLst>
                </a:gridCol>
              </a:tblGrid>
              <a:tr h="125413">
                <a:tc>
                  <a:txBody>
                    <a:bodyPr/>
                    <a:lstStyle/>
                    <a:p>
                      <a:pPr algn="ctr"/>
                      <a:r>
                        <a:rPr kumimoji="1" lang="ja-JP" altLang="en-US" sz="10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en-US" altLang="ja-JP" sz="1000" dirty="0">
                          <a:solidFill>
                            <a:schemeClr val="bg1"/>
                          </a:solidFill>
                        </a:rPr>
                        <a:t>2026/4/16</a:t>
                      </a:r>
                    </a:p>
                    <a:p>
                      <a:pPr algn="ctr"/>
                      <a:r>
                        <a:rPr kumimoji="1" lang="ja-JP" altLang="en-US" sz="1000" dirty="0">
                          <a:solidFill>
                            <a:schemeClr val="bg1"/>
                          </a:solidFill>
                        </a:rPr>
                        <a:t>ペイオフ</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000" dirty="0">
                          <a:solidFill>
                            <a:srgbClr val="FF0000"/>
                          </a:solidFill>
                        </a:rPr>
                        <a:t>行使量</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79715963"/>
                  </a:ext>
                </a:extLst>
              </a:tr>
              <a:tr h="125413">
                <a:tc>
                  <a:txBody>
                    <a:bodyPr/>
                    <a:lstStyle/>
                    <a:p>
                      <a:pPr algn="ctr"/>
                      <a:r>
                        <a:rPr kumimoji="1" lang="en-US" altLang="ja-JP" sz="1000" dirty="0">
                          <a:solidFill>
                            <a:schemeClr val="tx1"/>
                          </a:solidFill>
                        </a:rPr>
                        <a:t>25</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10.42</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1000" dirty="0">
                          <a:solidFill>
                            <a:schemeClr val="tx1"/>
                          </a:solidFill>
                        </a:rPr>
                        <a:t>26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10.33</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24</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9.70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15984763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8.23</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01971761"/>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8.22</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1797422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6.77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3321917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28</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6.03</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64802462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4.20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42758388"/>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29</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3.87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8689716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5339521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5803704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44</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43514483"/>
                  </a:ext>
                </a:extLst>
              </a:tr>
              <a:tr h="125413">
                <a:tc>
                  <a:txBody>
                    <a:bodyPr/>
                    <a:lstStyle/>
                    <a:p>
                      <a:pPr algn="ctr"/>
                      <a:r>
                        <a:rPr kumimoji="1" lang="en-US" altLang="ja-JP" sz="1000" dirty="0">
                          <a:solidFill>
                            <a:schemeClr val="tx1"/>
                          </a:solidFill>
                        </a:rPr>
                        <a:t>45</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43688111"/>
                  </a:ext>
                </a:extLst>
              </a:tr>
            </a:tbl>
          </a:graphicData>
        </a:graphic>
      </p:graphicFrame>
      <p:cxnSp>
        <p:nvCxnSpPr>
          <p:cNvPr id="12" name="直線矢印コネクタ 11">
            <a:extLst>
              <a:ext uri="{FF2B5EF4-FFF2-40B4-BE49-F238E27FC236}">
                <a16:creationId xmlns:a16="http://schemas.microsoft.com/office/drawing/2014/main" id="{601641B0-5820-349D-7FEC-27DC370A4644}"/>
              </a:ext>
            </a:extLst>
          </p:cNvPr>
          <p:cNvCxnSpPr>
            <a:cxnSpLocks/>
          </p:cNvCxnSpPr>
          <p:nvPr/>
        </p:nvCxnSpPr>
        <p:spPr>
          <a:xfrm flipH="1">
            <a:off x="3089102" y="4602864"/>
            <a:ext cx="351503" cy="0"/>
          </a:xfrm>
          <a:prstGeom prst="straightConnector1">
            <a:avLst/>
          </a:prstGeom>
          <a:ln w="4762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203E480C-C20E-0434-8850-A87A5FB16370}"/>
              </a:ext>
            </a:extLst>
          </p:cNvPr>
          <p:cNvSpPr txBox="1"/>
          <p:nvPr/>
        </p:nvSpPr>
        <p:spPr>
          <a:xfrm>
            <a:off x="3365178" y="4464364"/>
            <a:ext cx="1335642" cy="461665"/>
          </a:xfrm>
          <a:prstGeom prst="rect">
            <a:avLst/>
          </a:prstGeom>
          <a:noFill/>
        </p:spPr>
        <p:txBody>
          <a:bodyPr wrap="square" rtlCol="0">
            <a:spAutoFit/>
          </a:bodyPr>
          <a:lstStyle/>
          <a:p>
            <a:r>
              <a:rPr lang="en-US" altLang="ja-JP" sz="1200" dirty="0"/>
              <a:t>1</a:t>
            </a:r>
            <a:r>
              <a:rPr lang="ja-JP" altLang="en-US" sz="1200" dirty="0"/>
              <a:t>日の</a:t>
            </a:r>
            <a:r>
              <a:rPr kumimoji="1" lang="ja-JP" altLang="en-US" sz="1200" dirty="0"/>
              <a:t>上限</a:t>
            </a:r>
            <a:r>
              <a:rPr kumimoji="1" lang="en-US" altLang="ja-JP" sz="1200" dirty="0"/>
              <a:t>30kwh</a:t>
            </a:r>
            <a:r>
              <a:rPr kumimoji="1" lang="ja-JP" altLang="en-US" sz="1200" dirty="0"/>
              <a:t>に到達</a:t>
            </a:r>
          </a:p>
        </p:txBody>
      </p:sp>
      <p:sp>
        <p:nvSpPr>
          <p:cNvPr id="17" name="テキスト ボックス 16">
            <a:extLst>
              <a:ext uri="{FF2B5EF4-FFF2-40B4-BE49-F238E27FC236}">
                <a16:creationId xmlns:a16="http://schemas.microsoft.com/office/drawing/2014/main" id="{57A613E6-9187-E944-5798-46C235D3AF2E}"/>
              </a:ext>
            </a:extLst>
          </p:cNvPr>
          <p:cNvSpPr txBox="1"/>
          <p:nvPr/>
        </p:nvSpPr>
        <p:spPr>
          <a:xfrm>
            <a:off x="6839685" y="4269233"/>
            <a:ext cx="1335642" cy="461665"/>
          </a:xfrm>
          <a:prstGeom prst="rect">
            <a:avLst/>
          </a:prstGeom>
          <a:noFill/>
        </p:spPr>
        <p:txBody>
          <a:bodyPr wrap="square" rtlCol="0">
            <a:spAutoFit/>
          </a:bodyPr>
          <a:lstStyle/>
          <a:p>
            <a:pPr algn="ctr"/>
            <a:r>
              <a:rPr kumimoji="1" lang="ja-JP" altLang="en-US" sz="1200" dirty="0"/>
              <a:t>日付順に同様の処理を進める</a:t>
            </a:r>
          </a:p>
        </p:txBody>
      </p:sp>
      <p:cxnSp>
        <p:nvCxnSpPr>
          <p:cNvPr id="18" name="直線矢印コネクタ 17">
            <a:extLst>
              <a:ext uri="{FF2B5EF4-FFF2-40B4-BE49-F238E27FC236}">
                <a16:creationId xmlns:a16="http://schemas.microsoft.com/office/drawing/2014/main" id="{6302F93F-EF90-4756-A790-24BE2E32B187}"/>
              </a:ext>
            </a:extLst>
          </p:cNvPr>
          <p:cNvCxnSpPr>
            <a:cxnSpLocks/>
          </p:cNvCxnSpPr>
          <p:nvPr/>
        </p:nvCxnSpPr>
        <p:spPr>
          <a:xfrm flipH="1">
            <a:off x="10256260" y="3894973"/>
            <a:ext cx="351503" cy="0"/>
          </a:xfrm>
          <a:prstGeom prst="straightConnector1">
            <a:avLst/>
          </a:prstGeom>
          <a:ln w="4762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4D3CE61E-1D31-E281-4283-CBFB8A5E48F7}"/>
              </a:ext>
            </a:extLst>
          </p:cNvPr>
          <p:cNvSpPr txBox="1"/>
          <p:nvPr/>
        </p:nvSpPr>
        <p:spPr>
          <a:xfrm>
            <a:off x="10532336" y="3756473"/>
            <a:ext cx="1745282" cy="461665"/>
          </a:xfrm>
          <a:prstGeom prst="rect">
            <a:avLst/>
          </a:prstGeom>
          <a:noFill/>
        </p:spPr>
        <p:txBody>
          <a:bodyPr wrap="square" rtlCol="0">
            <a:spAutoFit/>
          </a:bodyPr>
          <a:lstStyle/>
          <a:p>
            <a:r>
              <a:rPr lang="en-US" altLang="ja-JP" sz="1200" dirty="0"/>
              <a:t>1</a:t>
            </a:r>
            <a:r>
              <a:rPr lang="ja-JP" altLang="en-US" sz="1200" dirty="0"/>
              <a:t>か月の</a:t>
            </a:r>
            <a:r>
              <a:rPr kumimoji="1" lang="ja-JP" altLang="en-US" sz="1200" dirty="0"/>
              <a:t>上限</a:t>
            </a:r>
            <a:r>
              <a:rPr kumimoji="1" lang="en-US" altLang="ja-JP" sz="1200" dirty="0"/>
              <a:t>300kwh</a:t>
            </a:r>
            <a:r>
              <a:rPr kumimoji="1" lang="ja-JP" altLang="en-US" sz="1200" dirty="0"/>
              <a:t>に到達</a:t>
            </a:r>
          </a:p>
        </p:txBody>
      </p:sp>
      <p:sp>
        <p:nvSpPr>
          <p:cNvPr id="20" name="テキスト ボックス 19">
            <a:extLst>
              <a:ext uri="{FF2B5EF4-FFF2-40B4-BE49-F238E27FC236}">
                <a16:creationId xmlns:a16="http://schemas.microsoft.com/office/drawing/2014/main" id="{68CCFBDB-76C7-7BAB-6FF1-45E37B16050C}"/>
              </a:ext>
            </a:extLst>
          </p:cNvPr>
          <p:cNvSpPr txBox="1"/>
          <p:nvPr/>
        </p:nvSpPr>
        <p:spPr>
          <a:xfrm>
            <a:off x="331773" y="2408643"/>
            <a:ext cx="6531364" cy="523220"/>
          </a:xfrm>
          <a:prstGeom prst="rect">
            <a:avLst/>
          </a:prstGeom>
          <a:noFill/>
        </p:spPr>
        <p:txBody>
          <a:bodyPr wrap="square" rtlCol="0">
            <a:spAutoFit/>
          </a:bodyPr>
          <a:lstStyle/>
          <a:p>
            <a:r>
              <a:rPr kumimoji="1" lang="ja-JP" altLang="en-US" sz="1400" dirty="0"/>
              <a:t>例：１コマ上限：７</a:t>
            </a:r>
            <a:r>
              <a:rPr kumimoji="1" lang="en-US" altLang="ja-JP" sz="1400" dirty="0"/>
              <a:t>kwh</a:t>
            </a:r>
            <a:r>
              <a:rPr kumimoji="1" lang="ja-JP" altLang="en-US" sz="1400" dirty="0"/>
              <a:t>、１日の上限：</a:t>
            </a:r>
            <a:r>
              <a:rPr kumimoji="1" lang="en-US" altLang="ja-JP" sz="1400" dirty="0"/>
              <a:t>30kwh</a:t>
            </a:r>
            <a:r>
              <a:rPr kumimoji="1" lang="ja-JP" altLang="en-US" sz="1400" dirty="0"/>
              <a:t>、</a:t>
            </a:r>
            <a:r>
              <a:rPr kumimoji="1" lang="en-US" altLang="ja-JP" sz="1400" dirty="0"/>
              <a:t>1</a:t>
            </a:r>
            <a:r>
              <a:rPr kumimoji="1" lang="ja-JP" altLang="en-US" sz="1400" dirty="0"/>
              <a:t>か月間の上限：</a:t>
            </a:r>
            <a:r>
              <a:rPr kumimoji="1" lang="en-US" altLang="ja-JP" sz="1400" dirty="0"/>
              <a:t>300kwh</a:t>
            </a:r>
            <a:r>
              <a:rPr kumimoji="1" lang="ja-JP" altLang="en-US" sz="1400" dirty="0"/>
              <a:t>の場合</a:t>
            </a:r>
          </a:p>
        </p:txBody>
      </p:sp>
      <p:sp>
        <p:nvSpPr>
          <p:cNvPr id="21" name="正方形/長方形 20">
            <a:extLst>
              <a:ext uri="{FF2B5EF4-FFF2-40B4-BE49-F238E27FC236}">
                <a16:creationId xmlns:a16="http://schemas.microsoft.com/office/drawing/2014/main" id="{C9FDFE79-8911-2E16-0D96-FF3B6F7F54C1}"/>
              </a:ext>
            </a:extLst>
          </p:cNvPr>
          <p:cNvSpPr/>
          <p:nvPr/>
        </p:nvSpPr>
        <p:spPr>
          <a:xfrm>
            <a:off x="832208" y="2710334"/>
            <a:ext cx="9599803" cy="276998"/>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t>2026</a:t>
            </a:r>
            <a:r>
              <a:rPr lang="ja-JP" altLang="en-US" sz="1400" dirty="0"/>
              <a:t>年</a:t>
            </a:r>
            <a:r>
              <a:rPr lang="en-US" altLang="ja-JP" sz="1400" dirty="0"/>
              <a:t>4</a:t>
            </a:r>
            <a:r>
              <a:rPr lang="ja-JP" altLang="en-US" sz="1400" dirty="0"/>
              <a:t>月</a:t>
            </a:r>
            <a:endParaRPr kumimoji="1" lang="ja-JP" altLang="en-US" sz="1400" dirty="0"/>
          </a:p>
        </p:txBody>
      </p:sp>
    </p:spTree>
    <p:extLst>
      <p:ext uri="{BB962C8B-B14F-4D97-AF65-F5344CB8AC3E}">
        <p14:creationId xmlns:p14="http://schemas.microsoft.com/office/powerpoint/2010/main" val="31614900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ACA50-4A1A-46EB-973E-47EEAE39C1A4}"/>
            </a:ext>
          </a:extLst>
        </p:cNvPr>
        <p:cNvGrpSpPr/>
        <p:nvPr/>
      </p:nvGrpSpPr>
      <p:grpSpPr>
        <a:xfrm>
          <a:off x="0" y="0"/>
          <a:ext cx="0" cy="0"/>
          <a:chOff x="0" y="0"/>
          <a:chExt cx="0" cy="0"/>
        </a:xfrm>
      </p:grpSpPr>
      <p:sp>
        <p:nvSpPr>
          <p:cNvPr id="10" name="正方形/長方形 9">
            <a:extLst>
              <a:ext uri="{FF2B5EF4-FFF2-40B4-BE49-F238E27FC236}">
                <a16:creationId xmlns:a16="http://schemas.microsoft.com/office/drawing/2014/main" id="{CFBD6B75-DE3B-8F94-F0ED-F5A932B332A8}"/>
              </a:ext>
            </a:extLst>
          </p:cNvPr>
          <p:cNvSpPr/>
          <p:nvPr/>
        </p:nvSpPr>
        <p:spPr>
          <a:xfrm>
            <a:off x="108158" y="2894255"/>
            <a:ext cx="5683042" cy="3814290"/>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F136167F-F908-80C8-046B-62160CF2DED9}"/>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F05E9A64-AEDC-7A5A-3CB6-B4F8D8BC7305}"/>
              </a:ext>
            </a:extLst>
          </p:cNvPr>
          <p:cNvSpPr>
            <a:spLocks noGrp="1"/>
          </p:cNvSpPr>
          <p:nvPr>
            <p:ph idx="1"/>
          </p:nvPr>
        </p:nvSpPr>
        <p:spPr>
          <a:xfrm>
            <a:off x="331773" y="1035781"/>
            <a:ext cx="11531151" cy="1425838"/>
          </a:xfrm>
          <a:solidFill>
            <a:schemeClr val="bg1"/>
          </a:solidFill>
        </p:spPr>
        <p:txBody>
          <a:bodyPr>
            <a:normAutofit/>
          </a:bodyPr>
          <a:lstStyle/>
          <a:p>
            <a:r>
              <a:rPr lang="ja-JP" altLang="en-US" dirty="0"/>
              <a:t>１年間の上限が存在する各相対契約に対して、</a:t>
            </a:r>
            <a:r>
              <a:rPr lang="en-US" altLang="ja-JP" dirty="0"/>
              <a:t>1</a:t>
            </a:r>
            <a:r>
              <a:rPr lang="ja-JP" altLang="en-US" dirty="0"/>
              <a:t>日の上限及び１か月の上限を考慮した</a:t>
            </a:r>
            <a:r>
              <a:rPr lang="ja-JP" altLang="en-US" dirty="0">
                <a:solidFill>
                  <a:srgbClr val="FF0000"/>
                </a:solidFill>
              </a:rPr>
              <a:t>行使</a:t>
            </a:r>
            <a:r>
              <a:rPr lang="ja-JP" altLang="en-US" dirty="0"/>
              <a:t>を順に進めていき、１年間の上限に到達するまで計算する。</a:t>
            </a:r>
            <a:endParaRPr lang="en-US" altLang="ja-JP" dirty="0"/>
          </a:p>
          <a:p>
            <a:r>
              <a:rPr lang="ja-JP" altLang="en-US" dirty="0"/>
              <a:t>シミュレーション期間について、日付順に１日ごとに</a:t>
            </a:r>
            <a:r>
              <a:rPr lang="ja-JP" altLang="en-US" dirty="0">
                <a:solidFill>
                  <a:srgbClr val="FF0000"/>
                </a:solidFill>
              </a:rPr>
              <a:t>行使</a:t>
            </a:r>
            <a:r>
              <a:rPr lang="ja-JP" altLang="en-US" dirty="0"/>
              <a:t>を進めていき１か月の</a:t>
            </a:r>
            <a:r>
              <a:rPr lang="ja-JP" altLang="en-US" dirty="0">
                <a:solidFill>
                  <a:srgbClr val="FF0000"/>
                </a:solidFill>
              </a:rPr>
              <a:t>上限量</a:t>
            </a:r>
            <a:r>
              <a:rPr lang="ja-JP" altLang="en-US" dirty="0"/>
              <a:t>に到達するまで繰り返す。</a:t>
            </a:r>
            <a:endParaRPr lang="en-US" altLang="ja-JP" dirty="0"/>
          </a:p>
          <a:p>
            <a:r>
              <a:rPr lang="ja-JP" altLang="en-US" dirty="0"/>
              <a:t>１か月の上限へ到達して以降はペイオフが発生していても同じ月の</a:t>
            </a:r>
            <a:r>
              <a:rPr lang="ja-JP" altLang="en-US" dirty="0">
                <a:solidFill>
                  <a:srgbClr val="FF0000"/>
                </a:solidFill>
              </a:rPr>
              <a:t>行使は</a:t>
            </a:r>
            <a:r>
              <a:rPr lang="ja-JP" altLang="en-US" dirty="0"/>
              <a:t>不可とする。</a:t>
            </a:r>
          </a:p>
        </p:txBody>
      </p:sp>
      <p:graphicFrame>
        <p:nvGraphicFramePr>
          <p:cNvPr id="4" name="表 3">
            <a:extLst>
              <a:ext uri="{FF2B5EF4-FFF2-40B4-BE49-F238E27FC236}">
                <a16:creationId xmlns:a16="http://schemas.microsoft.com/office/drawing/2014/main" id="{CF8DE5E0-D374-CC22-8D92-272CB4D7D5AF}"/>
              </a:ext>
            </a:extLst>
          </p:cNvPr>
          <p:cNvGraphicFramePr>
            <a:graphicFrameLocks noGrp="1"/>
          </p:cNvGraphicFramePr>
          <p:nvPr>
            <p:extLst>
              <p:ext uri="{D42A27DB-BD31-4B8C-83A1-F6EECF244321}">
                <p14:modId xmlns:p14="http://schemas.microsoft.com/office/powerpoint/2010/main" val="1798991484"/>
              </p:ext>
            </p:extLst>
          </p:nvPr>
        </p:nvGraphicFramePr>
        <p:xfrm>
          <a:off x="184293" y="3305075"/>
          <a:ext cx="1611312" cy="3294000"/>
        </p:xfrm>
        <a:graphic>
          <a:graphicData uri="http://schemas.openxmlformats.org/drawingml/2006/table">
            <a:tbl>
              <a:tblPr firstRow="1" bandRow="1"/>
              <a:tblGrid>
                <a:gridCol w="377736">
                  <a:extLst>
                    <a:ext uri="{9D8B030D-6E8A-4147-A177-3AD203B41FA5}">
                      <a16:colId xmlns:a16="http://schemas.microsoft.com/office/drawing/2014/main" val="1187811139"/>
                    </a:ext>
                  </a:extLst>
                </a:gridCol>
                <a:gridCol w="693576">
                  <a:extLst>
                    <a:ext uri="{9D8B030D-6E8A-4147-A177-3AD203B41FA5}">
                      <a16:colId xmlns:a16="http://schemas.microsoft.com/office/drawing/2014/main" val="3112399208"/>
                    </a:ext>
                  </a:extLst>
                </a:gridCol>
                <a:gridCol w="540000">
                  <a:extLst>
                    <a:ext uri="{9D8B030D-6E8A-4147-A177-3AD203B41FA5}">
                      <a16:colId xmlns:a16="http://schemas.microsoft.com/office/drawing/2014/main" val="1773514657"/>
                    </a:ext>
                  </a:extLst>
                </a:gridCol>
              </a:tblGrid>
              <a:tr h="125413">
                <a:tc>
                  <a:txBody>
                    <a:bodyPr/>
                    <a:lstStyle/>
                    <a:p>
                      <a:pPr algn="ctr"/>
                      <a:r>
                        <a:rPr kumimoji="1" lang="ja-JP" altLang="en-US" sz="10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en-US" altLang="ja-JP" sz="1000" dirty="0">
                          <a:solidFill>
                            <a:schemeClr val="bg1"/>
                          </a:solidFill>
                        </a:rPr>
                        <a:t>2026/4/1</a:t>
                      </a:r>
                    </a:p>
                    <a:p>
                      <a:pPr algn="ctr"/>
                      <a:r>
                        <a:rPr kumimoji="1" lang="ja-JP" altLang="en-US" sz="1000" dirty="0">
                          <a:solidFill>
                            <a:schemeClr val="bg1"/>
                          </a:solidFill>
                        </a:rPr>
                        <a:t>ペイオフ</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000" dirty="0">
                          <a:solidFill>
                            <a:srgbClr val="FF0000"/>
                          </a:solidFill>
                        </a:rPr>
                        <a:t>行使量</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79715963"/>
                  </a:ext>
                </a:extLst>
              </a:tr>
              <a:tr h="125413">
                <a:tc>
                  <a:txBody>
                    <a:bodyPr/>
                    <a:lstStyle/>
                    <a:p>
                      <a:pPr algn="ctr"/>
                      <a:r>
                        <a:rPr kumimoji="1" lang="en-US" altLang="ja-JP" sz="1000" dirty="0">
                          <a:solidFill>
                            <a:schemeClr val="tx1"/>
                          </a:solidFill>
                        </a:rPr>
                        <a:t>18</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10.42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1000" dirty="0">
                          <a:solidFill>
                            <a:schemeClr val="tx1"/>
                          </a:solidFill>
                        </a:rPr>
                        <a:t>25</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10.42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10.42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10.41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1971761"/>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9.22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2</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797422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24</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9.22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3321917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9.21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64802462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8.40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42758388"/>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8.01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8689716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5339521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5803704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43514483"/>
                  </a:ext>
                </a:extLst>
              </a:tr>
              <a:tr h="125413">
                <a:tc>
                  <a:txBody>
                    <a:bodyPr/>
                    <a:lstStyle/>
                    <a:p>
                      <a:pPr algn="ctr"/>
                      <a:r>
                        <a:rPr kumimoji="1" lang="en-US" altLang="ja-JP" sz="1000" dirty="0">
                          <a:solidFill>
                            <a:schemeClr val="tx1"/>
                          </a:solidFill>
                        </a:rPr>
                        <a:t>48</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43688111"/>
                  </a:ext>
                </a:extLst>
              </a:tr>
            </a:tbl>
          </a:graphicData>
        </a:graphic>
      </p:graphicFrame>
      <p:sp>
        <p:nvSpPr>
          <p:cNvPr id="6" name="テキスト ボックス 5">
            <a:extLst>
              <a:ext uri="{FF2B5EF4-FFF2-40B4-BE49-F238E27FC236}">
                <a16:creationId xmlns:a16="http://schemas.microsoft.com/office/drawing/2014/main" id="{D071CA69-7B41-BA9C-A8C9-6C20CD61DE16}"/>
              </a:ext>
            </a:extLst>
          </p:cNvPr>
          <p:cNvSpPr txBox="1"/>
          <p:nvPr/>
        </p:nvSpPr>
        <p:spPr>
          <a:xfrm>
            <a:off x="3271618" y="4698598"/>
            <a:ext cx="991854" cy="369332"/>
          </a:xfrm>
          <a:prstGeom prst="rect">
            <a:avLst/>
          </a:prstGeom>
          <a:noFill/>
        </p:spPr>
        <p:txBody>
          <a:bodyPr wrap="square" rtlCol="0">
            <a:spAutoFit/>
          </a:bodyPr>
          <a:lstStyle/>
          <a:p>
            <a:pPr algn="ctr"/>
            <a:r>
              <a:rPr kumimoji="1" lang="ja-JP" altLang="en-US" b="1" dirty="0"/>
              <a:t>・・・</a:t>
            </a:r>
            <a:endParaRPr kumimoji="1" lang="en-US" altLang="ja-JP" b="1" dirty="0"/>
          </a:p>
        </p:txBody>
      </p:sp>
      <p:graphicFrame>
        <p:nvGraphicFramePr>
          <p:cNvPr id="8" name="表 7">
            <a:extLst>
              <a:ext uri="{FF2B5EF4-FFF2-40B4-BE49-F238E27FC236}">
                <a16:creationId xmlns:a16="http://schemas.microsoft.com/office/drawing/2014/main" id="{20681871-3A95-AAEE-7024-CA6E66CA4A46}"/>
              </a:ext>
            </a:extLst>
          </p:cNvPr>
          <p:cNvGraphicFramePr>
            <a:graphicFrameLocks noGrp="1"/>
          </p:cNvGraphicFramePr>
          <p:nvPr>
            <p:extLst>
              <p:ext uri="{D42A27DB-BD31-4B8C-83A1-F6EECF244321}">
                <p14:modId xmlns:p14="http://schemas.microsoft.com/office/powerpoint/2010/main" val="1026257573"/>
              </p:ext>
            </p:extLst>
          </p:nvPr>
        </p:nvGraphicFramePr>
        <p:xfrm>
          <a:off x="1831203" y="3305075"/>
          <a:ext cx="1620000" cy="3294000"/>
        </p:xfrm>
        <a:graphic>
          <a:graphicData uri="http://schemas.openxmlformats.org/drawingml/2006/table">
            <a:tbl>
              <a:tblPr firstRow="1" bandRow="1"/>
              <a:tblGrid>
                <a:gridCol w="379772">
                  <a:extLst>
                    <a:ext uri="{9D8B030D-6E8A-4147-A177-3AD203B41FA5}">
                      <a16:colId xmlns:a16="http://schemas.microsoft.com/office/drawing/2014/main" val="1187811139"/>
                    </a:ext>
                  </a:extLst>
                </a:gridCol>
                <a:gridCol w="697316">
                  <a:extLst>
                    <a:ext uri="{9D8B030D-6E8A-4147-A177-3AD203B41FA5}">
                      <a16:colId xmlns:a16="http://schemas.microsoft.com/office/drawing/2014/main" val="3112399208"/>
                    </a:ext>
                  </a:extLst>
                </a:gridCol>
                <a:gridCol w="542912">
                  <a:extLst>
                    <a:ext uri="{9D8B030D-6E8A-4147-A177-3AD203B41FA5}">
                      <a16:colId xmlns:a16="http://schemas.microsoft.com/office/drawing/2014/main" val="1773514657"/>
                    </a:ext>
                  </a:extLst>
                </a:gridCol>
              </a:tblGrid>
              <a:tr h="125413">
                <a:tc>
                  <a:txBody>
                    <a:bodyPr/>
                    <a:lstStyle/>
                    <a:p>
                      <a:pPr algn="ctr"/>
                      <a:r>
                        <a:rPr kumimoji="1" lang="ja-JP" altLang="en-US" sz="10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en-US" altLang="ja-JP" sz="1000" dirty="0">
                          <a:solidFill>
                            <a:schemeClr val="bg1"/>
                          </a:solidFill>
                        </a:rPr>
                        <a:t>2026/4/2</a:t>
                      </a:r>
                    </a:p>
                    <a:p>
                      <a:pPr algn="ctr"/>
                      <a:r>
                        <a:rPr kumimoji="1" lang="ja-JP" altLang="en-US" sz="1000" dirty="0">
                          <a:solidFill>
                            <a:schemeClr val="bg1"/>
                          </a:solidFill>
                        </a:rPr>
                        <a:t>ペイオフ</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000" dirty="0">
                          <a:solidFill>
                            <a:srgbClr val="FF0000"/>
                          </a:solidFill>
                        </a:rPr>
                        <a:t>行使量</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79715963"/>
                  </a:ext>
                </a:extLst>
              </a:tr>
              <a:tr h="125413">
                <a:tc>
                  <a:txBody>
                    <a:bodyPr/>
                    <a:lstStyle/>
                    <a:p>
                      <a:pPr algn="ctr"/>
                      <a:r>
                        <a:rPr kumimoji="1" lang="en-US" altLang="ja-JP" sz="1000" dirty="0">
                          <a:solidFill>
                            <a:schemeClr val="tx1"/>
                          </a:solidFill>
                        </a:rPr>
                        <a:t>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2.36</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1000" dirty="0">
                          <a:solidFill>
                            <a:schemeClr val="tx1"/>
                          </a:solidFill>
                        </a:rPr>
                        <a:t>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2.27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2.19</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5</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1.99</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1971761"/>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797422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321917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9</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4802462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758388"/>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689716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339521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03704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44</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3514483"/>
                  </a:ext>
                </a:extLst>
              </a:tr>
              <a:tr h="125413">
                <a:tc>
                  <a:txBody>
                    <a:bodyPr/>
                    <a:lstStyle/>
                    <a:p>
                      <a:pPr algn="ctr"/>
                      <a:r>
                        <a:rPr kumimoji="1" lang="en-US" altLang="ja-JP" sz="1000" dirty="0">
                          <a:solidFill>
                            <a:schemeClr val="tx1"/>
                          </a:solidFill>
                        </a:rPr>
                        <a:t>45</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bl>
          </a:graphicData>
        </a:graphic>
      </p:graphicFrame>
      <p:sp>
        <p:nvSpPr>
          <p:cNvPr id="11" name="テキスト ボックス 10">
            <a:extLst>
              <a:ext uri="{FF2B5EF4-FFF2-40B4-BE49-F238E27FC236}">
                <a16:creationId xmlns:a16="http://schemas.microsoft.com/office/drawing/2014/main" id="{A0A8178A-7422-59F2-CCA0-1439463EDB78}"/>
              </a:ext>
            </a:extLst>
          </p:cNvPr>
          <p:cNvSpPr txBox="1"/>
          <p:nvPr/>
        </p:nvSpPr>
        <p:spPr>
          <a:xfrm>
            <a:off x="5611697" y="4582743"/>
            <a:ext cx="991854" cy="369332"/>
          </a:xfrm>
          <a:prstGeom prst="rect">
            <a:avLst/>
          </a:prstGeom>
          <a:noFill/>
        </p:spPr>
        <p:txBody>
          <a:bodyPr wrap="square" rtlCol="0">
            <a:spAutoFit/>
          </a:bodyPr>
          <a:lstStyle/>
          <a:p>
            <a:pPr algn="ctr"/>
            <a:r>
              <a:rPr kumimoji="1" lang="ja-JP" altLang="en-US" b="1" dirty="0"/>
              <a:t>・・・</a:t>
            </a:r>
            <a:endParaRPr kumimoji="1" lang="en-US" altLang="ja-JP" b="1" dirty="0"/>
          </a:p>
        </p:txBody>
      </p:sp>
      <p:graphicFrame>
        <p:nvGraphicFramePr>
          <p:cNvPr id="12" name="表 11">
            <a:extLst>
              <a:ext uri="{FF2B5EF4-FFF2-40B4-BE49-F238E27FC236}">
                <a16:creationId xmlns:a16="http://schemas.microsoft.com/office/drawing/2014/main" id="{D2FAE1A1-B169-5DA5-6409-FE1DB90E808E}"/>
              </a:ext>
            </a:extLst>
          </p:cNvPr>
          <p:cNvGraphicFramePr>
            <a:graphicFrameLocks noGrp="1"/>
          </p:cNvGraphicFramePr>
          <p:nvPr>
            <p:extLst>
              <p:ext uri="{D42A27DB-BD31-4B8C-83A1-F6EECF244321}">
                <p14:modId xmlns:p14="http://schemas.microsoft.com/office/powerpoint/2010/main" val="2223561674"/>
              </p:ext>
            </p:extLst>
          </p:nvPr>
        </p:nvGraphicFramePr>
        <p:xfrm>
          <a:off x="4077943" y="3303746"/>
          <a:ext cx="1620000" cy="3294000"/>
        </p:xfrm>
        <a:graphic>
          <a:graphicData uri="http://schemas.openxmlformats.org/drawingml/2006/table">
            <a:tbl>
              <a:tblPr firstRow="1" bandRow="1"/>
              <a:tblGrid>
                <a:gridCol w="379772">
                  <a:extLst>
                    <a:ext uri="{9D8B030D-6E8A-4147-A177-3AD203B41FA5}">
                      <a16:colId xmlns:a16="http://schemas.microsoft.com/office/drawing/2014/main" val="1187811139"/>
                    </a:ext>
                  </a:extLst>
                </a:gridCol>
                <a:gridCol w="697316">
                  <a:extLst>
                    <a:ext uri="{9D8B030D-6E8A-4147-A177-3AD203B41FA5}">
                      <a16:colId xmlns:a16="http://schemas.microsoft.com/office/drawing/2014/main" val="3112399208"/>
                    </a:ext>
                  </a:extLst>
                </a:gridCol>
                <a:gridCol w="542912">
                  <a:extLst>
                    <a:ext uri="{9D8B030D-6E8A-4147-A177-3AD203B41FA5}">
                      <a16:colId xmlns:a16="http://schemas.microsoft.com/office/drawing/2014/main" val="1773514657"/>
                    </a:ext>
                  </a:extLst>
                </a:gridCol>
              </a:tblGrid>
              <a:tr h="125413">
                <a:tc>
                  <a:txBody>
                    <a:bodyPr/>
                    <a:lstStyle/>
                    <a:p>
                      <a:pPr algn="ctr"/>
                      <a:r>
                        <a:rPr kumimoji="1" lang="ja-JP" altLang="en-US" sz="10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en-US" altLang="ja-JP" sz="1000" dirty="0">
                          <a:solidFill>
                            <a:schemeClr val="bg1"/>
                          </a:solidFill>
                        </a:rPr>
                        <a:t>2026/4/16</a:t>
                      </a:r>
                    </a:p>
                    <a:p>
                      <a:pPr algn="ctr"/>
                      <a:r>
                        <a:rPr kumimoji="1" lang="ja-JP" altLang="en-US" sz="1000" dirty="0">
                          <a:solidFill>
                            <a:schemeClr val="bg1"/>
                          </a:solidFill>
                        </a:rPr>
                        <a:t>ペイオフ</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000" dirty="0">
                          <a:solidFill>
                            <a:srgbClr val="FF0000"/>
                          </a:solidFill>
                        </a:rPr>
                        <a:t>行使量</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79715963"/>
                  </a:ext>
                </a:extLst>
              </a:tr>
              <a:tr h="125413">
                <a:tc>
                  <a:txBody>
                    <a:bodyPr/>
                    <a:lstStyle/>
                    <a:p>
                      <a:pPr algn="ctr"/>
                      <a:r>
                        <a:rPr kumimoji="1" lang="en-US" altLang="ja-JP" sz="1000" dirty="0">
                          <a:solidFill>
                            <a:schemeClr val="tx1"/>
                          </a:solidFill>
                        </a:rPr>
                        <a:t>25</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10.42</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1000" dirty="0">
                          <a:solidFill>
                            <a:schemeClr val="tx1"/>
                          </a:solidFill>
                        </a:rPr>
                        <a:t>26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10.33</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24</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9.70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15984763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8.23</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01971761"/>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8.22</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1797422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6.77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3321917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28</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6.03</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64802462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4.20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42758388"/>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29</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3.87</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8689716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rgbClr val="FF0000"/>
                          </a:solidFill>
                        </a:rPr>
                        <a:t>…</a:t>
                      </a:r>
                      <a:endParaRPr kumimoji="1" lang="ja-JP" altLang="en-US" sz="1000" dirty="0">
                        <a:solidFill>
                          <a:srgbClr val="FF0000"/>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5339521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5803704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44</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43514483"/>
                  </a:ext>
                </a:extLst>
              </a:tr>
              <a:tr h="125413">
                <a:tc>
                  <a:txBody>
                    <a:bodyPr/>
                    <a:lstStyle/>
                    <a:p>
                      <a:pPr algn="ctr"/>
                      <a:r>
                        <a:rPr kumimoji="1" lang="en-US" altLang="ja-JP" sz="1000" dirty="0">
                          <a:solidFill>
                            <a:schemeClr val="tx1"/>
                          </a:solidFill>
                        </a:rPr>
                        <a:t>45</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0</a:t>
                      </a:r>
                      <a:endParaRPr kumimoji="1" lang="ja-JP" altLang="en-US" sz="10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43688111"/>
                  </a:ext>
                </a:extLst>
              </a:tr>
            </a:tbl>
          </a:graphicData>
        </a:graphic>
      </p:graphicFrame>
      <p:sp>
        <p:nvSpPr>
          <p:cNvPr id="13" name="正方形/長方形 12">
            <a:extLst>
              <a:ext uri="{FF2B5EF4-FFF2-40B4-BE49-F238E27FC236}">
                <a16:creationId xmlns:a16="http://schemas.microsoft.com/office/drawing/2014/main" id="{1B87946A-0FE8-B644-4DC9-D34FFABA9CD6}"/>
              </a:ext>
            </a:extLst>
          </p:cNvPr>
          <p:cNvSpPr/>
          <p:nvPr/>
        </p:nvSpPr>
        <p:spPr>
          <a:xfrm>
            <a:off x="6400800" y="2894255"/>
            <a:ext cx="5683042" cy="3814290"/>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4" name="表 13">
            <a:extLst>
              <a:ext uri="{FF2B5EF4-FFF2-40B4-BE49-F238E27FC236}">
                <a16:creationId xmlns:a16="http://schemas.microsoft.com/office/drawing/2014/main" id="{EBD05911-1610-2BFA-0338-6CC7310C3088}"/>
              </a:ext>
            </a:extLst>
          </p:cNvPr>
          <p:cNvGraphicFramePr>
            <a:graphicFrameLocks noGrp="1"/>
          </p:cNvGraphicFramePr>
          <p:nvPr>
            <p:extLst>
              <p:ext uri="{D42A27DB-BD31-4B8C-83A1-F6EECF244321}">
                <p14:modId xmlns:p14="http://schemas.microsoft.com/office/powerpoint/2010/main" val="9818325"/>
              </p:ext>
            </p:extLst>
          </p:nvPr>
        </p:nvGraphicFramePr>
        <p:xfrm>
          <a:off x="6476935" y="3305075"/>
          <a:ext cx="1611312" cy="3294000"/>
        </p:xfrm>
        <a:graphic>
          <a:graphicData uri="http://schemas.openxmlformats.org/drawingml/2006/table">
            <a:tbl>
              <a:tblPr firstRow="1" bandRow="1"/>
              <a:tblGrid>
                <a:gridCol w="377736">
                  <a:extLst>
                    <a:ext uri="{9D8B030D-6E8A-4147-A177-3AD203B41FA5}">
                      <a16:colId xmlns:a16="http://schemas.microsoft.com/office/drawing/2014/main" val="1187811139"/>
                    </a:ext>
                  </a:extLst>
                </a:gridCol>
                <a:gridCol w="693576">
                  <a:extLst>
                    <a:ext uri="{9D8B030D-6E8A-4147-A177-3AD203B41FA5}">
                      <a16:colId xmlns:a16="http://schemas.microsoft.com/office/drawing/2014/main" val="3112399208"/>
                    </a:ext>
                  </a:extLst>
                </a:gridCol>
                <a:gridCol w="540000">
                  <a:extLst>
                    <a:ext uri="{9D8B030D-6E8A-4147-A177-3AD203B41FA5}">
                      <a16:colId xmlns:a16="http://schemas.microsoft.com/office/drawing/2014/main" val="1773514657"/>
                    </a:ext>
                  </a:extLst>
                </a:gridCol>
              </a:tblGrid>
              <a:tr h="125413">
                <a:tc>
                  <a:txBody>
                    <a:bodyPr/>
                    <a:lstStyle/>
                    <a:p>
                      <a:pPr algn="ctr"/>
                      <a:r>
                        <a:rPr kumimoji="1" lang="ja-JP" altLang="en-US" sz="10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en-US" altLang="ja-JP" sz="1000" dirty="0">
                          <a:solidFill>
                            <a:schemeClr val="bg1"/>
                          </a:solidFill>
                        </a:rPr>
                        <a:t>2026/10/1</a:t>
                      </a:r>
                    </a:p>
                    <a:p>
                      <a:pPr algn="ctr"/>
                      <a:r>
                        <a:rPr kumimoji="1" lang="ja-JP" altLang="en-US" sz="1000" dirty="0">
                          <a:solidFill>
                            <a:schemeClr val="bg1"/>
                          </a:solidFill>
                        </a:rPr>
                        <a:t>ペイオフ</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000" dirty="0">
                          <a:solidFill>
                            <a:srgbClr val="FF0000"/>
                          </a:solidFill>
                        </a:rPr>
                        <a:t>行使量</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79715963"/>
                  </a:ext>
                </a:extLst>
              </a:tr>
              <a:tr h="125413">
                <a:tc>
                  <a:txBody>
                    <a:bodyPr/>
                    <a:lstStyle/>
                    <a:p>
                      <a:pPr algn="ctr"/>
                      <a:r>
                        <a:rPr kumimoji="1" lang="en-US" altLang="ja-JP" sz="1000" dirty="0">
                          <a:solidFill>
                            <a:schemeClr val="tx1"/>
                          </a:solidFill>
                        </a:rPr>
                        <a:t>24</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0.23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1000" dirty="0">
                          <a:solidFill>
                            <a:schemeClr val="tx1"/>
                          </a:solidFill>
                        </a:rPr>
                        <a:t>25</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0.22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0.22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0.19</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1971761"/>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8</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0.18</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797422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3321917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64802462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3</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42758388"/>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8689716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游ゴシック" panose="02110004020202020204"/>
                          <a:ea typeface="游ゴシック" panose="020B0400000000000000" pitchFamily="50" charset="-128"/>
                          <a:cs typeface="+mn-cs"/>
                        </a:rPr>
                        <a:t>…</a:t>
                      </a:r>
                      <a:endParaRPr kumimoji="1" lang="ja-JP" altLang="en-US" sz="1000" b="0" i="0" u="none" strike="noStrike" kern="1200" cap="none" spc="0" normalizeH="0" baseline="0" noProof="0" dirty="0">
                        <a:ln>
                          <a:noFill/>
                        </a:ln>
                        <a:solidFill>
                          <a:schemeClr val="tx1"/>
                        </a:solidFill>
                        <a:effectLst/>
                        <a:uLnTx/>
                        <a:uFillTx/>
                        <a:latin typeface="游ゴシック" panose="02110004020202020204"/>
                        <a:ea typeface="游ゴシック" panose="020B0400000000000000" pitchFamily="50" charset="-128"/>
                        <a:cs typeface="+mn-cs"/>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chemeClr val="tx1"/>
                          </a:solidFill>
                          <a:effectLst/>
                          <a:uLnTx/>
                          <a:uFillTx/>
                          <a:latin typeface="游ゴシック" panose="02110004020202020204"/>
                          <a:ea typeface="游ゴシック" panose="020B0400000000000000" pitchFamily="50" charset="-128"/>
                          <a:cs typeface="+mn-cs"/>
                        </a:rPr>
                        <a:t>…</a:t>
                      </a:r>
                      <a:endParaRPr kumimoji="1" lang="ja-JP" altLang="en-US" sz="1000" b="0" i="0" u="none" strike="noStrike" kern="1200" cap="none" spc="0" normalizeH="0" baseline="0" noProof="0" dirty="0">
                        <a:ln>
                          <a:noFill/>
                        </a:ln>
                        <a:solidFill>
                          <a:schemeClr val="tx1"/>
                        </a:solidFill>
                        <a:effectLst/>
                        <a:uLnTx/>
                        <a:uFillTx/>
                        <a:latin typeface="游ゴシック" panose="02110004020202020204"/>
                        <a:ea typeface="游ゴシック" panose="020B0400000000000000" pitchFamily="50" charset="-128"/>
                        <a:cs typeface="+mn-cs"/>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游ゴシック" panose="02110004020202020204"/>
                          <a:ea typeface="游ゴシック" panose="020B0400000000000000" pitchFamily="50" charset="-128"/>
                          <a:cs typeface="+mn-cs"/>
                        </a:rPr>
                        <a:t>…</a:t>
                      </a:r>
                      <a:endParaRPr kumimoji="1" lang="ja-JP" altLang="en-US" sz="1000" b="0" i="0" u="none" strike="noStrike" kern="1200" cap="none" spc="0" normalizeH="0" baseline="0" noProof="0" dirty="0">
                        <a:ln>
                          <a:noFill/>
                        </a:ln>
                        <a:solidFill>
                          <a:schemeClr val="tx1"/>
                        </a:solidFill>
                        <a:effectLst/>
                        <a:uLnTx/>
                        <a:uFillTx/>
                        <a:latin typeface="游ゴシック" panose="02110004020202020204"/>
                        <a:ea typeface="游ゴシック" panose="020B0400000000000000" pitchFamily="50" charset="-128"/>
                        <a:cs typeface="+mn-cs"/>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5339521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5803704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43514483"/>
                  </a:ext>
                </a:extLst>
              </a:tr>
              <a:tr h="125413">
                <a:tc>
                  <a:txBody>
                    <a:bodyPr/>
                    <a:lstStyle/>
                    <a:p>
                      <a:pPr algn="ctr"/>
                      <a:r>
                        <a:rPr kumimoji="1" lang="en-US" altLang="ja-JP" sz="1000" dirty="0">
                          <a:solidFill>
                            <a:schemeClr val="tx1"/>
                          </a:solidFill>
                        </a:rPr>
                        <a:t>48</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43688111"/>
                  </a:ext>
                </a:extLst>
              </a:tr>
            </a:tbl>
          </a:graphicData>
        </a:graphic>
      </p:graphicFrame>
      <p:sp>
        <p:nvSpPr>
          <p:cNvPr id="15" name="テキスト ボックス 14">
            <a:extLst>
              <a:ext uri="{FF2B5EF4-FFF2-40B4-BE49-F238E27FC236}">
                <a16:creationId xmlns:a16="http://schemas.microsoft.com/office/drawing/2014/main" id="{127EA39D-DD85-6264-4CB9-E68AA744B7C4}"/>
              </a:ext>
            </a:extLst>
          </p:cNvPr>
          <p:cNvSpPr txBox="1"/>
          <p:nvPr/>
        </p:nvSpPr>
        <p:spPr>
          <a:xfrm>
            <a:off x="7973856" y="4698598"/>
            <a:ext cx="991854" cy="369332"/>
          </a:xfrm>
          <a:prstGeom prst="rect">
            <a:avLst/>
          </a:prstGeom>
          <a:noFill/>
        </p:spPr>
        <p:txBody>
          <a:bodyPr wrap="square" rtlCol="0">
            <a:spAutoFit/>
          </a:bodyPr>
          <a:lstStyle/>
          <a:p>
            <a:pPr algn="ctr"/>
            <a:r>
              <a:rPr kumimoji="1" lang="ja-JP" altLang="en-US" b="1" dirty="0"/>
              <a:t>・・・</a:t>
            </a:r>
            <a:endParaRPr kumimoji="1" lang="en-US" altLang="ja-JP" b="1" dirty="0"/>
          </a:p>
        </p:txBody>
      </p:sp>
      <p:graphicFrame>
        <p:nvGraphicFramePr>
          <p:cNvPr id="18" name="表 17">
            <a:extLst>
              <a:ext uri="{FF2B5EF4-FFF2-40B4-BE49-F238E27FC236}">
                <a16:creationId xmlns:a16="http://schemas.microsoft.com/office/drawing/2014/main" id="{59F607DF-F6B2-6E69-5442-EA1E389B6A10}"/>
              </a:ext>
            </a:extLst>
          </p:cNvPr>
          <p:cNvGraphicFramePr>
            <a:graphicFrameLocks noGrp="1"/>
          </p:cNvGraphicFramePr>
          <p:nvPr>
            <p:extLst>
              <p:ext uri="{D42A27DB-BD31-4B8C-83A1-F6EECF244321}">
                <p14:modId xmlns:p14="http://schemas.microsoft.com/office/powerpoint/2010/main" val="678174082"/>
              </p:ext>
            </p:extLst>
          </p:nvPr>
        </p:nvGraphicFramePr>
        <p:xfrm>
          <a:off x="8780181" y="3316446"/>
          <a:ext cx="1620000" cy="3294000"/>
        </p:xfrm>
        <a:graphic>
          <a:graphicData uri="http://schemas.openxmlformats.org/drawingml/2006/table">
            <a:tbl>
              <a:tblPr firstRow="1" bandRow="1"/>
              <a:tblGrid>
                <a:gridCol w="379772">
                  <a:extLst>
                    <a:ext uri="{9D8B030D-6E8A-4147-A177-3AD203B41FA5}">
                      <a16:colId xmlns:a16="http://schemas.microsoft.com/office/drawing/2014/main" val="1187811139"/>
                    </a:ext>
                  </a:extLst>
                </a:gridCol>
                <a:gridCol w="773049">
                  <a:extLst>
                    <a:ext uri="{9D8B030D-6E8A-4147-A177-3AD203B41FA5}">
                      <a16:colId xmlns:a16="http://schemas.microsoft.com/office/drawing/2014/main" val="3112399208"/>
                    </a:ext>
                  </a:extLst>
                </a:gridCol>
                <a:gridCol w="467179">
                  <a:extLst>
                    <a:ext uri="{9D8B030D-6E8A-4147-A177-3AD203B41FA5}">
                      <a16:colId xmlns:a16="http://schemas.microsoft.com/office/drawing/2014/main" val="1773514657"/>
                    </a:ext>
                  </a:extLst>
                </a:gridCol>
              </a:tblGrid>
              <a:tr h="125413">
                <a:tc>
                  <a:txBody>
                    <a:bodyPr/>
                    <a:lstStyle/>
                    <a:p>
                      <a:pPr algn="ctr"/>
                      <a:r>
                        <a:rPr kumimoji="1" lang="ja-JP" altLang="en-US" sz="1000" dirty="0">
                          <a:solidFill>
                            <a:schemeClr val="bg1"/>
                          </a:solidFill>
                        </a:rPr>
                        <a:t>コマ</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en-US" altLang="ja-JP" sz="1000" dirty="0">
                          <a:solidFill>
                            <a:schemeClr val="bg1"/>
                          </a:solidFill>
                        </a:rPr>
                        <a:t>2026/10/28</a:t>
                      </a:r>
                    </a:p>
                    <a:p>
                      <a:pPr algn="ctr"/>
                      <a:r>
                        <a:rPr kumimoji="1" lang="ja-JP" altLang="en-US" sz="1000" dirty="0">
                          <a:solidFill>
                            <a:schemeClr val="bg1"/>
                          </a:solidFill>
                        </a:rPr>
                        <a:t>ペイオフ</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000" dirty="0">
                          <a:solidFill>
                            <a:srgbClr val="FF0000"/>
                          </a:solidFill>
                        </a:rPr>
                        <a:t>行使量</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79715963"/>
                  </a:ext>
                </a:extLst>
              </a:tr>
              <a:tr h="125413">
                <a:tc>
                  <a:txBody>
                    <a:bodyPr/>
                    <a:lstStyle/>
                    <a:p>
                      <a:pPr algn="ctr"/>
                      <a:r>
                        <a:rPr kumimoji="1" lang="en-US" altLang="ja-JP" sz="1000" dirty="0">
                          <a:solidFill>
                            <a:schemeClr val="tx1"/>
                          </a:solidFill>
                        </a:rPr>
                        <a:t>25</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5.03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23336">
                <a:tc>
                  <a:txBody>
                    <a:bodyPr/>
                    <a:lstStyle/>
                    <a:p>
                      <a:pPr algn="ctr"/>
                      <a:r>
                        <a:rPr kumimoji="1" lang="en-US" altLang="ja-JP" sz="1000" dirty="0">
                          <a:solidFill>
                            <a:schemeClr val="tx1"/>
                          </a:solidFill>
                        </a:rPr>
                        <a:t>22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4.04</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24</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3.97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3.92</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01971761"/>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3.87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1797422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3.76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3321917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20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1.93</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648024624"/>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1.60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42758388"/>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1</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86897166"/>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chemeClr val="tx1"/>
                          </a:solidFill>
                          <a:effectLst/>
                          <a:uLnTx/>
                          <a:uFillTx/>
                          <a:latin typeface="游ゴシック" panose="02110004020202020204"/>
                          <a:ea typeface="游ゴシック" panose="020B0400000000000000" pitchFamily="50" charset="-128"/>
                          <a:cs typeface="+mn-cs"/>
                        </a:rPr>
                        <a:t>…</a:t>
                      </a:r>
                      <a:endParaRPr kumimoji="1" lang="ja-JP" altLang="en-US" sz="1000" b="0" i="0" u="none" strike="noStrike" kern="1200" cap="none" spc="0" normalizeH="0" baseline="0" noProof="0" dirty="0">
                        <a:ln>
                          <a:noFill/>
                        </a:ln>
                        <a:solidFill>
                          <a:schemeClr val="tx1"/>
                        </a:solidFill>
                        <a:effectLst/>
                        <a:uLnTx/>
                        <a:uFillTx/>
                        <a:latin typeface="游ゴシック" panose="02110004020202020204"/>
                        <a:ea typeface="游ゴシック" panose="020B0400000000000000" pitchFamily="50" charset="-128"/>
                        <a:cs typeface="+mn-cs"/>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chemeClr val="tx1"/>
                          </a:solidFill>
                          <a:effectLst/>
                          <a:uLnTx/>
                          <a:uFillTx/>
                          <a:latin typeface="游ゴシック" panose="02110004020202020204"/>
                          <a:ea typeface="游ゴシック" panose="020B0400000000000000" pitchFamily="50" charset="-128"/>
                          <a:cs typeface="+mn-cs"/>
                        </a:rPr>
                        <a:t>…</a:t>
                      </a:r>
                      <a:endParaRPr kumimoji="1" lang="ja-JP" altLang="en-US" sz="1000" b="0" i="0" u="none" strike="noStrike" kern="1200" cap="none" spc="0" normalizeH="0" baseline="0" noProof="0" dirty="0">
                        <a:ln>
                          <a:noFill/>
                        </a:ln>
                        <a:solidFill>
                          <a:schemeClr val="tx1"/>
                        </a:solidFill>
                        <a:effectLst/>
                        <a:uLnTx/>
                        <a:uFillTx/>
                        <a:latin typeface="游ゴシック" panose="02110004020202020204"/>
                        <a:ea typeface="游ゴシック" panose="020B0400000000000000" pitchFamily="50" charset="-128"/>
                        <a:cs typeface="+mn-cs"/>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游ゴシック" panose="02110004020202020204"/>
                          <a:ea typeface="游ゴシック" panose="020B0400000000000000" pitchFamily="50" charset="-128"/>
                          <a:cs typeface="+mn-cs"/>
                        </a:rPr>
                        <a:t>…</a:t>
                      </a:r>
                      <a:endParaRPr kumimoji="1" lang="ja-JP" altLang="en-US" sz="1000" b="0" i="0" u="none" strike="noStrike" kern="1200" cap="none" spc="0" normalizeH="0" baseline="0" noProof="0" dirty="0">
                        <a:ln>
                          <a:noFill/>
                        </a:ln>
                        <a:solidFill>
                          <a:schemeClr val="tx1"/>
                        </a:solidFill>
                        <a:effectLst/>
                        <a:uLnTx/>
                        <a:uFillTx/>
                        <a:latin typeface="游ゴシック" panose="02110004020202020204"/>
                        <a:ea typeface="游ゴシック" panose="020B0400000000000000" pitchFamily="50" charset="-128"/>
                        <a:cs typeface="+mn-cs"/>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53395215"/>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46</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58037040"/>
                  </a:ext>
                </a:extLst>
              </a:tr>
              <a:tr h="1233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47</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43514483"/>
                  </a:ext>
                </a:extLst>
              </a:tr>
              <a:tr h="125413">
                <a:tc>
                  <a:txBody>
                    <a:bodyPr/>
                    <a:lstStyle/>
                    <a:p>
                      <a:pPr algn="ctr"/>
                      <a:r>
                        <a:rPr kumimoji="1" lang="en-US" altLang="ja-JP" sz="1000" dirty="0">
                          <a:solidFill>
                            <a:schemeClr val="tx1"/>
                          </a:solidFill>
                        </a:rPr>
                        <a:t>48</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000" dirty="0">
                          <a:solidFill>
                            <a:schemeClr val="tx1"/>
                          </a:solidFill>
                        </a:rPr>
                        <a:t>0</a:t>
                      </a:r>
                      <a:endParaRPr kumimoji="1" lang="ja-JP" altLang="en-US" sz="1000" dirty="0">
                        <a:solidFill>
                          <a:schemeClr val="tx1"/>
                        </a:solidFill>
                      </a:endParaRP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43688111"/>
                  </a:ext>
                </a:extLst>
              </a:tr>
            </a:tbl>
          </a:graphicData>
        </a:graphic>
      </p:graphicFrame>
      <p:sp>
        <p:nvSpPr>
          <p:cNvPr id="20" name="正方形/長方形 19">
            <a:extLst>
              <a:ext uri="{FF2B5EF4-FFF2-40B4-BE49-F238E27FC236}">
                <a16:creationId xmlns:a16="http://schemas.microsoft.com/office/drawing/2014/main" id="{4B3EC323-C66C-E132-D458-BC76982A8E00}"/>
              </a:ext>
            </a:extLst>
          </p:cNvPr>
          <p:cNvSpPr/>
          <p:nvPr/>
        </p:nvSpPr>
        <p:spPr>
          <a:xfrm>
            <a:off x="108158" y="2894254"/>
            <a:ext cx="5683042" cy="301721"/>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a:t>2026</a:t>
            </a:r>
            <a:r>
              <a:rPr lang="ja-JP" altLang="en-US" sz="1400"/>
              <a:t>年</a:t>
            </a:r>
            <a:r>
              <a:rPr lang="en-US" altLang="ja-JP" sz="1400"/>
              <a:t>4</a:t>
            </a:r>
            <a:r>
              <a:rPr lang="ja-JP" altLang="en-US" sz="1400"/>
              <a:t>月</a:t>
            </a:r>
            <a:endParaRPr kumimoji="1" lang="ja-JP" altLang="en-US" sz="1400" dirty="0"/>
          </a:p>
        </p:txBody>
      </p:sp>
      <p:sp>
        <p:nvSpPr>
          <p:cNvPr id="21" name="正方形/長方形 20">
            <a:extLst>
              <a:ext uri="{FF2B5EF4-FFF2-40B4-BE49-F238E27FC236}">
                <a16:creationId xmlns:a16="http://schemas.microsoft.com/office/drawing/2014/main" id="{F5F79076-1BF3-B0A9-464B-0270B16DBC86}"/>
              </a:ext>
            </a:extLst>
          </p:cNvPr>
          <p:cNvSpPr/>
          <p:nvPr/>
        </p:nvSpPr>
        <p:spPr>
          <a:xfrm>
            <a:off x="6400800" y="2886359"/>
            <a:ext cx="5683042" cy="301721"/>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a:t>2026</a:t>
            </a:r>
            <a:r>
              <a:rPr lang="ja-JP" altLang="en-US" sz="1400"/>
              <a:t>年</a:t>
            </a:r>
            <a:r>
              <a:rPr lang="en-US" altLang="ja-JP" sz="1400"/>
              <a:t>10</a:t>
            </a:r>
            <a:r>
              <a:rPr lang="ja-JP" altLang="en-US" sz="1400"/>
              <a:t>月</a:t>
            </a:r>
            <a:endParaRPr kumimoji="1" lang="ja-JP" altLang="en-US" sz="1400" dirty="0"/>
          </a:p>
        </p:txBody>
      </p:sp>
      <p:sp>
        <p:nvSpPr>
          <p:cNvPr id="22" name="テキスト ボックス 21">
            <a:extLst>
              <a:ext uri="{FF2B5EF4-FFF2-40B4-BE49-F238E27FC236}">
                <a16:creationId xmlns:a16="http://schemas.microsoft.com/office/drawing/2014/main" id="{B1CE12C7-BAFB-0F8E-0C2F-770B86D2EFEF}"/>
              </a:ext>
            </a:extLst>
          </p:cNvPr>
          <p:cNvSpPr txBox="1"/>
          <p:nvPr/>
        </p:nvSpPr>
        <p:spPr>
          <a:xfrm>
            <a:off x="108156" y="2363139"/>
            <a:ext cx="9826953" cy="523220"/>
          </a:xfrm>
          <a:prstGeom prst="rect">
            <a:avLst/>
          </a:prstGeom>
          <a:solidFill>
            <a:schemeClr val="bg1"/>
          </a:solidFill>
        </p:spPr>
        <p:txBody>
          <a:bodyPr wrap="square" rtlCol="0">
            <a:spAutoFit/>
          </a:bodyPr>
          <a:lstStyle/>
          <a:p>
            <a:r>
              <a:rPr kumimoji="1" lang="ja-JP" altLang="en-US" sz="1400" dirty="0"/>
              <a:t>＜例＞</a:t>
            </a:r>
            <a:r>
              <a:rPr kumimoji="1" lang="en-US" altLang="ja-JP" sz="1400" dirty="0"/>
              <a:t>2026</a:t>
            </a:r>
            <a:r>
              <a:rPr kumimoji="1" lang="ja-JP" altLang="en-US" sz="1400" dirty="0"/>
              <a:t>年</a:t>
            </a:r>
            <a:r>
              <a:rPr kumimoji="1" lang="en-US" altLang="ja-JP" sz="1400" dirty="0"/>
              <a:t>4</a:t>
            </a:r>
            <a:r>
              <a:rPr kumimoji="1" lang="ja-JP" altLang="en-US" sz="1400" dirty="0"/>
              <a:t>月</a:t>
            </a:r>
            <a:r>
              <a:rPr kumimoji="1" lang="en-US" altLang="ja-JP" sz="1400" dirty="0"/>
              <a:t>1</a:t>
            </a:r>
            <a:r>
              <a:rPr kumimoji="1" lang="ja-JP" altLang="en-US" sz="1400" dirty="0"/>
              <a:t>日～</a:t>
            </a:r>
            <a:r>
              <a:rPr kumimoji="1" lang="en-US" altLang="ja-JP" sz="1400" dirty="0"/>
              <a:t>2027</a:t>
            </a:r>
            <a:r>
              <a:rPr kumimoji="1" lang="ja-JP" altLang="en-US" sz="1400" dirty="0"/>
              <a:t>年</a:t>
            </a:r>
            <a:r>
              <a:rPr kumimoji="1" lang="en-US" altLang="ja-JP" sz="1400" dirty="0"/>
              <a:t>3</a:t>
            </a:r>
            <a:r>
              <a:rPr kumimoji="1" lang="ja-JP" altLang="en-US" sz="1400" dirty="0"/>
              <a:t>月</a:t>
            </a:r>
            <a:r>
              <a:rPr kumimoji="1" lang="en-US" altLang="ja-JP" sz="1400" dirty="0"/>
              <a:t>31</a:t>
            </a:r>
            <a:r>
              <a:rPr kumimoji="1" lang="ja-JP" altLang="en-US" sz="1400" dirty="0"/>
              <a:t>日の</a:t>
            </a:r>
            <a:r>
              <a:rPr kumimoji="1" lang="en-US" altLang="ja-JP" sz="1400" dirty="0"/>
              <a:t>1</a:t>
            </a:r>
            <a:r>
              <a:rPr kumimoji="1" lang="ja-JP" altLang="en-US" sz="1400" dirty="0"/>
              <a:t>年間</a:t>
            </a:r>
            <a:endParaRPr kumimoji="1" lang="en-US" altLang="ja-JP" sz="1400" dirty="0"/>
          </a:p>
          <a:p>
            <a:r>
              <a:rPr lang="ja-JP" altLang="en-US" sz="1400" dirty="0"/>
              <a:t>　　　 １コマ上限：７</a:t>
            </a:r>
            <a:r>
              <a:rPr lang="en-US" altLang="ja-JP" sz="1400" dirty="0"/>
              <a:t>kwh</a:t>
            </a:r>
            <a:r>
              <a:rPr lang="ja-JP" altLang="en-US" sz="1400" dirty="0"/>
              <a:t>、１日の上限：</a:t>
            </a:r>
            <a:r>
              <a:rPr lang="en-US" altLang="ja-JP" sz="1400" dirty="0"/>
              <a:t>30kwh</a:t>
            </a:r>
            <a:r>
              <a:rPr lang="ja-JP" altLang="en-US" sz="1400" dirty="0"/>
              <a:t>、</a:t>
            </a:r>
            <a:r>
              <a:rPr lang="en-US" altLang="ja-JP" sz="1400" dirty="0"/>
              <a:t>1</a:t>
            </a:r>
            <a:r>
              <a:rPr lang="ja-JP" altLang="en-US" sz="1400" dirty="0"/>
              <a:t>か月間の上限：</a:t>
            </a:r>
            <a:r>
              <a:rPr lang="en-US" altLang="ja-JP" sz="1400" dirty="0"/>
              <a:t>300kwh</a:t>
            </a:r>
            <a:r>
              <a:rPr lang="ja-JP" altLang="en-US" sz="1400" dirty="0"/>
              <a:t>の場合、</a:t>
            </a:r>
            <a:r>
              <a:rPr lang="en-US" altLang="ja-JP" sz="1400" dirty="0"/>
              <a:t> 1</a:t>
            </a:r>
            <a:r>
              <a:rPr lang="ja-JP" altLang="en-US" sz="1400" dirty="0"/>
              <a:t>年間の上限：</a:t>
            </a:r>
            <a:r>
              <a:rPr lang="en-US" altLang="ja-JP" sz="1400" dirty="0"/>
              <a:t>3000kwh</a:t>
            </a:r>
            <a:r>
              <a:rPr lang="ja-JP" altLang="en-US" sz="1400" dirty="0"/>
              <a:t>の場合</a:t>
            </a:r>
            <a:endParaRPr lang="en-US" altLang="ja-JP" sz="1400" dirty="0"/>
          </a:p>
        </p:txBody>
      </p:sp>
      <p:sp>
        <p:nvSpPr>
          <p:cNvPr id="5" name="正方形/長方形 4">
            <a:extLst>
              <a:ext uri="{FF2B5EF4-FFF2-40B4-BE49-F238E27FC236}">
                <a16:creationId xmlns:a16="http://schemas.microsoft.com/office/drawing/2014/main" id="{9E7E6784-6E24-00FB-4138-D4FCFCDB19EF}"/>
              </a:ext>
            </a:extLst>
          </p:cNvPr>
          <p:cNvSpPr/>
          <p:nvPr/>
        </p:nvSpPr>
        <p:spPr>
          <a:xfrm>
            <a:off x="7870004" y="1500027"/>
            <a:ext cx="1873841" cy="6780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文章要修正</a:t>
            </a:r>
          </a:p>
        </p:txBody>
      </p:sp>
      <p:cxnSp>
        <p:nvCxnSpPr>
          <p:cNvPr id="17" name="直線矢印コネクタ 16">
            <a:extLst>
              <a:ext uri="{FF2B5EF4-FFF2-40B4-BE49-F238E27FC236}">
                <a16:creationId xmlns:a16="http://schemas.microsoft.com/office/drawing/2014/main" id="{F296788A-BF8B-01E2-5F6C-E0A03E255AD1}"/>
              </a:ext>
            </a:extLst>
          </p:cNvPr>
          <p:cNvCxnSpPr>
            <a:cxnSpLocks/>
          </p:cNvCxnSpPr>
          <p:nvPr/>
        </p:nvCxnSpPr>
        <p:spPr>
          <a:xfrm flipH="1">
            <a:off x="10408451" y="4259578"/>
            <a:ext cx="351503" cy="0"/>
          </a:xfrm>
          <a:prstGeom prst="straightConnector1">
            <a:avLst/>
          </a:prstGeom>
          <a:ln w="4762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EB622518-EE87-B9A5-7B83-8766AE0CD5B0}"/>
              </a:ext>
            </a:extLst>
          </p:cNvPr>
          <p:cNvSpPr txBox="1"/>
          <p:nvPr/>
        </p:nvSpPr>
        <p:spPr>
          <a:xfrm>
            <a:off x="10684527" y="4121078"/>
            <a:ext cx="1620000" cy="461665"/>
          </a:xfrm>
          <a:prstGeom prst="rect">
            <a:avLst/>
          </a:prstGeom>
          <a:noFill/>
        </p:spPr>
        <p:txBody>
          <a:bodyPr wrap="square" rtlCol="0">
            <a:spAutoFit/>
          </a:bodyPr>
          <a:lstStyle/>
          <a:p>
            <a:r>
              <a:rPr lang="en-US" altLang="ja-JP" sz="1200" dirty="0"/>
              <a:t>1</a:t>
            </a:r>
            <a:r>
              <a:rPr lang="ja-JP" altLang="en-US" sz="1200" dirty="0"/>
              <a:t>年間の</a:t>
            </a:r>
            <a:r>
              <a:rPr kumimoji="1" lang="ja-JP" altLang="en-US" sz="1200" dirty="0"/>
              <a:t>上限</a:t>
            </a:r>
            <a:r>
              <a:rPr kumimoji="1" lang="en-US" altLang="ja-JP" sz="1200" dirty="0"/>
              <a:t>3000kwh</a:t>
            </a:r>
            <a:r>
              <a:rPr kumimoji="1" lang="ja-JP" altLang="en-US" sz="1200" dirty="0"/>
              <a:t>に到達</a:t>
            </a:r>
          </a:p>
        </p:txBody>
      </p:sp>
    </p:spTree>
    <p:extLst>
      <p:ext uri="{BB962C8B-B14F-4D97-AF65-F5344CB8AC3E}">
        <p14:creationId xmlns:p14="http://schemas.microsoft.com/office/powerpoint/2010/main" val="37770976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41877F-4F66-8039-3A97-2BB1875594EF}"/>
              </a:ext>
            </a:extLst>
          </p:cNvPr>
          <p:cNvSpPr>
            <a:spLocks noGrp="1"/>
          </p:cNvSpPr>
          <p:nvPr>
            <p:ph type="title"/>
          </p:nvPr>
        </p:nvSpPr>
        <p:spPr/>
        <p:txBody>
          <a:bodyPr/>
          <a:lstStyle/>
          <a:p>
            <a:r>
              <a:rPr kumimoji="1" lang="ja-JP" altLang="en-US" dirty="0"/>
              <a:t>最終的なオプション価値の算定</a:t>
            </a:r>
          </a:p>
        </p:txBody>
      </p:sp>
      <p:sp>
        <p:nvSpPr>
          <p:cNvPr id="3" name="コンテンツ プレースホルダー 2">
            <a:extLst>
              <a:ext uri="{FF2B5EF4-FFF2-40B4-BE49-F238E27FC236}">
                <a16:creationId xmlns:a16="http://schemas.microsoft.com/office/drawing/2014/main" id="{07DFD5E3-0A80-C20A-B9EE-4B9F226DD9C4}"/>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1475080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9F133F-96A5-6764-DACC-31CCEE7C2F2C}"/>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2AD0A5DD-2581-4C73-B523-AD8EEEEC0D18}"/>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39777385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C3800A-6958-3AE8-9BFB-DA568A77CF72}"/>
              </a:ext>
            </a:extLst>
          </p:cNvPr>
          <p:cNvSpPr>
            <a:spLocks noGrp="1"/>
          </p:cNvSpPr>
          <p:nvPr>
            <p:ph type="title"/>
          </p:nvPr>
        </p:nvSpPr>
        <p:spPr/>
        <p:txBody>
          <a:bodyPr/>
          <a:lstStyle/>
          <a:p>
            <a:endParaRPr kumimoji="1" lang="ja-JP" altLang="en-US"/>
          </a:p>
        </p:txBody>
      </p:sp>
      <p:grpSp>
        <p:nvGrpSpPr>
          <p:cNvPr id="154" name="グループ化 153">
            <a:extLst>
              <a:ext uri="{FF2B5EF4-FFF2-40B4-BE49-F238E27FC236}">
                <a16:creationId xmlns:a16="http://schemas.microsoft.com/office/drawing/2014/main" id="{000166DA-927B-ACE8-ECBA-9BBEFCCBE97A}"/>
              </a:ext>
            </a:extLst>
          </p:cNvPr>
          <p:cNvGrpSpPr/>
          <p:nvPr/>
        </p:nvGrpSpPr>
        <p:grpSpPr>
          <a:xfrm>
            <a:off x="481477" y="2696430"/>
            <a:ext cx="8738724" cy="3717070"/>
            <a:chOff x="329077" y="2544030"/>
            <a:chExt cx="8738724" cy="3717070"/>
          </a:xfrm>
        </p:grpSpPr>
        <p:sp>
          <p:nvSpPr>
            <p:cNvPr id="155" name="正方形/長方形 154">
              <a:extLst>
                <a:ext uri="{FF2B5EF4-FFF2-40B4-BE49-F238E27FC236}">
                  <a16:creationId xmlns:a16="http://schemas.microsoft.com/office/drawing/2014/main" id="{D1815261-E101-9953-948E-34DFDA518E7A}"/>
                </a:ext>
              </a:extLst>
            </p:cNvPr>
            <p:cNvSpPr/>
            <p:nvPr/>
          </p:nvSpPr>
          <p:spPr>
            <a:xfrm>
              <a:off x="329077" y="2546350"/>
              <a:ext cx="8738724" cy="3714750"/>
            </a:xfrm>
            <a:prstGeom prst="rect">
              <a:avLst/>
            </a:prstGeom>
            <a:solidFill>
              <a:schemeClr val="tx2">
                <a:lumMod val="10000"/>
                <a:lumOff val="90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56" name="グループ化 155">
              <a:extLst>
                <a:ext uri="{FF2B5EF4-FFF2-40B4-BE49-F238E27FC236}">
                  <a16:creationId xmlns:a16="http://schemas.microsoft.com/office/drawing/2014/main" id="{37AF27B6-3035-AF80-3098-121C8ADC0A52}"/>
                </a:ext>
              </a:extLst>
            </p:cNvPr>
            <p:cNvGrpSpPr/>
            <p:nvPr/>
          </p:nvGrpSpPr>
          <p:grpSpPr>
            <a:xfrm>
              <a:off x="788341" y="2653271"/>
              <a:ext cx="5231459" cy="3541154"/>
              <a:chOff x="788341" y="2653271"/>
              <a:chExt cx="5231459" cy="3541154"/>
            </a:xfrm>
          </p:grpSpPr>
          <p:sp>
            <p:nvSpPr>
              <p:cNvPr id="158" name="正方形/長方形 157">
                <a:extLst>
                  <a:ext uri="{FF2B5EF4-FFF2-40B4-BE49-F238E27FC236}">
                    <a16:creationId xmlns:a16="http://schemas.microsoft.com/office/drawing/2014/main" id="{A78E9D90-6E21-9DA8-16DA-730C03C676F0}"/>
                  </a:ext>
                </a:extLst>
              </p:cNvPr>
              <p:cNvSpPr/>
              <p:nvPr/>
            </p:nvSpPr>
            <p:spPr>
              <a:xfrm>
                <a:off x="914400" y="4843792"/>
                <a:ext cx="5105400" cy="1350633"/>
              </a:xfrm>
              <a:prstGeom prst="rect">
                <a:avLst/>
              </a:prstGeom>
              <a:solidFill>
                <a:schemeClr val="bg1">
                  <a:lumMod val="9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59" name="正方形/長方形 158">
                <a:extLst>
                  <a:ext uri="{FF2B5EF4-FFF2-40B4-BE49-F238E27FC236}">
                    <a16:creationId xmlns:a16="http://schemas.microsoft.com/office/drawing/2014/main" id="{B939D24A-F2AE-E8C2-CEF0-1236E60279E5}"/>
                  </a:ext>
                </a:extLst>
              </p:cNvPr>
              <p:cNvSpPr/>
              <p:nvPr/>
            </p:nvSpPr>
            <p:spPr>
              <a:xfrm>
                <a:off x="2140890" y="3988017"/>
                <a:ext cx="2799156" cy="603044"/>
              </a:xfrm>
              <a:prstGeom prst="rect">
                <a:avLst/>
              </a:prstGeom>
              <a:solidFill>
                <a:schemeClr val="bg1">
                  <a:lumMod val="9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60" name="直線コネクタ 159">
                <a:extLst>
                  <a:ext uri="{FF2B5EF4-FFF2-40B4-BE49-F238E27FC236}">
                    <a16:creationId xmlns:a16="http://schemas.microsoft.com/office/drawing/2014/main" id="{623C6188-4C7E-9732-5EEC-0A12A3848850}"/>
                  </a:ext>
                </a:extLst>
              </p:cNvPr>
              <p:cNvCxnSpPr>
                <a:cxnSpLocks/>
                <a:endCxn id="164" idx="2"/>
              </p:cNvCxnSpPr>
              <p:nvPr/>
            </p:nvCxnSpPr>
            <p:spPr>
              <a:xfrm flipV="1">
                <a:off x="2713864" y="4110793"/>
                <a:ext cx="354448" cy="147775"/>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161" name="直線コネクタ 160">
                <a:extLst>
                  <a:ext uri="{FF2B5EF4-FFF2-40B4-BE49-F238E27FC236}">
                    <a16:creationId xmlns:a16="http://schemas.microsoft.com/office/drawing/2014/main" id="{D39748E1-E9A5-D340-5171-86FF40940153}"/>
                  </a:ext>
                </a:extLst>
              </p:cNvPr>
              <p:cNvCxnSpPr>
                <a:cxnSpLocks/>
                <a:stCxn id="164" idx="6"/>
                <a:endCxn id="165" idx="2"/>
              </p:cNvCxnSpPr>
              <p:nvPr/>
            </p:nvCxnSpPr>
            <p:spPr>
              <a:xfrm>
                <a:off x="3138884" y="4110793"/>
                <a:ext cx="345552" cy="210044"/>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162" name="直線コネクタ 161">
                <a:extLst>
                  <a:ext uri="{FF2B5EF4-FFF2-40B4-BE49-F238E27FC236}">
                    <a16:creationId xmlns:a16="http://schemas.microsoft.com/office/drawing/2014/main" id="{5F3479B4-21CE-9DC6-B23E-CEECA0E709A3}"/>
                  </a:ext>
                </a:extLst>
              </p:cNvPr>
              <p:cNvCxnSpPr>
                <a:cxnSpLocks/>
                <a:stCxn id="165" idx="6"/>
              </p:cNvCxnSpPr>
              <p:nvPr/>
            </p:nvCxnSpPr>
            <p:spPr>
              <a:xfrm flipV="1">
                <a:off x="3555009" y="4224458"/>
                <a:ext cx="331438" cy="96379"/>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163" name="直線コネクタ 162">
                <a:extLst>
                  <a:ext uri="{FF2B5EF4-FFF2-40B4-BE49-F238E27FC236}">
                    <a16:creationId xmlns:a16="http://schemas.microsoft.com/office/drawing/2014/main" id="{FA8CC32D-D449-87D4-DC8E-8D658804E017}"/>
                  </a:ext>
                </a:extLst>
              </p:cNvPr>
              <p:cNvCxnSpPr>
                <a:cxnSpLocks/>
              </p:cNvCxnSpPr>
              <p:nvPr/>
            </p:nvCxnSpPr>
            <p:spPr>
              <a:xfrm>
                <a:off x="3936350" y="4224458"/>
                <a:ext cx="352108" cy="172661"/>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164" name="楕円 163">
                <a:extLst>
                  <a:ext uri="{FF2B5EF4-FFF2-40B4-BE49-F238E27FC236}">
                    <a16:creationId xmlns:a16="http://schemas.microsoft.com/office/drawing/2014/main" id="{B3F7B8FB-69C1-4072-5658-5A5A4C658F1C}"/>
                  </a:ext>
                </a:extLst>
              </p:cNvPr>
              <p:cNvSpPr/>
              <p:nvPr/>
            </p:nvSpPr>
            <p:spPr>
              <a:xfrm>
                <a:off x="3068312" y="4075507"/>
                <a:ext cx="70572" cy="7057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65" name="楕円 164">
                <a:extLst>
                  <a:ext uri="{FF2B5EF4-FFF2-40B4-BE49-F238E27FC236}">
                    <a16:creationId xmlns:a16="http://schemas.microsoft.com/office/drawing/2014/main" id="{CDB016C9-1D71-5516-B5EB-C967F80DB14E}"/>
                  </a:ext>
                </a:extLst>
              </p:cNvPr>
              <p:cNvSpPr/>
              <p:nvPr/>
            </p:nvSpPr>
            <p:spPr>
              <a:xfrm>
                <a:off x="3484437" y="4285551"/>
                <a:ext cx="70572" cy="7057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66" name="楕円 165">
                <a:extLst>
                  <a:ext uri="{FF2B5EF4-FFF2-40B4-BE49-F238E27FC236}">
                    <a16:creationId xmlns:a16="http://schemas.microsoft.com/office/drawing/2014/main" id="{FE33CC27-AF29-AD2B-79BA-89DC3EC9D707}"/>
                  </a:ext>
                </a:extLst>
              </p:cNvPr>
              <p:cNvSpPr/>
              <p:nvPr/>
            </p:nvSpPr>
            <p:spPr>
              <a:xfrm>
                <a:off x="3876113" y="4184681"/>
                <a:ext cx="70572" cy="7057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67" name="楕円 166">
                <a:extLst>
                  <a:ext uri="{FF2B5EF4-FFF2-40B4-BE49-F238E27FC236}">
                    <a16:creationId xmlns:a16="http://schemas.microsoft.com/office/drawing/2014/main" id="{D41D462C-2213-A0AA-C7CC-A41780F16B5B}"/>
                  </a:ext>
                </a:extLst>
              </p:cNvPr>
              <p:cNvSpPr/>
              <p:nvPr/>
            </p:nvSpPr>
            <p:spPr>
              <a:xfrm>
                <a:off x="4278123" y="4371638"/>
                <a:ext cx="70572" cy="7057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68" name="直線コネクタ 167">
                <a:extLst>
                  <a:ext uri="{FF2B5EF4-FFF2-40B4-BE49-F238E27FC236}">
                    <a16:creationId xmlns:a16="http://schemas.microsoft.com/office/drawing/2014/main" id="{01F5B8C3-8023-C1EF-1CA8-8D88AAA49014}"/>
                  </a:ext>
                </a:extLst>
              </p:cNvPr>
              <p:cNvCxnSpPr>
                <a:cxnSpLocks/>
                <a:stCxn id="167" idx="6"/>
              </p:cNvCxnSpPr>
              <p:nvPr/>
            </p:nvCxnSpPr>
            <p:spPr>
              <a:xfrm flipV="1">
                <a:off x="4348695" y="4371638"/>
                <a:ext cx="176682" cy="35286"/>
              </a:xfrm>
              <a:prstGeom prst="line">
                <a:avLst/>
              </a:prstGeom>
              <a:ln w="12700">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169" name="正方形/長方形 168">
                <a:extLst>
                  <a:ext uri="{FF2B5EF4-FFF2-40B4-BE49-F238E27FC236}">
                    <a16:creationId xmlns:a16="http://schemas.microsoft.com/office/drawing/2014/main" id="{B8D12F86-BA32-E300-ECDA-282B34C0D0CD}"/>
                  </a:ext>
                </a:extLst>
              </p:cNvPr>
              <p:cNvSpPr/>
              <p:nvPr/>
            </p:nvSpPr>
            <p:spPr>
              <a:xfrm>
                <a:off x="1062934" y="5063143"/>
                <a:ext cx="1100259" cy="6001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70" name="正方形/長方形 169">
                <a:extLst>
                  <a:ext uri="{FF2B5EF4-FFF2-40B4-BE49-F238E27FC236}">
                    <a16:creationId xmlns:a16="http://schemas.microsoft.com/office/drawing/2014/main" id="{E65A1E9C-E99B-F4EA-33DC-97B9B5034F31}"/>
                  </a:ext>
                </a:extLst>
              </p:cNvPr>
              <p:cNvSpPr/>
              <p:nvPr/>
            </p:nvSpPr>
            <p:spPr>
              <a:xfrm>
                <a:off x="2286788" y="5445625"/>
                <a:ext cx="1100259" cy="6001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71" name="正方形/長方形 170">
                <a:extLst>
                  <a:ext uri="{FF2B5EF4-FFF2-40B4-BE49-F238E27FC236}">
                    <a16:creationId xmlns:a16="http://schemas.microsoft.com/office/drawing/2014/main" id="{09C2AF32-5D72-D340-D1B9-D7FBB9D00F4A}"/>
                  </a:ext>
                </a:extLst>
              </p:cNvPr>
              <p:cNvSpPr/>
              <p:nvPr/>
            </p:nvSpPr>
            <p:spPr>
              <a:xfrm>
                <a:off x="3522498" y="5145555"/>
                <a:ext cx="1100259" cy="6001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72" name="正方形/長方形 171">
                <a:extLst>
                  <a:ext uri="{FF2B5EF4-FFF2-40B4-BE49-F238E27FC236}">
                    <a16:creationId xmlns:a16="http://schemas.microsoft.com/office/drawing/2014/main" id="{43203143-48E5-24AA-4826-D3F0CFE904E8}"/>
                  </a:ext>
                </a:extLst>
              </p:cNvPr>
              <p:cNvSpPr/>
              <p:nvPr/>
            </p:nvSpPr>
            <p:spPr>
              <a:xfrm>
                <a:off x="4754669" y="5561791"/>
                <a:ext cx="1100259" cy="6001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73" name="直線矢印コネクタ 172">
                <a:extLst>
                  <a:ext uri="{FF2B5EF4-FFF2-40B4-BE49-F238E27FC236}">
                    <a16:creationId xmlns:a16="http://schemas.microsoft.com/office/drawing/2014/main" id="{C92EE160-6DFA-3886-3F1F-C60FE7757283}"/>
                  </a:ext>
                </a:extLst>
              </p:cNvPr>
              <p:cNvCxnSpPr>
                <a:cxnSpLocks/>
                <a:stCxn id="164" idx="3"/>
                <a:endCxn id="175" idx="6"/>
              </p:cNvCxnSpPr>
              <p:nvPr/>
            </p:nvCxnSpPr>
            <p:spPr>
              <a:xfrm flipH="1">
                <a:off x="1177412" y="4135744"/>
                <a:ext cx="1901236" cy="1119011"/>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174" name="フリーフォーム: 図形 173">
                <a:extLst>
                  <a:ext uri="{FF2B5EF4-FFF2-40B4-BE49-F238E27FC236}">
                    <a16:creationId xmlns:a16="http://schemas.microsoft.com/office/drawing/2014/main" id="{AA214685-24E7-94A4-7248-EF9349CB9172}"/>
                  </a:ext>
                </a:extLst>
              </p:cNvPr>
              <p:cNvSpPr/>
              <p:nvPr/>
            </p:nvSpPr>
            <p:spPr>
              <a:xfrm>
                <a:off x="1148546" y="5178205"/>
                <a:ext cx="910381" cy="292204"/>
              </a:xfrm>
              <a:custGeom>
                <a:avLst/>
                <a:gdLst>
                  <a:gd name="csX0" fmla="*/ 0 w 819150"/>
                  <a:gd name="csY0" fmla="*/ 57931 h 262922"/>
                  <a:gd name="csX1" fmla="*/ 139700 w 819150"/>
                  <a:gd name="csY1" fmla="*/ 229381 h 262922"/>
                  <a:gd name="csX2" fmla="*/ 355600 w 819150"/>
                  <a:gd name="csY2" fmla="*/ 242081 h 262922"/>
                  <a:gd name="csX3" fmla="*/ 520700 w 819150"/>
                  <a:gd name="csY3" fmla="*/ 781 h 262922"/>
                  <a:gd name="csX4" fmla="*/ 819150 w 819150"/>
                  <a:gd name="csY4" fmla="*/ 159531 h 262922"/>
                  <a:gd name="csX5" fmla="*/ 819150 w 819150"/>
                  <a:gd name="csY5" fmla="*/ 159531 h 262922"/>
                </a:gdLst>
                <a:ahLst/>
                <a:cxnLst>
                  <a:cxn ang="0">
                    <a:pos x="csX0" y="csY0"/>
                  </a:cxn>
                  <a:cxn ang="0">
                    <a:pos x="csX1" y="csY1"/>
                  </a:cxn>
                  <a:cxn ang="0">
                    <a:pos x="csX2" y="csY2"/>
                  </a:cxn>
                  <a:cxn ang="0">
                    <a:pos x="csX3" y="csY3"/>
                  </a:cxn>
                  <a:cxn ang="0">
                    <a:pos x="csX4" y="csY4"/>
                  </a:cxn>
                  <a:cxn ang="0">
                    <a:pos x="csX5" y="csY5"/>
                  </a:cxn>
                </a:cxnLst>
                <a:rect l="l" t="t" r="r" b="b"/>
                <a:pathLst>
                  <a:path w="819150" h="262922">
                    <a:moveTo>
                      <a:pt x="0" y="57931"/>
                    </a:moveTo>
                    <a:cubicBezTo>
                      <a:pt x="40216" y="128310"/>
                      <a:pt x="80433" y="198689"/>
                      <a:pt x="139700" y="229381"/>
                    </a:cubicBezTo>
                    <a:cubicBezTo>
                      <a:pt x="198967" y="260073"/>
                      <a:pt x="292100" y="280181"/>
                      <a:pt x="355600" y="242081"/>
                    </a:cubicBezTo>
                    <a:cubicBezTo>
                      <a:pt x="419100" y="203981"/>
                      <a:pt x="443442" y="14539"/>
                      <a:pt x="520700" y="781"/>
                    </a:cubicBezTo>
                    <a:cubicBezTo>
                      <a:pt x="597958" y="-12977"/>
                      <a:pt x="819150" y="159531"/>
                      <a:pt x="819150" y="159531"/>
                    </a:cubicBezTo>
                    <a:lnTo>
                      <a:pt x="819150" y="159531"/>
                    </a:lnTo>
                  </a:path>
                </a:pathLst>
              </a:custGeom>
              <a:noFill/>
              <a:ln w="9525">
                <a:prstDash val="sysDot"/>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75" name="楕円 174">
                <a:extLst>
                  <a:ext uri="{FF2B5EF4-FFF2-40B4-BE49-F238E27FC236}">
                    <a16:creationId xmlns:a16="http://schemas.microsoft.com/office/drawing/2014/main" id="{49E43778-13C5-B085-5F27-5A32CB6C9A62}"/>
                  </a:ext>
                </a:extLst>
              </p:cNvPr>
              <p:cNvSpPr/>
              <p:nvPr/>
            </p:nvSpPr>
            <p:spPr>
              <a:xfrm>
                <a:off x="1145404" y="5238751"/>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76" name="楕円 175">
                <a:extLst>
                  <a:ext uri="{FF2B5EF4-FFF2-40B4-BE49-F238E27FC236}">
                    <a16:creationId xmlns:a16="http://schemas.microsoft.com/office/drawing/2014/main" id="{4A0A9EB5-8D3D-B1DF-D4DB-ECDDDD3E2AC2}"/>
                  </a:ext>
                </a:extLst>
              </p:cNvPr>
              <p:cNvSpPr/>
              <p:nvPr/>
            </p:nvSpPr>
            <p:spPr>
              <a:xfrm>
                <a:off x="1177163" y="5294328"/>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77" name="楕円 176">
                <a:extLst>
                  <a:ext uri="{FF2B5EF4-FFF2-40B4-BE49-F238E27FC236}">
                    <a16:creationId xmlns:a16="http://schemas.microsoft.com/office/drawing/2014/main" id="{5575617D-BCFF-A8E5-9FCE-1E856D36D8B6}"/>
                  </a:ext>
                </a:extLst>
              </p:cNvPr>
              <p:cNvSpPr/>
              <p:nvPr/>
            </p:nvSpPr>
            <p:spPr>
              <a:xfrm>
                <a:off x="1216860" y="5347260"/>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78" name="楕円 177">
                <a:extLst>
                  <a:ext uri="{FF2B5EF4-FFF2-40B4-BE49-F238E27FC236}">
                    <a16:creationId xmlns:a16="http://schemas.microsoft.com/office/drawing/2014/main" id="{B0BED45D-F2B3-BA21-BE98-0DB88C0C8465}"/>
                  </a:ext>
                </a:extLst>
              </p:cNvPr>
              <p:cNvSpPr/>
              <p:nvPr/>
            </p:nvSpPr>
            <p:spPr>
              <a:xfrm>
                <a:off x="1252146" y="5397543"/>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79" name="楕円 178">
                <a:extLst>
                  <a:ext uri="{FF2B5EF4-FFF2-40B4-BE49-F238E27FC236}">
                    <a16:creationId xmlns:a16="http://schemas.microsoft.com/office/drawing/2014/main" id="{79EF754A-D224-07F9-D048-B24BD37CF3AD}"/>
                  </a:ext>
                </a:extLst>
              </p:cNvPr>
              <p:cNvSpPr/>
              <p:nvPr/>
            </p:nvSpPr>
            <p:spPr>
              <a:xfrm>
                <a:off x="1312132" y="5426658"/>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80" name="直線矢印コネクタ 179">
                <a:extLst>
                  <a:ext uri="{FF2B5EF4-FFF2-40B4-BE49-F238E27FC236}">
                    <a16:creationId xmlns:a16="http://schemas.microsoft.com/office/drawing/2014/main" id="{CE1CAC75-472C-40D9-C78C-AF650D3968DD}"/>
                  </a:ext>
                </a:extLst>
              </p:cNvPr>
              <p:cNvCxnSpPr>
                <a:cxnSpLocks/>
                <a:stCxn id="164" idx="3"/>
                <a:endCxn id="176" idx="0"/>
              </p:cNvCxnSpPr>
              <p:nvPr/>
            </p:nvCxnSpPr>
            <p:spPr>
              <a:xfrm flipH="1">
                <a:off x="1193167" y="4135744"/>
                <a:ext cx="1885480" cy="1158584"/>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181" name="楕円 180">
                <a:extLst>
                  <a:ext uri="{FF2B5EF4-FFF2-40B4-BE49-F238E27FC236}">
                    <a16:creationId xmlns:a16="http://schemas.microsoft.com/office/drawing/2014/main" id="{D905E0EC-6AE6-ACBF-34A7-19CE0DC12CDF}"/>
                  </a:ext>
                </a:extLst>
              </p:cNvPr>
              <p:cNvSpPr/>
              <p:nvPr/>
            </p:nvSpPr>
            <p:spPr>
              <a:xfrm>
                <a:off x="2029324" y="5334033"/>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82" name="直線矢印コネクタ 181">
                <a:extLst>
                  <a:ext uri="{FF2B5EF4-FFF2-40B4-BE49-F238E27FC236}">
                    <a16:creationId xmlns:a16="http://schemas.microsoft.com/office/drawing/2014/main" id="{096C28C2-CDAF-DA68-D4A9-E50D7BBAEB1B}"/>
                  </a:ext>
                </a:extLst>
              </p:cNvPr>
              <p:cNvCxnSpPr>
                <a:cxnSpLocks/>
                <a:stCxn id="164" idx="3"/>
                <a:endCxn id="181" idx="0"/>
              </p:cNvCxnSpPr>
              <p:nvPr/>
            </p:nvCxnSpPr>
            <p:spPr>
              <a:xfrm flipH="1">
                <a:off x="2045328" y="4135744"/>
                <a:ext cx="1033319" cy="1198289"/>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183" name="正方形/長方形 182">
                <a:extLst>
                  <a:ext uri="{FF2B5EF4-FFF2-40B4-BE49-F238E27FC236}">
                    <a16:creationId xmlns:a16="http://schemas.microsoft.com/office/drawing/2014/main" id="{6AE6DB11-84E2-05C6-63DB-551A0A79CBA9}"/>
                  </a:ext>
                </a:extLst>
              </p:cNvPr>
              <p:cNvSpPr/>
              <p:nvPr/>
            </p:nvSpPr>
            <p:spPr>
              <a:xfrm>
                <a:off x="2135394" y="2730176"/>
                <a:ext cx="2810146" cy="1018630"/>
              </a:xfrm>
              <a:prstGeom prst="rect">
                <a:avLst/>
              </a:prstGeom>
              <a:solidFill>
                <a:schemeClr val="bg1">
                  <a:lumMod val="9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p>
            </p:txBody>
          </p:sp>
          <p:cxnSp>
            <p:nvCxnSpPr>
              <p:cNvPr id="184" name="直線コネクタ 183">
                <a:extLst>
                  <a:ext uri="{FF2B5EF4-FFF2-40B4-BE49-F238E27FC236}">
                    <a16:creationId xmlns:a16="http://schemas.microsoft.com/office/drawing/2014/main" id="{E26E2E29-E42D-A5E3-DEB5-44A8007EE889}"/>
                  </a:ext>
                </a:extLst>
              </p:cNvPr>
              <p:cNvCxnSpPr>
                <a:cxnSpLocks/>
                <a:endCxn id="188" idx="3"/>
              </p:cNvCxnSpPr>
              <p:nvPr/>
            </p:nvCxnSpPr>
            <p:spPr>
              <a:xfrm flipV="1">
                <a:off x="2713864" y="2829125"/>
                <a:ext cx="375117" cy="426641"/>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cxnSp>
            <p:nvCxnSpPr>
              <p:cNvPr id="185" name="直線コネクタ 184">
                <a:extLst>
                  <a:ext uri="{FF2B5EF4-FFF2-40B4-BE49-F238E27FC236}">
                    <a16:creationId xmlns:a16="http://schemas.microsoft.com/office/drawing/2014/main" id="{379ECCCE-DDBF-95B3-36D3-76E06EE1700C}"/>
                  </a:ext>
                </a:extLst>
              </p:cNvPr>
              <p:cNvCxnSpPr>
                <a:cxnSpLocks/>
                <a:stCxn id="192" idx="5"/>
                <a:endCxn id="186" idx="1"/>
              </p:cNvCxnSpPr>
              <p:nvPr/>
            </p:nvCxnSpPr>
            <p:spPr>
              <a:xfrm>
                <a:off x="3936350" y="3157286"/>
                <a:ext cx="352108" cy="44858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186" name="楕円 185">
                <a:extLst>
                  <a:ext uri="{FF2B5EF4-FFF2-40B4-BE49-F238E27FC236}">
                    <a16:creationId xmlns:a16="http://schemas.microsoft.com/office/drawing/2014/main" id="{6DCBF499-8E29-897A-27F5-E36CE85C71D3}"/>
                  </a:ext>
                </a:extLst>
              </p:cNvPr>
              <p:cNvSpPr/>
              <p:nvPr/>
            </p:nvSpPr>
            <p:spPr>
              <a:xfrm>
                <a:off x="4278123" y="3595539"/>
                <a:ext cx="70572" cy="705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87" name="直線コネクタ 186">
                <a:extLst>
                  <a:ext uri="{FF2B5EF4-FFF2-40B4-BE49-F238E27FC236}">
                    <a16:creationId xmlns:a16="http://schemas.microsoft.com/office/drawing/2014/main" id="{AE1324CD-2C37-BFD8-65AA-F756D1171F3C}"/>
                  </a:ext>
                </a:extLst>
              </p:cNvPr>
              <p:cNvCxnSpPr>
                <a:cxnSpLocks/>
                <a:stCxn id="186" idx="6"/>
              </p:cNvCxnSpPr>
              <p:nvPr/>
            </p:nvCxnSpPr>
            <p:spPr>
              <a:xfrm flipV="1">
                <a:off x="4348695" y="3513398"/>
                <a:ext cx="271954" cy="11742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188" name="楕円 187">
                <a:extLst>
                  <a:ext uri="{FF2B5EF4-FFF2-40B4-BE49-F238E27FC236}">
                    <a16:creationId xmlns:a16="http://schemas.microsoft.com/office/drawing/2014/main" id="{B66A7033-007F-2AE9-9C7B-29F8148F65CB}"/>
                  </a:ext>
                </a:extLst>
              </p:cNvPr>
              <p:cNvSpPr/>
              <p:nvPr/>
            </p:nvSpPr>
            <p:spPr>
              <a:xfrm>
                <a:off x="3078647" y="2768888"/>
                <a:ext cx="70572" cy="705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89" name="直線コネクタ 188">
                <a:extLst>
                  <a:ext uri="{FF2B5EF4-FFF2-40B4-BE49-F238E27FC236}">
                    <a16:creationId xmlns:a16="http://schemas.microsoft.com/office/drawing/2014/main" id="{013E5A63-597B-8BA5-B8D5-3CEE76CA2A67}"/>
                  </a:ext>
                </a:extLst>
              </p:cNvPr>
              <p:cNvCxnSpPr>
                <a:cxnSpLocks/>
                <a:stCxn id="188" idx="5"/>
                <a:endCxn id="191" idx="1"/>
              </p:cNvCxnSpPr>
              <p:nvPr/>
            </p:nvCxnSpPr>
            <p:spPr>
              <a:xfrm>
                <a:off x="3138884" y="2829125"/>
                <a:ext cx="355887" cy="60641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cxnSp>
            <p:nvCxnSpPr>
              <p:cNvPr id="190" name="直線コネクタ 189">
                <a:extLst>
                  <a:ext uri="{FF2B5EF4-FFF2-40B4-BE49-F238E27FC236}">
                    <a16:creationId xmlns:a16="http://schemas.microsoft.com/office/drawing/2014/main" id="{D2E09419-403E-9677-10F6-AD02CF455E26}"/>
                  </a:ext>
                </a:extLst>
              </p:cNvPr>
              <p:cNvCxnSpPr>
                <a:cxnSpLocks/>
                <a:stCxn id="191" idx="7"/>
                <a:endCxn id="192" idx="3"/>
              </p:cNvCxnSpPr>
              <p:nvPr/>
            </p:nvCxnSpPr>
            <p:spPr>
              <a:xfrm flipV="1">
                <a:off x="3544675" y="3157286"/>
                <a:ext cx="341773" cy="278258"/>
              </a:xfrm>
              <a:prstGeom prst="line">
                <a:avLst/>
              </a:prstGeom>
              <a:ln w="12700">
                <a:prstDash val="sysDot"/>
              </a:ln>
            </p:spPr>
            <p:style>
              <a:lnRef idx="2">
                <a:schemeClr val="accent1"/>
              </a:lnRef>
              <a:fillRef idx="0">
                <a:schemeClr val="accent1"/>
              </a:fillRef>
              <a:effectRef idx="1">
                <a:schemeClr val="accent1"/>
              </a:effectRef>
              <a:fontRef idx="minor">
                <a:schemeClr val="tx1"/>
              </a:fontRef>
            </p:style>
          </p:cxnSp>
          <p:sp>
            <p:nvSpPr>
              <p:cNvPr id="191" name="楕円 190">
                <a:extLst>
                  <a:ext uri="{FF2B5EF4-FFF2-40B4-BE49-F238E27FC236}">
                    <a16:creationId xmlns:a16="http://schemas.microsoft.com/office/drawing/2014/main" id="{4B15F99F-4B64-5E78-06EC-D924B46F8A64}"/>
                  </a:ext>
                </a:extLst>
              </p:cNvPr>
              <p:cNvSpPr/>
              <p:nvPr/>
            </p:nvSpPr>
            <p:spPr>
              <a:xfrm>
                <a:off x="3484437" y="3425209"/>
                <a:ext cx="70572" cy="705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92" name="楕円 191">
                <a:extLst>
                  <a:ext uri="{FF2B5EF4-FFF2-40B4-BE49-F238E27FC236}">
                    <a16:creationId xmlns:a16="http://schemas.microsoft.com/office/drawing/2014/main" id="{1B07DCFB-99CD-AFAF-1B5F-82836BC605EC}"/>
                  </a:ext>
                </a:extLst>
              </p:cNvPr>
              <p:cNvSpPr/>
              <p:nvPr/>
            </p:nvSpPr>
            <p:spPr>
              <a:xfrm>
                <a:off x="3876113" y="3097048"/>
                <a:ext cx="70572" cy="705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93" name="フリーフォーム: 図形 192">
                <a:extLst>
                  <a:ext uri="{FF2B5EF4-FFF2-40B4-BE49-F238E27FC236}">
                    <a16:creationId xmlns:a16="http://schemas.microsoft.com/office/drawing/2014/main" id="{76ED2B4D-A9FB-29B8-A099-C148EDAC2D8E}"/>
                  </a:ext>
                </a:extLst>
              </p:cNvPr>
              <p:cNvSpPr/>
              <p:nvPr/>
            </p:nvSpPr>
            <p:spPr>
              <a:xfrm>
                <a:off x="2413563" y="5554497"/>
                <a:ext cx="889209" cy="365551"/>
              </a:xfrm>
              <a:custGeom>
                <a:avLst/>
                <a:gdLst>
                  <a:gd name="csX0" fmla="*/ 0 w 800100"/>
                  <a:gd name="csY0" fmla="*/ 166689 h 328919"/>
                  <a:gd name="csX1" fmla="*/ 119063 w 800100"/>
                  <a:gd name="csY1" fmla="*/ 276226 h 328919"/>
                  <a:gd name="csX2" fmla="*/ 285750 w 800100"/>
                  <a:gd name="csY2" fmla="*/ 1 h 328919"/>
                  <a:gd name="csX3" fmla="*/ 571500 w 800100"/>
                  <a:gd name="csY3" fmla="*/ 280989 h 328919"/>
                  <a:gd name="csX4" fmla="*/ 800100 w 800100"/>
                  <a:gd name="csY4" fmla="*/ 328614 h 328919"/>
                  <a:gd name="csX5" fmla="*/ 800100 w 800100"/>
                  <a:gd name="csY5" fmla="*/ 328614 h 328919"/>
                </a:gdLst>
                <a:ahLst/>
                <a:cxnLst>
                  <a:cxn ang="0">
                    <a:pos x="csX0" y="csY0"/>
                  </a:cxn>
                  <a:cxn ang="0">
                    <a:pos x="csX1" y="csY1"/>
                  </a:cxn>
                  <a:cxn ang="0">
                    <a:pos x="csX2" y="csY2"/>
                  </a:cxn>
                  <a:cxn ang="0">
                    <a:pos x="csX3" y="csY3"/>
                  </a:cxn>
                  <a:cxn ang="0">
                    <a:pos x="csX4" y="csY4"/>
                  </a:cxn>
                  <a:cxn ang="0">
                    <a:pos x="csX5" y="csY5"/>
                  </a:cxn>
                </a:cxnLst>
                <a:rect l="l" t="t" r="r" b="b"/>
                <a:pathLst>
                  <a:path w="800100" h="328919">
                    <a:moveTo>
                      <a:pt x="0" y="166689"/>
                    </a:moveTo>
                    <a:cubicBezTo>
                      <a:pt x="35719" y="235348"/>
                      <a:pt x="71438" y="304007"/>
                      <a:pt x="119063" y="276226"/>
                    </a:cubicBezTo>
                    <a:cubicBezTo>
                      <a:pt x="166688" y="248445"/>
                      <a:pt x="210344" y="-793"/>
                      <a:pt x="285750" y="1"/>
                    </a:cubicBezTo>
                    <a:cubicBezTo>
                      <a:pt x="361156" y="795"/>
                      <a:pt x="485775" y="226220"/>
                      <a:pt x="571500" y="280989"/>
                    </a:cubicBezTo>
                    <a:cubicBezTo>
                      <a:pt x="657225" y="335758"/>
                      <a:pt x="800100" y="328614"/>
                      <a:pt x="800100" y="328614"/>
                    </a:cubicBezTo>
                    <a:lnTo>
                      <a:pt x="800100" y="328614"/>
                    </a:lnTo>
                  </a:path>
                </a:pathLst>
              </a:custGeom>
              <a:noFill/>
              <a:ln w="952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94" name="フリーフォーム: 図形 193">
                <a:extLst>
                  <a:ext uri="{FF2B5EF4-FFF2-40B4-BE49-F238E27FC236}">
                    <a16:creationId xmlns:a16="http://schemas.microsoft.com/office/drawing/2014/main" id="{729AF8CC-3E32-8DC9-4A36-218ACD7D416E}"/>
                  </a:ext>
                </a:extLst>
              </p:cNvPr>
              <p:cNvSpPr/>
              <p:nvPr/>
            </p:nvSpPr>
            <p:spPr>
              <a:xfrm>
                <a:off x="3578015" y="5291277"/>
                <a:ext cx="931553" cy="382312"/>
              </a:xfrm>
              <a:custGeom>
                <a:avLst/>
                <a:gdLst>
                  <a:gd name="csX0" fmla="*/ 0 w 838200"/>
                  <a:gd name="csY0" fmla="*/ 320188 h 344000"/>
                  <a:gd name="csX1" fmla="*/ 145256 w 838200"/>
                  <a:gd name="csY1" fmla="*/ 327332 h 344000"/>
                  <a:gd name="csX2" fmla="*/ 257175 w 838200"/>
                  <a:gd name="csY2" fmla="*/ 134450 h 344000"/>
                  <a:gd name="csX3" fmla="*/ 395287 w 838200"/>
                  <a:gd name="csY3" fmla="*/ 184457 h 344000"/>
                  <a:gd name="csX4" fmla="*/ 528637 w 838200"/>
                  <a:gd name="csY4" fmla="*/ 1100 h 344000"/>
                  <a:gd name="csX5" fmla="*/ 659606 w 838200"/>
                  <a:gd name="csY5" fmla="*/ 284469 h 344000"/>
                  <a:gd name="csX6" fmla="*/ 838200 w 838200"/>
                  <a:gd name="csY6" fmla="*/ 344000 h 344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38200" h="344000">
                    <a:moveTo>
                      <a:pt x="0" y="320188"/>
                    </a:moveTo>
                    <a:cubicBezTo>
                      <a:pt x="51197" y="339238"/>
                      <a:pt x="102394" y="358288"/>
                      <a:pt x="145256" y="327332"/>
                    </a:cubicBezTo>
                    <a:cubicBezTo>
                      <a:pt x="188119" y="296376"/>
                      <a:pt x="215503" y="158262"/>
                      <a:pt x="257175" y="134450"/>
                    </a:cubicBezTo>
                    <a:cubicBezTo>
                      <a:pt x="298847" y="110638"/>
                      <a:pt x="350043" y="206682"/>
                      <a:pt x="395287" y="184457"/>
                    </a:cubicBezTo>
                    <a:cubicBezTo>
                      <a:pt x="440531" y="162232"/>
                      <a:pt x="484584" y="-15569"/>
                      <a:pt x="528637" y="1100"/>
                    </a:cubicBezTo>
                    <a:cubicBezTo>
                      <a:pt x="572690" y="17769"/>
                      <a:pt x="608012" y="227319"/>
                      <a:pt x="659606" y="284469"/>
                    </a:cubicBezTo>
                    <a:cubicBezTo>
                      <a:pt x="711200" y="341619"/>
                      <a:pt x="774700" y="342809"/>
                      <a:pt x="838200" y="344000"/>
                    </a:cubicBezTo>
                  </a:path>
                </a:pathLst>
              </a:custGeom>
              <a:noFill/>
              <a:ln w="952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195" name="フリーフォーム: 図形 194">
                <a:extLst>
                  <a:ext uri="{FF2B5EF4-FFF2-40B4-BE49-F238E27FC236}">
                    <a16:creationId xmlns:a16="http://schemas.microsoft.com/office/drawing/2014/main" id="{725B9EA7-0609-C2F7-937F-4A63D2538E14}"/>
                  </a:ext>
                </a:extLst>
              </p:cNvPr>
              <p:cNvSpPr/>
              <p:nvPr/>
            </p:nvSpPr>
            <p:spPr>
              <a:xfrm>
                <a:off x="4866839" y="5731782"/>
                <a:ext cx="926259" cy="328668"/>
              </a:xfrm>
              <a:custGeom>
                <a:avLst/>
                <a:gdLst>
                  <a:gd name="csX0" fmla="*/ 0 w 833437"/>
                  <a:gd name="csY0" fmla="*/ 178620 h 295731"/>
                  <a:gd name="csX1" fmla="*/ 178594 w 833437"/>
                  <a:gd name="csY1" fmla="*/ 250057 h 295731"/>
                  <a:gd name="csX2" fmla="*/ 335756 w 833437"/>
                  <a:gd name="csY2" fmla="*/ 104801 h 295731"/>
                  <a:gd name="csX3" fmla="*/ 492919 w 833437"/>
                  <a:gd name="csY3" fmla="*/ 4788 h 295731"/>
                  <a:gd name="csX4" fmla="*/ 759619 w 833437"/>
                  <a:gd name="csY4" fmla="*/ 259582 h 295731"/>
                  <a:gd name="csX5" fmla="*/ 833437 w 833437"/>
                  <a:gd name="csY5" fmla="*/ 288157 h 295731"/>
                </a:gdLst>
                <a:ahLst/>
                <a:cxnLst>
                  <a:cxn ang="0">
                    <a:pos x="csX0" y="csY0"/>
                  </a:cxn>
                  <a:cxn ang="0">
                    <a:pos x="csX1" y="csY1"/>
                  </a:cxn>
                  <a:cxn ang="0">
                    <a:pos x="csX2" y="csY2"/>
                  </a:cxn>
                  <a:cxn ang="0">
                    <a:pos x="csX3" y="csY3"/>
                  </a:cxn>
                  <a:cxn ang="0">
                    <a:pos x="csX4" y="csY4"/>
                  </a:cxn>
                  <a:cxn ang="0">
                    <a:pos x="csX5" y="csY5"/>
                  </a:cxn>
                </a:cxnLst>
                <a:rect l="l" t="t" r="r" b="b"/>
                <a:pathLst>
                  <a:path w="833437" h="295731">
                    <a:moveTo>
                      <a:pt x="0" y="178620"/>
                    </a:moveTo>
                    <a:cubicBezTo>
                      <a:pt x="61317" y="220490"/>
                      <a:pt x="122635" y="262360"/>
                      <a:pt x="178594" y="250057"/>
                    </a:cubicBezTo>
                    <a:cubicBezTo>
                      <a:pt x="234553" y="237754"/>
                      <a:pt x="283369" y="145679"/>
                      <a:pt x="335756" y="104801"/>
                    </a:cubicBezTo>
                    <a:cubicBezTo>
                      <a:pt x="388143" y="63923"/>
                      <a:pt x="422275" y="-21009"/>
                      <a:pt x="492919" y="4788"/>
                    </a:cubicBezTo>
                    <a:cubicBezTo>
                      <a:pt x="563563" y="30585"/>
                      <a:pt x="702866" y="212354"/>
                      <a:pt x="759619" y="259582"/>
                    </a:cubicBezTo>
                    <a:cubicBezTo>
                      <a:pt x="816372" y="306810"/>
                      <a:pt x="824904" y="297483"/>
                      <a:pt x="833437" y="288157"/>
                    </a:cubicBezTo>
                  </a:path>
                </a:pathLst>
              </a:custGeom>
              <a:noFill/>
              <a:ln w="952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96" name="直線矢印コネクタ 195">
                <a:extLst>
                  <a:ext uri="{FF2B5EF4-FFF2-40B4-BE49-F238E27FC236}">
                    <a16:creationId xmlns:a16="http://schemas.microsoft.com/office/drawing/2014/main" id="{A12DE426-CF68-8205-4BA8-CA99C21B6BFC}"/>
                  </a:ext>
                </a:extLst>
              </p:cNvPr>
              <p:cNvCxnSpPr>
                <a:cxnSpLocks/>
                <a:stCxn id="165" idx="3"/>
                <a:endCxn id="197" idx="7"/>
              </p:cNvCxnSpPr>
              <p:nvPr/>
            </p:nvCxnSpPr>
            <p:spPr>
              <a:xfrm flipH="1">
                <a:off x="2440883" y="4345788"/>
                <a:ext cx="1053889" cy="1390682"/>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197" name="楕円 196">
                <a:extLst>
                  <a:ext uri="{FF2B5EF4-FFF2-40B4-BE49-F238E27FC236}">
                    <a16:creationId xmlns:a16="http://schemas.microsoft.com/office/drawing/2014/main" id="{418C7171-F537-2C65-BF41-184A415BFBFB}"/>
                  </a:ext>
                </a:extLst>
              </p:cNvPr>
              <p:cNvSpPr/>
              <p:nvPr/>
            </p:nvSpPr>
            <p:spPr>
              <a:xfrm>
                <a:off x="2413563" y="5731782"/>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198" name="直線矢印コネクタ 197">
                <a:extLst>
                  <a:ext uri="{FF2B5EF4-FFF2-40B4-BE49-F238E27FC236}">
                    <a16:creationId xmlns:a16="http://schemas.microsoft.com/office/drawing/2014/main" id="{C6D7FE56-184C-37FA-4DF3-44F78E60D2FD}"/>
                  </a:ext>
                </a:extLst>
              </p:cNvPr>
              <p:cNvCxnSpPr>
                <a:cxnSpLocks/>
                <a:stCxn id="165" idx="3"/>
                <a:endCxn id="203" idx="0"/>
              </p:cNvCxnSpPr>
              <p:nvPr/>
            </p:nvCxnSpPr>
            <p:spPr>
              <a:xfrm flipH="1">
                <a:off x="3283490" y="4345788"/>
                <a:ext cx="211282" cy="1562425"/>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199" name="直線矢印コネクタ 198">
                <a:extLst>
                  <a:ext uri="{FF2B5EF4-FFF2-40B4-BE49-F238E27FC236}">
                    <a16:creationId xmlns:a16="http://schemas.microsoft.com/office/drawing/2014/main" id="{D0B23647-CD83-57EF-8732-674AFA956340}"/>
                  </a:ext>
                </a:extLst>
              </p:cNvPr>
              <p:cNvCxnSpPr>
                <a:cxnSpLocks/>
                <a:stCxn id="164" idx="3"/>
                <a:endCxn id="177" idx="1"/>
              </p:cNvCxnSpPr>
              <p:nvPr/>
            </p:nvCxnSpPr>
            <p:spPr>
              <a:xfrm flipH="1">
                <a:off x="1221548" y="4135744"/>
                <a:ext cx="1857100" cy="1216203"/>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200" name="直線矢印コネクタ 199">
                <a:extLst>
                  <a:ext uri="{FF2B5EF4-FFF2-40B4-BE49-F238E27FC236}">
                    <a16:creationId xmlns:a16="http://schemas.microsoft.com/office/drawing/2014/main" id="{6D442F2D-3629-6086-E3DF-2EE90FCCF19A}"/>
                  </a:ext>
                </a:extLst>
              </p:cNvPr>
              <p:cNvCxnSpPr>
                <a:cxnSpLocks/>
                <a:stCxn id="164" idx="3"/>
                <a:endCxn id="178" idx="1"/>
              </p:cNvCxnSpPr>
              <p:nvPr/>
            </p:nvCxnSpPr>
            <p:spPr>
              <a:xfrm flipH="1">
                <a:off x="1256833" y="4135744"/>
                <a:ext cx="1821815" cy="1266487"/>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201" name="直線矢印コネクタ 200">
                <a:extLst>
                  <a:ext uri="{FF2B5EF4-FFF2-40B4-BE49-F238E27FC236}">
                    <a16:creationId xmlns:a16="http://schemas.microsoft.com/office/drawing/2014/main" id="{049DE35F-5D70-1E9C-7B35-855F68738638}"/>
                  </a:ext>
                </a:extLst>
              </p:cNvPr>
              <p:cNvCxnSpPr>
                <a:cxnSpLocks/>
                <a:stCxn id="164" idx="3"/>
                <a:endCxn id="179" idx="0"/>
              </p:cNvCxnSpPr>
              <p:nvPr/>
            </p:nvCxnSpPr>
            <p:spPr>
              <a:xfrm flipH="1">
                <a:off x="1328136" y="4135744"/>
                <a:ext cx="1750512" cy="1290914"/>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202" name="テキスト ボックス 201">
                <a:extLst>
                  <a:ext uri="{FF2B5EF4-FFF2-40B4-BE49-F238E27FC236}">
                    <a16:creationId xmlns:a16="http://schemas.microsoft.com/office/drawing/2014/main" id="{F9737519-9C51-E446-C7AA-F86BF43C5DBB}"/>
                  </a:ext>
                </a:extLst>
              </p:cNvPr>
              <p:cNvSpPr txBox="1"/>
              <p:nvPr/>
            </p:nvSpPr>
            <p:spPr>
              <a:xfrm>
                <a:off x="973168" y="4369540"/>
                <a:ext cx="1404416" cy="310305"/>
              </a:xfrm>
              <a:prstGeom prst="rect">
                <a:avLst/>
              </a:prstGeom>
              <a:noFill/>
            </p:spPr>
            <p:txBody>
              <a:bodyPr wrap="square" rtlCol="0">
                <a:spAutoFit/>
              </a:bodyPr>
              <a:lstStyle/>
              <a:p>
                <a:r>
                  <a:rPr kumimoji="1" lang="ja-JP" altLang="en-US" sz="800" dirty="0"/>
                  <a:t>平均値から</a:t>
                </a:r>
                <a:r>
                  <a:rPr lang="en-US" altLang="ja-JP" sz="800" dirty="0"/>
                  <a:t>48</a:t>
                </a:r>
                <a:r>
                  <a:rPr lang="ja-JP" altLang="en-US" sz="800" dirty="0"/>
                  <a:t>コマ分の</a:t>
                </a:r>
                <a:endParaRPr lang="en-US" altLang="ja-JP" sz="800" dirty="0"/>
              </a:p>
              <a:p>
                <a:r>
                  <a:rPr kumimoji="1" lang="ja-JP" altLang="en-US" sz="800" dirty="0"/>
                  <a:t>コマ別の価格へ変換</a:t>
                </a:r>
                <a:endParaRPr kumimoji="1" lang="en-US" altLang="ja-JP" sz="800" dirty="0"/>
              </a:p>
            </p:txBody>
          </p:sp>
          <p:sp>
            <p:nvSpPr>
              <p:cNvPr id="203" name="楕円 202">
                <a:extLst>
                  <a:ext uri="{FF2B5EF4-FFF2-40B4-BE49-F238E27FC236}">
                    <a16:creationId xmlns:a16="http://schemas.microsoft.com/office/drawing/2014/main" id="{3380218B-57B8-891A-1F29-444A3B0CA58B}"/>
                  </a:ext>
                </a:extLst>
              </p:cNvPr>
              <p:cNvSpPr/>
              <p:nvPr/>
            </p:nvSpPr>
            <p:spPr>
              <a:xfrm>
                <a:off x="3267486" y="5908213"/>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204" name="直線矢印コネクタ 203">
                <a:extLst>
                  <a:ext uri="{FF2B5EF4-FFF2-40B4-BE49-F238E27FC236}">
                    <a16:creationId xmlns:a16="http://schemas.microsoft.com/office/drawing/2014/main" id="{1B8ADA67-3996-8897-3028-B2A7D5C595B5}"/>
                  </a:ext>
                </a:extLst>
              </p:cNvPr>
              <p:cNvCxnSpPr>
                <a:cxnSpLocks/>
                <a:stCxn id="166" idx="4"/>
                <a:endCxn id="206" idx="0"/>
              </p:cNvCxnSpPr>
              <p:nvPr/>
            </p:nvCxnSpPr>
            <p:spPr>
              <a:xfrm flipH="1">
                <a:off x="3579901" y="4255253"/>
                <a:ext cx="331498" cy="1369783"/>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205" name="直線矢印コネクタ 204">
                <a:extLst>
                  <a:ext uri="{FF2B5EF4-FFF2-40B4-BE49-F238E27FC236}">
                    <a16:creationId xmlns:a16="http://schemas.microsoft.com/office/drawing/2014/main" id="{3FE4A47A-FDAC-5056-1AF4-291880502CB9}"/>
                  </a:ext>
                </a:extLst>
              </p:cNvPr>
              <p:cNvCxnSpPr>
                <a:cxnSpLocks/>
                <a:stCxn id="166" idx="4"/>
                <a:endCxn id="207" idx="0"/>
              </p:cNvCxnSpPr>
              <p:nvPr/>
            </p:nvCxnSpPr>
            <p:spPr>
              <a:xfrm>
                <a:off x="3911399" y="4255253"/>
                <a:ext cx="589475" cy="1406834"/>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206" name="楕円 205">
                <a:extLst>
                  <a:ext uri="{FF2B5EF4-FFF2-40B4-BE49-F238E27FC236}">
                    <a16:creationId xmlns:a16="http://schemas.microsoft.com/office/drawing/2014/main" id="{81604173-B567-8577-6A8E-E6A9A4862E70}"/>
                  </a:ext>
                </a:extLst>
              </p:cNvPr>
              <p:cNvSpPr/>
              <p:nvPr/>
            </p:nvSpPr>
            <p:spPr>
              <a:xfrm>
                <a:off x="3563897" y="5625036"/>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207" name="楕円 206">
                <a:extLst>
                  <a:ext uri="{FF2B5EF4-FFF2-40B4-BE49-F238E27FC236}">
                    <a16:creationId xmlns:a16="http://schemas.microsoft.com/office/drawing/2014/main" id="{49877217-677E-6D53-92DA-CE13304C947D}"/>
                  </a:ext>
                </a:extLst>
              </p:cNvPr>
              <p:cNvSpPr/>
              <p:nvPr/>
            </p:nvSpPr>
            <p:spPr>
              <a:xfrm>
                <a:off x="4484870" y="5662087"/>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208" name="直線矢印コネクタ 207">
                <a:extLst>
                  <a:ext uri="{FF2B5EF4-FFF2-40B4-BE49-F238E27FC236}">
                    <a16:creationId xmlns:a16="http://schemas.microsoft.com/office/drawing/2014/main" id="{7D3CEB32-9FDF-ED9A-1A36-2E1CF7765154}"/>
                  </a:ext>
                </a:extLst>
              </p:cNvPr>
              <p:cNvCxnSpPr>
                <a:cxnSpLocks/>
                <a:stCxn id="167" idx="5"/>
                <a:endCxn id="195" idx="0"/>
              </p:cNvCxnSpPr>
              <p:nvPr/>
            </p:nvCxnSpPr>
            <p:spPr>
              <a:xfrm>
                <a:off x="4338359" y="4431875"/>
                <a:ext cx="528479" cy="1498421"/>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cxnSp>
            <p:nvCxnSpPr>
              <p:cNvPr id="209" name="直線矢印コネクタ 208">
                <a:extLst>
                  <a:ext uri="{FF2B5EF4-FFF2-40B4-BE49-F238E27FC236}">
                    <a16:creationId xmlns:a16="http://schemas.microsoft.com/office/drawing/2014/main" id="{D9FDD334-A824-2894-9F44-319166BF952C}"/>
                  </a:ext>
                </a:extLst>
              </p:cNvPr>
              <p:cNvCxnSpPr>
                <a:cxnSpLocks/>
                <a:stCxn id="167" idx="5"/>
                <a:endCxn id="213" idx="1"/>
              </p:cNvCxnSpPr>
              <p:nvPr/>
            </p:nvCxnSpPr>
            <p:spPr>
              <a:xfrm>
                <a:off x="4338359" y="4431875"/>
                <a:ext cx="1434743" cy="1610699"/>
              </a:xfrm>
              <a:prstGeom prst="straightConnector1">
                <a:avLst/>
              </a:prstGeom>
              <a:ln w="3175">
                <a:solidFill>
                  <a:schemeClr val="bg1">
                    <a:lumMod val="50000"/>
                  </a:schemeClr>
                </a:solidFill>
                <a:prstDash val="lgDash"/>
                <a:tailEnd type="arrow" w="sm" len="med"/>
              </a:ln>
            </p:spPr>
            <p:style>
              <a:lnRef idx="2">
                <a:schemeClr val="accent1"/>
              </a:lnRef>
              <a:fillRef idx="0">
                <a:schemeClr val="accent1"/>
              </a:fillRef>
              <a:effectRef idx="1">
                <a:schemeClr val="accent1"/>
              </a:effectRef>
              <a:fontRef idx="minor">
                <a:schemeClr val="tx1"/>
              </a:fontRef>
            </p:style>
          </p:cxnSp>
          <p:sp>
            <p:nvSpPr>
              <p:cNvPr id="210" name="テキスト ボックス 209">
                <a:extLst>
                  <a:ext uri="{FF2B5EF4-FFF2-40B4-BE49-F238E27FC236}">
                    <a16:creationId xmlns:a16="http://schemas.microsoft.com/office/drawing/2014/main" id="{459D6889-2E7B-526D-809F-0131C698D881}"/>
                  </a:ext>
                </a:extLst>
              </p:cNvPr>
              <p:cNvSpPr txBox="1"/>
              <p:nvPr/>
            </p:nvSpPr>
            <p:spPr>
              <a:xfrm>
                <a:off x="4382845" y="4618858"/>
                <a:ext cx="263289" cy="197467"/>
              </a:xfrm>
              <a:prstGeom prst="rect">
                <a:avLst/>
              </a:prstGeom>
              <a:noFill/>
            </p:spPr>
            <p:txBody>
              <a:bodyPr wrap="none" rtlCol="0">
                <a:spAutoFit/>
              </a:bodyPr>
              <a:lstStyle/>
              <a:p>
                <a:pPr algn="ctr"/>
                <a:r>
                  <a:rPr kumimoji="1" lang="en-US" altLang="ja-JP" sz="800" dirty="0"/>
                  <a:t>…</a:t>
                </a:r>
                <a:endParaRPr kumimoji="1" lang="ja-JP" altLang="en-US" sz="800" dirty="0"/>
              </a:p>
            </p:txBody>
          </p:sp>
          <p:sp>
            <p:nvSpPr>
              <p:cNvPr id="211" name="楕円 210">
                <a:extLst>
                  <a:ext uri="{FF2B5EF4-FFF2-40B4-BE49-F238E27FC236}">
                    <a16:creationId xmlns:a16="http://schemas.microsoft.com/office/drawing/2014/main" id="{3086CB9A-BBE7-FAF1-2C50-8D95B1FE0C44}"/>
                  </a:ext>
                </a:extLst>
              </p:cNvPr>
              <p:cNvSpPr/>
              <p:nvPr/>
            </p:nvSpPr>
            <p:spPr>
              <a:xfrm>
                <a:off x="4318364" y="4666936"/>
                <a:ext cx="393036" cy="119204"/>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212" name="楕円 211">
                <a:extLst>
                  <a:ext uri="{FF2B5EF4-FFF2-40B4-BE49-F238E27FC236}">
                    <a16:creationId xmlns:a16="http://schemas.microsoft.com/office/drawing/2014/main" id="{235867B4-A26A-2416-27D2-1C0A543B9AFA}"/>
                  </a:ext>
                </a:extLst>
              </p:cNvPr>
              <p:cNvSpPr/>
              <p:nvPr/>
            </p:nvSpPr>
            <p:spPr>
              <a:xfrm>
                <a:off x="4855378" y="5910854"/>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213" name="楕円 212">
                <a:extLst>
                  <a:ext uri="{FF2B5EF4-FFF2-40B4-BE49-F238E27FC236}">
                    <a16:creationId xmlns:a16="http://schemas.microsoft.com/office/drawing/2014/main" id="{12A02D24-1A49-12B9-C001-E98C91CF72E0}"/>
                  </a:ext>
                </a:extLst>
              </p:cNvPr>
              <p:cNvSpPr/>
              <p:nvPr/>
            </p:nvSpPr>
            <p:spPr>
              <a:xfrm>
                <a:off x="5768415" y="6037887"/>
                <a:ext cx="32008" cy="32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214" name="テキスト ボックス 213">
                <a:extLst>
                  <a:ext uri="{FF2B5EF4-FFF2-40B4-BE49-F238E27FC236}">
                    <a16:creationId xmlns:a16="http://schemas.microsoft.com/office/drawing/2014/main" id="{EC6AE073-FF4D-8B9E-0DC8-302236B37ECA}"/>
                  </a:ext>
                </a:extLst>
              </p:cNvPr>
              <p:cNvSpPr txBox="1"/>
              <p:nvPr/>
            </p:nvSpPr>
            <p:spPr>
              <a:xfrm>
                <a:off x="3819049" y="4607790"/>
                <a:ext cx="263289" cy="197467"/>
              </a:xfrm>
              <a:prstGeom prst="rect">
                <a:avLst/>
              </a:prstGeom>
              <a:noFill/>
            </p:spPr>
            <p:txBody>
              <a:bodyPr wrap="none" rtlCol="0">
                <a:spAutoFit/>
              </a:bodyPr>
              <a:lstStyle/>
              <a:p>
                <a:pPr algn="ctr"/>
                <a:r>
                  <a:rPr kumimoji="1" lang="en-US" altLang="ja-JP" sz="800" dirty="0"/>
                  <a:t>…</a:t>
                </a:r>
                <a:endParaRPr kumimoji="1" lang="ja-JP" altLang="en-US" sz="800" dirty="0"/>
              </a:p>
            </p:txBody>
          </p:sp>
          <p:sp>
            <p:nvSpPr>
              <p:cNvPr id="215" name="楕円 214">
                <a:extLst>
                  <a:ext uri="{FF2B5EF4-FFF2-40B4-BE49-F238E27FC236}">
                    <a16:creationId xmlns:a16="http://schemas.microsoft.com/office/drawing/2014/main" id="{5E9F3FC9-C29C-63FF-421D-1E530D75B95E}"/>
                  </a:ext>
                </a:extLst>
              </p:cNvPr>
              <p:cNvSpPr/>
              <p:nvPr/>
            </p:nvSpPr>
            <p:spPr>
              <a:xfrm>
                <a:off x="3754567" y="4655868"/>
                <a:ext cx="393036" cy="119204"/>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216" name="テキスト ボックス 215">
                <a:extLst>
                  <a:ext uri="{FF2B5EF4-FFF2-40B4-BE49-F238E27FC236}">
                    <a16:creationId xmlns:a16="http://schemas.microsoft.com/office/drawing/2014/main" id="{21F9EA8E-FA57-2B0C-4F0A-8819B9F1CF62}"/>
                  </a:ext>
                </a:extLst>
              </p:cNvPr>
              <p:cNvSpPr txBox="1"/>
              <p:nvPr/>
            </p:nvSpPr>
            <p:spPr>
              <a:xfrm>
                <a:off x="3200472" y="4601748"/>
                <a:ext cx="263289" cy="197467"/>
              </a:xfrm>
              <a:prstGeom prst="rect">
                <a:avLst/>
              </a:prstGeom>
              <a:noFill/>
            </p:spPr>
            <p:txBody>
              <a:bodyPr wrap="none" rtlCol="0">
                <a:spAutoFit/>
              </a:bodyPr>
              <a:lstStyle/>
              <a:p>
                <a:pPr algn="ctr"/>
                <a:r>
                  <a:rPr kumimoji="1" lang="en-US" altLang="ja-JP" sz="800" dirty="0"/>
                  <a:t>…</a:t>
                </a:r>
                <a:endParaRPr kumimoji="1" lang="ja-JP" altLang="en-US" sz="800" dirty="0"/>
              </a:p>
            </p:txBody>
          </p:sp>
          <p:sp>
            <p:nvSpPr>
              <p:cNvPr id="217" name="楕円 216">
                <a:extLst>
                  <a:ext uri="{FF2B5EF4-FFF2-40B4-BE49-F238E27FC236}">
                    <a16:creationId xmlns:a16="http://schemas.microsoft.com/office/drawing/2014/main" id="{3BF57271-121E-8504-5CC3-4E4EA510E9D6}"/>
                  </a:ext>
                </a:extLst>
              </p:cNvPr>
              <p:cNvSpPr/>
              <p:nvPr/>
            </p:nvSpPr>
            <p:spPr>
              <a:xfrm>
                <a:off x="3135992" y="4649827"/>
                <a:ext cx="393036" cy="119204"/>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218" name="テキスト ボックス 217">
                <a:extLst>
                  <a:ext uri="{FF2B5EF4-FFF2-40B4-BE49-F238E27FC236}">
                    <a16:creationId xmlns:a16="http://schemas.microsoft.com/office/drawing/2014/main" id="{2F28F090-F8CC-4AE4-7486-C16E307BFC66}"/>
                  </a:ext>
                </a:extLst>
              </p:cNvPr>
              <p:cNvSpPr txBox="1"/>
              <p:nvPr/>
            </p:nvSpPr>
            <p:spPr>
              <a:xfrm rot="2848417">
                <a:off x="2175690" y="4764057"/>
                <a:ext cx="263289" cy="197467"/>
              </a:xfrm>
              <a:prstGeom prst="rect">
                <a:avLst/>
              </a:prstGeom>
              <a:noFill/>
            </p:spPr>
            <p:txBody>
              <a:bodyPr wrap="none" rtlCol="0">
                <a:spAutoFit/>
              </a:bodyPr>
              <a:lstStyle/>
              <a:p>
                <a:pPr algn="ctr"/>
                <a:r>
                  <a:rPr kumimoji="1" lang="en-US" altLang="ja-JP" sz="800" dirty="0"/>
                  <a:t>…</a:t>
                </a:r>
                <a:endParaRPr kumimoji="1" lang="ja-JP" altLang="en-US" sz="800" dirty="0"/>
              </a:p>
            </p:txBody>
          </p:sp>
          <p:sp>
            <p:nvSpPr>
              <p:cNvPr id="219" name="楕円 218">
                <a:extLst>
                  <a:ext uri="{FF2B5EF4-FFF2-40B4-BE49-F238E27FC236}">
                    <a16:creationId xmlns:a16="http://schemas.microsoft.com/office/drawing/2014/main" id="{4CA1DEEB-71B3-8FDC-695B-D1E3B428C400}"/>
                  </a:ext>
                </a:extLst>
              </p:cNvPr>
              <p:cNvSpPr/>
              <p:nvPr/>
            </p:nvSpPr>
            <p:spPr>
              <a:xfrm rot="2848417">
                <a:off x="2019825" y="4736796"/>
                <a:ext cx="476883" cy="119204"/>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220" name="直線矢印コネクタ 219">
                <a:extLst>
                  <a:ext uri="{FF2B5EF4-FFF2-40B4-BE49-F238E27FC236}">
                    <a16:creationId xmlns:a16="http://schemas.microsoft.com/office/drawing/2014/main" id="{741639B2-475F-6313-A55A-ADD9A3D4E640}"/>
                  </a:ext>
                </a:extLst>
              </p:cNvPr>
              <p:cNvCxnSpPr>
                <a:cxnSpLocks/>
                <a:stCxn id="183" idx="2"/>
                <a:endCxn id="159" idx="0"/>
              </p:cNvCxnSpPr>
              <p:nvPr/>
            </p:nvCxnSpPr>
            <p:spPr>
              <a:xfrm>
                <a:off x="3540468" y="3748805"/>
                <a:ext cx="1" cy="239211"/>
              </a:xfrm>
              <a:prstGeom prst="straightConnector1">
                <a:avLst/>
              </a:prstGeom>
              <a:ln w="19050">
                <a:solidFill>
                  <a:schemeClr val="bg1">
                    <a:lumMod val="50000"/>
                  </a:schemeClr>
                </a:solidFill>
                <a:prstDash val="solid"/>
                <a:tailEnd type="triangle" w="lg" len="med"/>
              </a:ln>
            </p:spPr>
            <p:style>
              <a:lnRef idx="2">
                <a:schemeClr val="accent1"/>
              </a:lnRef>
              <a:fillRef idx="0">
                <a:schemeClr val="accent1"/>
              </a:fillRef>
              <a:effectRef idx="1">
                <a:schemeClr val="accent1"/>
              </a:effectRef>
              <a:fontRef idx="minor">
                <a:schemeClr val="tx1"/>
              </a:fontRef>
            </p:style>
          </p:cxnSp>
          <p:sp>
            <p:nvSpPr>
              <p:cNvPr id="221" name="正方形/長方形 220">
                <a:extLst>
                  <a:ext uri="{FF2B5EF4-FFF2-40B4-BE49-F238E27FC236}">
                    <a16:creationId xmlns:a16="http://schemas.microsoft.com/office/drawing/2014/main" id="{A49FF453-A3AF-5801-CA81-0BB9ABCCB373}"/>
                  </a:ext>
                </a:extLst>
              </p:cNvPr>
              <p:cNvSpPr/>
              <p:nvPr/>
            </p:nvSpPr>
            <p:spPr>
              <a:xfrm>
                <a:off x="1922266" y="2653271"/>
                <a:ext cx="1098265" cy="1974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6000" rIns="0" rtlCol="0" anchor="ctr">
                <a:spAutoFit/>
              </a:bodyPr>
              <a:lstStyle/>
              <a:p>
                <a:pPr algn="ctr"/>
                <a:r>
                  <a:rPr kumimoji="1" lang="ja-JP" altLang="en-US" sz="800" dirty="0"/>
                  <a:t>対数日次スポット価格</a:t>
                </a:r>
              </a:p>
            </p:txBody>
          </p:sp>
          <p:sp>
            <p:nvSpPr>
              <p:cNvPr id="222" name="正方形/長方形 221">
                <a:extLst>
                  <a:ext uri="{FF2B5EF4-FFF2-40B4-BE49-F238E27FC236}">
                    <a16:creationId xmlns:a16="http://schemas.microsoft.com/office/drawing/2014/main" id="{2F4385A0-310E-62AE-D04E-8AEA0CE47E2E}"/>
                  </a:ext>
                </a:extLst>
              </p:cNvPr>
              <p:cNvSpPr/>
              <p:nvPr/>
            </p:nvSpPr>
            <p:spPr>
              <a:xfrm>
                <a:off x="1922266" y="3898112"/>
                <a:ext cx="1098265" cy="1974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6000" rIns="0" rtlCol="0" anchor="ctr">
                <a:spAutoFit/>
              </a:bodyPr>
              <a:lstStyle/>
              <a:p>
                <a:pPr algn="ctr"/>
                <a:r>
                  <a:rPr kumimoji="1" lang="ja-JP" altLang="en-US" sz="800" dirty="0"/>
                  <a:t>日次スポット価格</a:t>
                </a:r>
              </a:p>
            </p:txBody>
          </p:sp>
          <p:sp>
            <p:nvSpPr>
              <p:cNvPr id="223" name="正方形/長方形 222">
                <a:extLst>
                  <a:ext uri="{FF2B5EF4-FFF2-40B4-BE49-F238E27FC236}">
                    <a16:creationId xmlns:a16="http://schemas.microsoft.com/office/drawing/2014/main" id="{EE4FAB1B-9D48-D3FE-7BF8-184F2EF16020}"/>
                  </a:ext>
                </a:extLst>
              </p:cNvPr>
              <p:cNvSpPr/>
              <p:nvPr/>
            </p:nvSpPr>
            <p:spPr>
              <a:xfrm>
                <a:off x="788341" y="4741575"/>
                <a:ext cx="1098265" cy="1974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6000" rIns="0" rtlCol="0" anchor="ctr">
                <a:spAutoFit/>
              </a:bodyPr>
              <a:lstStyle/>
              <a:p>
                <a:pPr algn="ctr"/>
                <a:r>
                  <a:rPr lang="ja-JP" altLang="en-US" sz="800" dirty="0"/>
                  <a:t>コマ別</a:t>
                </a:r>
                <a:r>
                  <a:rPr kumimoji="1" lang="ja-JP" altLang="en-US" sz="800" dirty="0"/>
                  <a:t>スポット価格</a:t>
                </a:r>
              </a:p>
            </p:txBody>
          </p:sp>
          <p:sp>
            <p:nvSpPr>
              <p:cNvPr id="224" name="テキスト ボックス 223">
                <a:extLst>
                  <a:ext uri="{FF2B5EF4-FFF2-40B4-BE49-F238E27FC236}">
                    <a16:creationId xmlns:a16="http://schemas.microsoft.com/office/drawing/2014/main" id="{7037B452-DBDB-E5BE-AF49-934A4DDA290A}"/>
                  </a:ext>
                </a:extLst>
              </p:cNvPr>
              <p:cNvSpPr txBox="1"/>
              <p:nvPr/>
            </p:nvSpPr>
            <p:spPr>
              <a:xfrm>
                <a:off x="3597188" y="3765445"/>
                <a:ext cx="1337364" cy="197467"/>
              </a:xfrm>
              <a:prstGeom prst="rect">
                <a:avLst/>
              </a:prstGeom>
              <a:noFill/>
            </p:spPr>
            <p:txBody>
              <a:bodyPr wrap="square" rtlCol="0">
                <a:spAutoFit/>
              </a:bodyPr>
              <a:lstStyle/>
              <a:p>
                <a:r>
                  <a:rPr lang="ja-JP" altLang="en-US" sz="800" dirty="0"/>
                  <a:t>指数関数で変換</a:t>
                </a:r>
                <a:endParaRPr kumimoji="1" lang="en-US" altLang="ja-JP" sz="800" dirty="0"/>
              </a:p>
            </p:txBody>
          </p:sp>
        </p:grpSp>
        <p:sp>
          <p:nvSpPr>
            <p:cNvPr id="157" name="正方形/長方形 156">
              <a:extLst>
                <a:ext uri="{FF2B5EF4-FFF2-40B4-BE49-F238E27FC236}">
                  <a16:creationId xmlns:a16="http://schemas.microsoft.com/office/drawing/2014/main" id="{4C883D36-B919-5E0D-DE53-E72975903F34}"/>
                </a:ext>
              </a:extLst>
            </p:cNvPr>
            <p:cNvSpPr/>
            <p:nvPr/>
          </p:nvSpPr>
          <p:spPr>
            <a:xfrm>
              <a:off x="346438" y="2544030"/>
              <a:ext cx="1507378" cy="240721"/>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t>シミュレーションパス１本目</a:t>
              </a:r>
              <a:endParaRPr kumimoji="1" lang="ja-JP" altLang="en-US" sz="800" dirty="0"/>
            </a:p>
          </p:txBody>
        </p:sp>
      </p:grpSp>
      <p:graphicFrame>
        <p:nvGraphicFramePr>
          <p:cNvPr id="225" name="表 224">
            <a:extLst>
              <a:ext uri="{FF2B5EF4-FFF2-40B4-BE49-F238E27FC236}">
                <a16:creationId xmlns:a16="http://schemas.microsoft.com/office/drawing/2014/main" id="{C3BE06B4-43BA-0D47-125A-64384E99CFDD}"/>
              </a:ext>
            </a:extLst>
          </p:cNvPr>
          <p:cNvGraphicFramePr>
            <a:graphicFrameLocks noGrp="1"/>
          </p:cNvGraphicFramePr>
          <p:nvPr>
            <p:extLst>
              <p:ext uri="{D42A27DB-BD31-4B8C-83A1-F6EECF244321}">
                <p14:modId xmlns:p14="http://schemas.microsoft.com/office/powerpoint/2010/main" val="223138911"/>
              </p:ext>
            </p:extLst>
          </p:nvPr>
        </p:nvGraphicFramePr>
        <p:xfrm>
          <a:off x="6481580" y="4311835"/>
          <a:ext cx="2590180" cy="2052720"/>
        </p:xfrm>
        <a:graphic>
          <a:graphicData uri="http://schemas.openxmlformats.org/drawingml/2006/table">
            <a:tbl>
              <a:tblPr firstRow="1" bandRow="1"/>
              <a:tblGrid>
                <a:gridCol w="518036">
                  <a:extLst>
                    <a:ext uri="{9D8B030D-6E8A-4147-A177-3AD203B41FA5}">
                      <a16:colId xmlns:a16="http://schemas.microsoft.com/office/drawing/2014/main" val="1187811139"/>
                    </a:ext>
                  </a:extLst>
                </a:gridCol>
                <a:gridCol w="518036">
                  <a:extLst>
                    <a:ext uri="{9D8B030D-6E8A-4147-A177-3AD203B41FA5}">
                      <a16:colId xmlns:a16="http://schemas.microsoft.com/office/drawing/2014/main" val="3724946390"/>
                    </a:ext>
                  </a:extLst>
                </a:gridCol>
                <a:gridCol w="518036">
                  <a:extLst>
                    <a:ext uri="{9D8B030D-6E8A-4147-A177-3AD203B41FA5}">
                      <a16:colId xmlns:a16="http://schemas.microsoft.com/office/drawing/2014/main" val="1629234053"/>
                    </a:ext>
                  </a:extLst>
                </a:gridCol>
                <a:gridCol w="518036">
                  <a:extLst>
                    <a:ext uri="{9D8B030D-6E8A-4147-A177-3AD203B41FA5}">
                      <a16:colId xmlns:a16="http://schemas.microsoft.com/office/drawing/2014/main" val="2295633697"/>
                    </a:ext>
                  </a:extLst>
                </a:gridCol>
                <a:gridCol w="518036">
                  <a:extLst>
                    <a:ext uri="{9D8B030D-6E8A-4147-A177-3AD203B41FA5}">
                      <a16:colId xmlns:a16="http://schemas.microsoft.com/office/drawing/2014/main" val="203250672"/>
                    </a:ext>
                  </a:extLst>
                </a:gridCol>
              </a:tblGrid>
              <a:tr h="247744">
                <a:tc>
                  <a:txBody>
                    <a:bodyPr/>
                    <a:lstStyle/>
                    <a:p>
                      <a:pPr algn="ctr"/>
                      <a:r>
                        <a:rPr kumimoji="1" lang="ja-JP" altLang="en-US" sz="600" dirty="0">
                          <a:solidFill>
                            <a:schemeClr val="bg1"/>
                          </a:solidFill>
                        </a:rPr>
                        <a:t>将来予測</a:t>
                      </a:r>
                      <a:endParaRPr kumimoji="1" lang="en-US" altLang="ja-JP" sz="600" dirty="0">
                        <a:solidFill>
                          <a:schemeClr val="bg1"/>
                        </a:solidFill>
                      </a:endParaRPr>
                    </a:p>
                    <a:p>
                      <a:pPr algn="ctr"/>
                      <a:r>
                        <a:rPr kumimoji="1" lang="ja-JP" altLang="en-US" sz="600" dirty="0">
                          <a:solidFill>
                            <a:schemeClr val="bg1"/>
                          </a:solidFill>
                        </a:rPr>
                        <a:t>日付</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600" dirty="0">
                          <a:solidFill>
                            <a:schemeClr val="bg1"/>
                          </a:solidFill>
                        </a:rPr>
                        <a:t>コマ１</a:t>
                      </a:r>
                      <a:endParaRPr kumimoji="1" lang="en-US" altLang="ja-JP" sz="600" dirty="0">
                        <a:solidFill>
                          <a:schemeClr val="bg1"/>
                        </a:solidFill>
                      </a:endParaRPr>
                    </a:p>
                    <a:p>
                      <a:pPr algn="ctr"/>
                      <a:r>
                        <a:rPr kumimoji="1" lang="ja-JP" altLang="en-US" sz="6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600" dirty="0">
                          <a:solidFill>
                            <a:schemeClr val="bg1"/>
                          </a:solidFill>
                        </a:rPr>
                        <a:t>コマ２</a:t>
                      </a:r>
                      <a:endParaRPr kumimoji="1" lang="en-US" altLang="ja-JP" sz="600" dirty="0">
                        <a:solidFill>
                          <a:schemeClr val="bg1"/>
                        </a:solidFill>
                      </a:endParaRPr>
                    </a:p>
                    <a:p>
                      <a:pPr algn="ctr"/>
                      <a:r>
                        <a:rPr kumimoji="1" lang="ja-JP" altLang="en-US" sz="6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600" dirty="0">
                          <a:solidFill>
                            <a:schemeClr val="bg1"/>
                          </a:solidFill>
                        </a:rPr>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600" dirty="0">
                          <a:solidFill>
                            <a:schemeClr val="bg1"/>
                          </a:solidFill>
                        </a:rPr>
                        <a:t>コマ</a:t>
                      </a:r>
                      <a:r>
                        <a:rPr kumimoji="1" lang="en-US" altLang="ja-JP" sz="600" dirty="0">
                          <a:solidFill>
                            <a:schemeClr val="bg1"/>
                          </a:solidFill>
                        </a:rPr>
                        <a:t>48</a:t>
                      </a:r>
                    </a:p>
                    <a:p>
                      <a:pPr algn="ctr"/>
                      <a:r>
                        <a:rPr kumimoji="1" lang="ja-JP" altLang="en-US" sz="600" dirty="0">
                          <a:solidFill>
                            <a:schemeClr val="bg1"/>
                          </a:solidFill>
                        </a:rPr>
                        <a:t>予測価格</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47542">
                <a:tc>
                  <a:txBody>
                    <a:bodyPr/>
                    <a:lstStyle/>
                    <a:p>
                      <a:pPr algn="ctr"/>
                      <a:r>
                        <a:rPr kumimoji="1" lang="en-US" altLang="ja-JP" sz="600" dirty="0"/>
                        <a:t>2025/4/1</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47542">
                <a:tc>
                  <a:txBody>
                    <a:bodyPr/>
                    <a:lstStyle/>
                    <a:p>
                      <a:pPr algn="ctr"/>
                      <a:r>
                        <a:rPr kumimoji="1" lang="en-US" altLang="ja-JP" sz="600" dirty="0"/>
                        <a:t>2025/4/2</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47542">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47542">
                <a:tc>
                  <a:txBody>
                    <a:bodyPr/>
                    <a:lstStyle/>
                    <a:p>
                      <a:pPr algn="ctr"/>
                      <a:r>
                        <a:rPr kumimoji="1" lang="en-US" altLang="ja-JP" sz="600" dirty="0"/>
                        <a:t>2025/4/31</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47542">
                <a:tc>
                  <a:txBody>
                    <a:bodyPr/>
                    <a:lstStyle/>
                    <a:p>
                      <a:pPr algn="ctr"/>
                      <a:r>
                        <a:rPr kumimoji="1" lang="en-US" altLang="ja-JP" sz="600" dirty="0"/>
                        <a:t>2025/5/1</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47542">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47542">
                <a:tc>
                  <a:txBody>
                    <a:bodyPr/>
                    <a:lstStyle/>
                    <a:p>
                      <a:pPr algn="ctr"/>
                      <a:r>
                        <a:rPr kumimoji="1" lang="en-US" altLang="ja-JP" sz="600" dirty="0"/>
                        <a:t>2025/5/31</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47542">
                <a:tc>
                  <a:txBody>
                    <a:bodyPr/>
                    <a:lstStyle/>
                    <a:p>
                      <a:pPr algn="ctr"/>
                      <a:r>
                        <a:rPr kumimoji="1" lang="en-US" altLang="ja-JP" sz="600" dirty="0"/>
                        <a:t>2025/6/1</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47542">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47542">
                <a:tc>
                  <a:txBody>
                    <a:bodyPr/>
                    <a:lstStyle/>
                    <a:p>
                      <a:pPr algn="ctr"/>
                      <a:r>
                        <a:rPr kumimoji="1" lang="en-US" altLang="ja-JP" sz="600" dirty="0"/>
                        <a:t>2025/6/30</a:t>
                      </a: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47542">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600" dirty="0"/>
                        <a:t>・・・</a:t>
                      </a:r>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600" dirty="0"/>
                    </a:p>
                  </a:txBody>
                  <a:tcPr marL="36000" marR="36000" marT="36000" marB="36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sp>
        <p:nvSpPr>
          <p:cNvPr id="226" name="正方形/長方形 225">
            <a:extLst>
              <a:ext uri="{FF2B5EF4-FFF2-40B4-BE49-F238E27FC236}">
                <a16:creationId xmlns:a16="http://schemas.microsoft.com/office/drawing/2014/main" id="{23E3B783-F96C-3EE9-2236-065DE78919D2}"/>
              </a:ext>
            </a:extLst>
          </p:cNvPr>
          <p:cNvSpPr/>
          <p:nvPr/>
        </p:nvSpPr>
        <p:spPr>
          <a:xfrm>
            <a:off x="6444864" y="4279324"/>
            <a:ext cx="2671031" cy="2085231"/>
          </a:xfrm>
          <a:prstGeom prst="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7" name="正方形/長方形 226">
            <a:extLst>
              <a:ext uri="{FF2B5EF4-FFF2-40B4-BE49-F238E27FC236}">
                <a16:creationId xmlns:a16="http://schemas.microsoft.com/office/drawing/2014/main" id="{7E514054-54AE-BEB6-1B85-DD47993A364F}"/>
              </a:ext>
            </a:extLst>
          </p:cNvPr>
          <p:cNvSpPr/>
          <p:nvPr/>
        </p:nvSpPr>
        <p:spPr>
          <a:xfrm>
            <a:off x="1150927" y="5146430"/>
            <a:ext cx="4929833" cy="1186297"/>
          </a:xfrm>
          <a:prstGeom prst="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8" name="直線矢印コネクタ 227">
            <a:extLst>
              <a:ext uri="{FF2B5EF4-FFF2-40B4-BE49-F238E27FC236}">
                <a16:creationId xmlns:a16="http://schemas.microsoft.com/office/drawing/2014/main" id="{0590634B-8E26-ACAA-1AF4-DDCE1E63382E}"/>
              </a:ext>
            </a:extLst>
          </p:cNvPr>
          <p:cNvCxnSpPr>
            <a:cxnSpLocks/>
          </p:cNvCxnSpPr>
          <p:nvPr/>
        </p:nvCxnSpPr>
        <p:spPr>
          <a:xfrm>
            <a:off x="6080760" y="5743222"/>
            <a:ext cx="364104" cy="0"/>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14023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D51346-4E3C-0763-FAB7-FFA105976392}"/>
              </a:ext>
            </a:extLst>
          </p:cNvPr>
          <p:cNvSpPr>
            <a:spLocks noGrp="1"/>
          </p:cNvSpPr>
          <p:nvPr>
            <p:ph type="title"/>
          </p:nvPr>
        </p:nvSpPr>
        <p:spPr/>
        <p:txBody>
          <a:bodyPr/>
          <a:lstStyle/>
          <a:p>
            <a:endParaRPr kumimoji="1" lang="ja-JP" altLang="en-US"/>
          </a:p>
        </p:txBody>
      </p:sp>
      <p:sp>
        <p:nvSpPr>
          <p:cNvPr id="4" name="正方形/長方形 3">
            <a:extLst>
              <a:ext uri="{FF2B5EF4-FFF2-40B4-BE49-F238E27FC236}">
                <a16:creationId xmlns:a16="http://schemas.microsoft.com/office/drawing/2014/main" id="{E98A867C-0EA7-BAB5-8A23-8B0493E08A52}"/>
              </a:ext>
            </a:extLst>
          </p:cNvPr>
          <p:cNvSpPr/>
          <p:nvPr/>
        </p:nvSpPr>
        <p:spPr>
          <a:xfrm>
            <a:off x="4204889" y="2575521"/>
            <a:ext cx="3150441" cy="2953752"/>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5" name="正方形/長方形 4">
                <a:extLst>
                  <a:ext uri="{FF2B5EF4-FFF2-40B4-BE49-F238E27FC236}">
                    <a16:creationId xmlns:a16="http://schemas.microsoft.com/office/drawing/2014/main" id="{CAE116C1-860A-DE8C-539C-943FBB8CC856}"/>
                  </a:ext>
                </a:extLst>
              </p:cNvPr>
              <p:cNvSpPr/>
              <p:nvPr/>
            </p:nvSpPr>
            <p:spPr>
              <a:xfrm>
                <a:off x="4204890" y="2583591"/>
                <a:ext cx="3150440" cy="251931"/>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先物</a:t>
                </a:r>
                <a:r>
                  <a:rPr kumimoji="1" lang="ja-JP" altLang="en-US" sz="1400" dirty="0"/>
                  <a:t>価格から計算式で算出した </a:t>
                </a:r>
                <a14:m>
                  <m:oMath xmlns:m="http://schemas.openxmlformats.org/officeDocument/2006/math">
                    <m:r>
                      <a:rPr kumimoji="1" lang="en-US" altLang="ja-JP" sz="1400" b="0" i="1" smtClean="0">
                        <a:latin typeface="Cambria Math" panose="02040503050406030204" pitchFamily="18" charset="0"/>
                      </a:rPr>
                      <m:t>𝐾</m:t>
                    </m:r>
                  </m:oMath>
                </a14:m>
                <a:endParaRPr kumimoji="1" lang="ja-JP" altLang="en-US" sz="1400" dirty="0"/>
              </a:p>
            </p:txBody>
          </p:sp>
        </mc:Choice>
        <mc:Fallback>
          <p:sp>
            <p:nvSpPr>
              <p:cNvPr id="5" name="正方形/長方形 4">
                <a:extLst>
                  <a:ext uri="{FF2B5EF4-FFF2-40B4-BE49-F238E27FC236}">
                    <a16:creationId xmlns:a16="http://schemas.microsoft.com/office/drawing/2014/main" id="{CAE116C1-860A-DE8C-539C-943FBB8CC856}"/>
                  </a:ext>
                </a:extLst>
              </p:cNvPr>
              <p:cNvSpPr>
                <a:spLocks noRot="1" noChangeAspect="1" noMove="1" noResize="1" noEditPoints="1" noAdjustHandles="1" noChangeArrowheads="1" noChangeShapeType="1" noTextEdit="1"/>
              </p:cNvSpPr>
              <p:nvPr/>
            </p:nvSpPr>
            <p:spPr>
              <a:xfrm>
                <a:off x="4204890" y="2583591"/>
                <a:ext cx="3150440" cy="251931"/>
              </a:xfrm>
              <a:prstGeom prst="rect">
                <a:avLst/>
              </a:prstGeom>
              <a:blipFill>
                <a:blip r:embed="rId2"/>
                <a:stretch>
                  <a:fillRect t="-14634" b="-36585"/>
                </a:stretch>
              </a:blipFill>
              <a:ln>
                <a:noFill/>
              </a:ln>
            </p:spPr>
            <p:txBody>
              <a:bodyPr/>
              <a:lstStyle/>
              <a:p>
                <a:r>
                  <a:rPr lang="ja-JP" altLang="en-US">
                    <a:noFill/>
                  </a:rPr>
                  <a:t> </a:t>
                </a:r>
              </a:p>
            </p:txBody>
          </p:sp>
        </mc:Fallback>
      </mc:AlternateContent>
      <p:sp>
        <p:nvSpPr>
          <p:cNvPr id="6" name="正方形/長方形 5">
            <a:extLst>
              <a:ext uri="{FF2B5EF4-FFF2-40B4-BE49-F238E27FC236}">
                <a16:creationId xmlns:a16="http://schemas.microsoft.com/office/drawing/2014/main" id="{B72C57EB-D949-D9EB-680E-011A5B2361B8}"/>
              </a:ext>
            </a:extLst>
          </p:cNvPr>
          <p:cNvSpPr/>
          <p:nvPr/>
        </p:nvSpPr>
        <p:spPr>
          <a:xfrm>
            <a:off x="8113787" y="2575521"/>
            <a:ext cx="3150441" cy="2953752"/>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7" name="正方形/長方形 6">
                <a:extLst>
                  <a:ext uri="{FF2B5EF4-FFF2-40B4-BE49-F238E27FC236}">
                    <a16:creationId xmlns:a16="http://schemas.microsoft.com/office/drawing/2014/main" id="{DE6BD70A-F7A0-3825-1E59-0DAF5983E30C}"/>
                  </a:ext>
                </a:extLst>
              </p:cNvPr>
              <p:cNvSpPr/>
              <p:nvPr/>
            </p:nvSpPr>
            <p:spPr>
              <a:xfrm>
                <a:off x="8113788" y="2583591"/>
                <a:ext cx="3150440" cy="250183"/>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ja-JP" altLang="en-US" sz="1200" dirty="0"/>
                  <a:t>増量オプションのペイオフ </a:t>
                </a:r>
                <a14:m>
                  <m:oMath xmlns:m="http://schemas.openxmlformats.org/officeDocument/2006/math">
                    <m:r>
                      <a:rPr lang="en-US" altLang="ja-JP" sz="1200" b="0" i="1" smtClean="0">
                        <a:latin typeface="Cambria Math" panose="02040503050406030204" pitchFamily="18" charset="0"/>
                      </a:rPr>
                      <m:t>𝑀𝑎𝑥</m:t>
                    </m:r>
                    <m:r>
                      <a:rPr lang="en-US" altLang="ja-JP" sz="1200" b="0" i="1" smtClean="0">
                        <a:latin typeface="Cambria Math" panose="02040503050406030204" pitchFamily="18" charset="0"/>
                      </a:rPr>
                      <m:t>(</m:t>
                    </m:r>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𝑃</m:t>
                        </m:r>
                      </m:e>
                      <m:sub>
                        <m:r>
                          <a:rPr lang="en-US" altLang="ja-JP" sz="1200" b="0" i="1" smtClean="0">
                            <a:latin typeface="Cambria Math" panose="02040503050406030204" pitchFamily="18" charset="0"/>
                          </a:rPr>
                          <m:t>𝑡</m:t>
                        </m:r>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𝑖</m:t>
                        </m:r>
                      </m:sub>
                    </m:sSub>
                    <m:r>
                      <a:rPr lang="en-US" altLang="ja-JP" sz="1200" b="0" i="1" smtClean="0">
                        <a:latin typeface="Cambria Math" panose="02040503050406030204" pitchFamily="18" charset="0"/>
                      </a:rPr>
                      <m:t>− </m:t>
                    </m:r>
                    <m:r>
                      <a:rPr lang="en-US" altLang="ja-JP" sz="1200" b="0" i="1" smtClean="0">
                        <a:latin typeface="Cambria Math" panose="02040503050406030204" pitchFamily="18" charset="0"/>
                      </a:rPr>
                      <m:t>𝐾</m:t>
                    </m:r>
                    <m:r>
                      <a:rPr lang="en-US" altLang="ja-JP" sz="1200" b="0" i="1" smtClean="0">
                        <a:latin typeface="Cambria Math" panose="02040503050406030204" pitchFamily="18" charset="0"/>
                      </a:rPr>
                      <m:t>, 0)</m:t>
                    </m:r>
                  </m:oMath>
                </a14:m>
                <a:endParaRPr kumimoji="1" lang="ja-JP" altLang="en-US" sz="1200" dirty="0"/>
              </a:p>
            </p:txBody>
          </p:sp>
        </mc:Choice>
        <mc:Fallback>
          <p:sp>
            <p:nvSpPr>
              <p:cNvPr id="7" name="正方形/長方形 6">
                <a:extLst>
                  <a:ext uri="{FF2B5EF4-FFF2-40B4-BE49-F238E27FC236}">
                    <a16:creationId xmlns:a16="http://schemas.microsoft.com/office/drawing/2014/main" id="{DE6BD70A-F7A0-3825-1E59-0DAF5983E30C}"/>
                  </a:ext>
                </a:extLst>
              </p:cNvPr>
              <p:cNvSpPr>
                <a:spLocks noRot="1" noChangeAspect="1" noMove="1" noResize="1" noEditPoints="1" noAdjustHandles="1" noChangeArrowheads="1" noChangeShapeType="1" noTextEdit="1"/>
              </p:cNvSpPr>
              <p:nvPr/>
            </p:nvSpPr>
            <p:spPr>
              <a:xfrm>
                <a:off x="8113788" y="2583591"/>
                <a:ext cx="3150440" cy="250183"/>
              </a:xfrm>
              <a:prstGeom prst="rect">
                <a:avLst/>
              </a:prstGeom>
              <a:blipFill>
                <a:blip r:embed="rId3"/>
                <a:stretch>
                  <a:fillRect t="-4878" b="-24390"/>
                </a:stretch>
              </a:blipFill>
              <a:ln>
                <a:noFill/>
              </a:ln>
            </p:spPr>
            <p:txBody>
              <a:bodyPr/>
              <a:lstStyle/>
              <a:p>
                <a:r>
                  <a:rPr lang="ja-JP" altLang="en-US">
                    <a:noFill/>
                  </a:rPr>
                  <a:t> </a:t>
                </a:r>
              </a:p>
            </p:txBody>
          </p:sp>
        </mc:Fallback>
      </mc:AlternateContent>
      <p:sp>
        <p:nvSpPr>
          <p:cNvPr id="8" name="正方形/長方形 7">
            <a:extLst>
              <a:ext uri="{FF2B5EF4-FFF2-40B4-BE49-F238E27FC236}">
                <a16:creationId xmlns:a16="http://schemas.microsoft.com/office/drawing/2014/main" id="{0CBEE92E-8117-BD0E-8470-9B7C30504A24}"/>
              </a:ext>
            </a:extLst>
          </p:cNvPr>
          <p:cNvSpPr/>
          <p:nvPr/>
        </p:nvSpPr>
        <p:spPr>
          <a:xfrm>
            <a:off x="295991" y="2575521"/>
            <a:ext cx="3172441" cy="2974379"/>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9" name="表 8">
            <a:extLst>
              <a:ext uri="{FF2B5EF4-FFF2-40B4-BE49-F238E27FC236}">
                <a16:creationId xmlns:a16="http://schemas.microsoft.com/office/drawing/2014/main" id="{E6E27147-3F4E-CF0B-A96E-B706E8B369FE}"/>
              </a:ext>
            </a:extLst>
          </p:cNvPr>
          <p:cNvGraphicFramePr>
            <a:graphicFrameLocks noGrp="1"/>
          </p:cNvGraphicFramePr>
          <p:nvPr>
            <p:extLst>
              <p:ext uri="{D42A27DB-BD31-4B8C-83A1-F6EECF244321}">
                <p14:modId xmlns:p14="http://schemas.microsoft.com/office/powerpoint/2010/main" val="3035292069"/>
              </p:ext>
            </p:extLst>
          </p:nvPr>
        </p:nvGraphicFramePr>
        <p:xfrm>
          <a:off x="436491" y="3009224"/>
          <a:ext cx="2895395" cy="2366973"/>
        </p:xfrm>
        <a:graphic>
          <a:graphicData uri="http://schemas.openxmlformats.org/drawingml/2006/table">
            <a:tbl>
              <a:tblPr firstRow="1" bandRow="1"/>
              <a:tblGrid>
                <a:gridCol w="579079">
                  <a:extLst>
                    <a:ext uri="{9D8B030D-6E8A-4147-A177-3AD203B41FA5}">
                      <a16:colId xmlns:a16="http://schemas.microsoft.com/office/drawing/2014/main" val="1187811139"/>
                    </a:ext>
                  </a:extLst>
                </a:gridCol>
                <a:gridCol w="579079">
                  <a:extLst>
                    <a:ext uri="{9D8B030D-6E8A-4147-A177-3AD203B41FA5}">
                      <a16:colId xmlns:a16="http://schemas.microsoft.com/office/drawing/2014/main" val="3724946390"/>
                    </a:ext>
                  </a:extLst>
                </a:gridCol>
                <a:gridCol w="579079">
                  <a:extLst>
                    <a:ext uri="{9D8B030D-6E8A-4147-A177-3AD203B41FA5}">
                      <a16:colId xmlns:a16="http://schemas.microsoft.com/office/drawing/2014/main" val="1629234053"/>
                    </a:ext>
                  </a:extLst>
                </a:gridCol>
                <a:gridCol w="579079">
                  <a:extLst>
                    <a:ext uri="{9D8B030D-6E8A-4147-A177-3AD203B41FA5}">
                      <a16:colId xmlns:a16="http://schemas.microsoft.com/office/drawing/2014/main" val="2295633697"/>
                    </a:ext>
                  </a:extLst>
                </a:gridCol>
                <a:gridCol w="579079">
                  <a:extLst>
                    <a:ext uri="{9D8B030D-6E8A-4147-A177-3AD203B41FA5}">
                      <a16:colId xmlns:a16="http://schemas.microsoft.com/office/drawing/2014/main" val="203250672"/>
                    </a:ext>
                  </a:extLst>
                </a:gridCol>
              </a:tblGrid>
              <a:tr h="305914">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コマ１</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コマ２</a:t>
                      </a:r>
                      <a:endParaRPr kumimoji="1" lang="en-US" altLang="ja-JP" sz="800" dirty="0">
                        <a:solidFill>
                          <a:schemeClr val="bg1"/>
                        </a:solidFill>
                      </a:endParaRP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予測価格</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7369">
                <a:tc>
                  <a:txBody>
                    <a:bodyPr/>
                    <a:lstStyle/>
                    <a:p>
                      <a:pPr algn="ctr"/>
                      <a:r>
                        <a:rPr kumimoji="1" lang="en-US" altLang="ja-JP" sz="800" dirty="0"/>
                        <a:t>2026/4/1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7369">
                <a:tc>
                  <a:txBody>
                    <a:bodyPr/>
                    <a:lstStyle/>
                    <a:p>
                      <a:pPr algn="ctr"/>
                      <a:r>
                        <a:rPr kumimoji="1" lang="en-US" altLang="ja-JP" sz="800" dirty="0"/>
                        <a:t>2026/4/2</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7369">
                <a:tc>
                  <a:txBody>
                    <a:bodyPr/>
                    <a:lstStyle/>
                    <a:p>
                      <a:pPr algn="ctr"/>
                      <a:r>
                        <a:rPr kumimoji="1" lang="en-US" altLang="ja-JP" sz="800" dirty="0"/>
                        <a:t>2026/4/31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7369">
                <a:tc>
                  <a:txBody>
                    <a:bodyPr/>
                    <a:lstStyle/>
                    <a:p>
                      <a:pPr algn="ctr"/>
                      <a:r>
                        <a:rPr kumimoji="1" lang="en-US" altLang="ja-JP" sz="800" dirty="0"/>
                        <a:t>2026/5/1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7369">
                <a:tc>
                  <a:txBody>
                    <a:bodyPr/>
                    <a:lstStyle/>
                    <a:p>
                      <a:pPr algn="ctr"/>
                      <a:r>
                        <a:rPr kumimoji="1" lang="en-US" altLang="ja-JP" sz="800" dirty="0"/>
                        <a:t>2026/5/31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7369">
                <a:tc>
                  <a:txBody>
                    <a:bodyPr/>
                    <a:lstStyle/>
                    <a:p>
                      <a:pPr algn="ctr"/>
                      <a:r>
                        <a:rPr kumimoji="1" lang="en-US" altLang="ja-JP" sz="800" dirty="0"/>
                        <a:t>2026/6/1</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7369">
                <a:tc>
                  <a:txBody>
                    <a:bodyPr/>
                    <a:lstStyle/>
                    <a:p>
                      <a:pPr algn="ctr"/>
                      <a:r>
                        <a:rPr kumimoji="1" lang="en-US" altLang="ja-JP" sz="800" dirty="0"/>
                        <a:t>2026/6/30</a:t>
                      </a: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7369">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30059" marR="30059" marT="30059" marB="30059"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graphicFrame>
        <p:nvGraphicFramePr>
          <p:cNvPr id="10" name="表 9">
            <a:extLst>
              <a:ext uri="{FF2B5EF4-FFF2-40B4-BE49-F238E27FC236}">
                <a16:creationId xmlns:a16="http://schemas.microsoft.com/office/drawing/2014/main" id="{CE1086BC-D9E1-E0B4-0A0B-921C0808A083}"/>
              </a:ext>
            </a:extLst>
          </p:cNvPr>
          <p:cNvGraphicFramePr>
            <a:graphicFrameLocks noGrp="1"/>
          </p:cNvGraphicFramePr>
          <p:nvPr>
            <p:extLst>
              <p:ext uri="{D42A27DB-BD31-4B8C-83A1-F6EECF244321}">
                <p14:modId xmlns:p14="http://schemas.microsoft.com/office/powerpoint/2010/main" val="412875352"/>
              </p:ext>
            </p:extLst>
          </p:nvPr>
        </p:nvGraphicFramePr>
        <p:xfrm>
          <a:off x="4338148" y="3016989"/>
          <a:ext cx="2875315" cy="2359208"/>
        </p:xfrm>
        <a:graphic>
          <a:graphicData uri="http://schemas.openxmlformats.org/drawingml/2006/table">
            <a:tbl>
              <a:tblPr firstRow="1" bandRow="1"/>
              <a:tblGrid>
                <a:gridCol w="575063">
                  <a:extLst>
                    <a:ext uri="{9D8B030D-6E8A-4147-A177-3AD203B41FA5}">
                      <a16:colId xmlns:a16="http://schemas.microsoft.com/office/drawing/2014/main" val="1187811139"/>
                    </a:ext>
                  </a:extLst>
                </a:gridCol>
                <a:gridCol w="575063">
                  <a:extLst>
                    <a:ext uri="{9D8B030D-6E8A-4147-A177-3AD203B41FA5}">
                      <a16:colId xmlns:a16="http://schemas.microsoft.com/office/drawing/2014/main" val="3724946390"/>
                    </a:ext>
                  </a:extLst>
                </a:gridCol>
                <a:gridCol w="575063">
                  <a:extLst>
                    <a:ext uri="{9D8B030D-6E8A-4147-A177-3AD203B41FA5}">
                      <a16:colId xmlns:a16="http://schemas.microsoft.com/office/drawing/2014/main" val="1629234053"/>
                    </a:ext>
                  </a:extLst>
                </a:gridCol>
                <a:gridCol w="575063">
                  <a:extLst>
                    <a:ext uri="{9D8B030D-6E8A-4147-A177-3AD203B41FA5}">
                      <a16:colId xmlns:a16="http://schemas.microsoft.com/office/drawing/2014/main" val="2295633697"/>
                    </a:ext>
                  </a:extLst>
                </a:gridCol>
                <a:gridCol w="575063">
                  <a:extLst>
                    <a:ext uri="{9D8B030D-6E8A-4147-A177-3AD203B41FA5}">
                      <a16:colId xmlns:a16="http://schemas.microsoft.com/office/drawing/2014/main" val="203250672"/>
                    </a:ext>
                  </a:extLst>
                </a:gridCol>
              </a:tblGrid>
              <a:tr h="312438">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tx1"/>
                          </a:solidFill>
                        </a:rPr>
                        <a:t>リプレ</a:t>
                      </a:r>
                      <a:endParaRPr kumimoji="1" lang="en-US" altLang="ja-JP" sz="800" dirty="0">
                        <a:solidFill>
                          <a:schemeClr val="tx1"/>
                        </a:solidFill>
                      </a:endParaRPr>
                    </a:p>
                    <a:p>
                      <a:pPr algn="ctr"/>
                      <a:r>
                        <a:rPr kumimoji="1" lang="ja-JP" altLang="en-US" sz="800" dirty="0">
                          <a:solidFill>
                            <a:schemeClr val="tx1"/>
                          </a:solidFill>
                        </a:rPr>
                        <a:t>五井</a:t>
                      </a:r>
                      <a:endParaRPr kumimoji="1" lang="en-US" altLang="ja-JP"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kumimoji="1" lang="ja-JP" altLang="en-US"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tx1"/>
                          </a:solidFill>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tx1"/>
                          </a:solidFill>
                        </a:rPr>
                        <a:t>住友大阪</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79715963"/>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6070">
                <a:tc>
                  <a:txBody>
                    <a:bodyPr/>
                    <a:lstStyle/>
                    <a:p>
                      <a:pPr algn="ctr"/>
                      <a:r>
                        <a:rPr kumimoji="1" lang="en-US" altLang="ja-JP" sz="800" dirty="0"/>
                        <a:t>2026/4/31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6070">
                <a:tc>
                  <a:txBody>
                    <a:bodyPr/>
                    <a:lstStyle/>
                    <a:p>
                      <a:pPr algn="ctr"/>
                      <a:r>
                        <a:rPr kumimoji="1" lang="en-US" altLang="ja-JP" sz="800" dirty="0"/>
                        <a:t>2026/5/1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6070">
                <a:tc>
                  <a:txBody>
                    <a:bodyPr/>
                    <a:lstStyle/>
                    <a:p>
                      <a:pPr algn="ctr"/>
                      <a:r>
                        <a:rPr kumimoji="1" lang="en-US" altLang="ja-JP" sz="800" dirty="0"/>
                        <a:t>2026/5/31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6070">
                <a:tc>
                  <a:txBody>
                    <a:bodyPr/>
                    <a:lstStyle/>
                    <a:p>
                      <a:pPr algn="ctr"/>
                      <a:r>
                        <a:rPr kumimoji="1" lang="en-US" altLang="ja-JP" sz="800" dirty="0"/>
                        <a:t>2026/6/1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6070">
                <a:tc>
                  <a:txBody>
                    <a:bodyPr/>
                    <a:lstStyle/>
                    <a:p>
                      <a:pPr algn="ctr"/>
                      <a:r>
                        <a:rPr kumimoji="1" lang="en-US" altLang="ja-JP" sz="800" dirty="0"/>
                        <a:t>2026/6/30</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mc:AlternateContent xmlns:mc="http://schemas.openxmlformats.org/markup-compatibility/2006">
        <mc:Choice xmlns:a14="http://schemas.microsoft.com/office/drawing/2010/main" Requires="a14">
          <p:sp>
            <p:nvSpPr>
              <p:cNvPr id="11" name="正方形/長方形 10">
                <a:extLst>
                  <a:ext uri="{FF2B5EF4-FFF2-40B4-BE49-F238E27FC236}">
                    <a16:creationId xmlns:a16="http://schemas.microsoft.com/office/drawing/2014/main" id="{3A1568F9-9331-6AA7-7F14-3EE5FC99DEC8}"/>
                  </a:ext>
                </a:extLst>
              </p:cNvPr>
              <p:cNvSpPr/>
              <p:nvPr/>
            </p:nvSpPr>
            <p:spPr>
              <a:xfrm>
                <a:off x="295992" y="2583592"/>
                <a:ext cx="3172440" cy="25193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価格モデルから算出した予想価格</a:t>
                </a:r>
                <a:r>
                  <a:rPr lang="ja-JP" altLang="en-US"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𝑃</m:t>
                        </m:r>
                      </m:e>
                      <m:sub>
                        <m:r>
                          <a:rPr lang="en-US" altLang="ja-JP" sz="1400" i="1">
                            <a:latin typeface="Cambria Math" panose="02040503050406030204" pitchFamily="18" charset="0"/>
                          </a:rPr>
                          <m:t>𝑡</m:t>
                        </m:r>
                        <m:r>
                          <a:rPr lang="en-US" altLang="ja-JP" sz="1400" b="0" i="1" smtClean="0">
                            <a:latin typeface="Cambria Math" panose="02040503050406030204" pitchFamily="18" charset="0"/>
                          </a:rPr>
                          <m:t>, </m:t>
                        </m:r>
                        <m:r>
                          <a:rPr lang="en-US" altLang="ja-JP" sz="1400" b="0" i="1" smtClean="0">
                            <a:latin typeface="Cambria Math" panose="02040503050406030204" pitchFamily="18" charset="0"/>
                          </a:rPr>
                          <m:t>𝑖</m:t>
                        </m:r>
                      </m:sub>
                    </m:sSub>
                  </m:oMath>
                </a14:m>
                <a:endParaRPr kumimoji="1" lang="ja-JP" altLang="en-US" sz="1400" dirty="0"/>
              </a:p>
            </p:txBody>
          </p:sp>
        </mc:Choice>
        <mc:Fallback>
          <p:sp>
            <p:nvSpPr>
              <p:cNvPr id="11" name="正方形/長方形 10">
                <a:extLst>
                  <a:ext uri="{FF2B5EF4-FFF2-40B4-BE49-F238E27FC236}">
                    <a16:creationId xmlns:a16="http://schemas.microsoft.com/office/drawing/2014/main" id="{3A1568F9-9331-6AA7-7F14-3EE5FC99DEC8}"/>
                  </a:ext>
                </a:extLst>
              </p:cNvPr>
              <p:cNvSpPr>
                <a:spLocks noRot="1" noChangeAspect="1" noMove="1" noResize="1" noEditPoints="1" noAdjustHandles="1" noChangeArrowheads="1" noChangeShapeType="1" noTextEdit="1"/>
              </p:cNvSpPr>
              <p:nvPr/>
            </p:nvSpPr>
            <p:spPr>
              <a:xfrm>
                <a:off x="295992" y="2583592"/>
                <a:ext cx="3172440" cy="251930"/>
              </a:xfrm>
              <a:prstGeom prst="rect">
                <a:avLst/>
              </a:prstGeom>
              <a:blipFill>
                <a:blip r:embed="rId4"/>
                <a:stretch>
                  <a:fillRect l="-192" t="-14634" b="-36585"/>
                </a:stretch>
              </a:blipFill>
              <a:ln>
                <a:noFill/>
              </a:ln>
            </p:spPr>
            <p:txBody>
              <a:bodyPr/>
              <a:lstStyle/>
              <a:p>
                <a:r>
                  <a:rPr lang="ja-JP" altLang="en-US">
                    <a:noFill/>
                  </a:rPr>
                  <a:t> </a:t>
                </a:r>
              </a:p>
            </p:txBody>
          </p:sp>
        </mc:Fallback>
      </mc:AlternateContent>
      <p:graphicFrame>
        <p:nvGraphicFramePr>
          <p:cNvPr id="12" name="表 11">
            <a:extLst>
              <a:ext uri="{FF2B5EF4-FFF2-40B4-BE49-F238E27FC236}">
                <a16:creationId xmlns:a16="http://schemas.microsoft.com/office/drawing/2014/main" id="{C82F7DEA-9826-D313-FF50-8D1E1B131EBD}"/>
              </a:ext>
            </a:extLst>
          </p:cNvPr>
          <p:cNvGraphicFramePr>
            <a:graphicFrameLocks noGrp="1"/>
          </p:cNvGraphicFramePr>
          <p:nvPr>
            <p:extLst>
              <p:ext uri="{D42A27DB-BD31-4B8C-83A1-F6EECF244321}">
                <p14:modId xmlns:p14="http://schemas.microsoft.com/office/powerpoint/2010/main" val="799855729"/>
              </p:ext>
            </p:extLst>
          </p:nvPr>
        </p:nvGraphicFramePr>
        <p:xfrm>
          <a:off x="8255652" y="3016989"/>
          <a:ext cx="2875317" cy="2359208"/>
        </p:xfrm>
        <a:graphic>
          <a:graphicData uri="http://schemas.openxmlformats.org/drawingml/2006/table">
            <a:tbl>
              <a:tblPr firstRow="1" bandRow="1"/>
              <a:tblGrid>
                <a:gridCol w="575063">
                  <a:extLst>
                    <a:ext uri="{9D8B030D-6E8A-4147-A177-3AD203B41FA5}">
                      <a16:colId xmlns:a16="http://schemas.microsoft.com/office/drawing/2014/main" val="1187811139"/>
                    </a:ext>
                  </a:extLst>
                </a:gridCol>
                <a:gridCol w="627456">
                  <a:extLst>
                    <a:ext uri="{9D8B030D-6E8A-4147-A177-3AD203B41FA5}">
                      <a16:colId xmlns:a16="http://schemas.microsoft.com/office/drawing/2014/main" val="3724946390"/>
                    </a:ext>
                  </a:extLst>
                </a:gridCol>
                <a:gridCol w="574177">
                  <a:extLst>
                    <a:ext uri="{9D8B030D-6E8A-4147-A177-3AD203B41FA5}">
                      <a16:colId xmlns:a16="http://schemas.microsoft.com/office/drawing/2014/main" val="1629234053"/>
                    </a:ext>
                  </a:extLst>
                </a:gridCol>
                <a:gridCol w="523558">
                  <a:extLst>
                    <a:ext uri="{9D8B030D-6E8A-4147-A177-3AD203B41FA5}">
                      <a16:colId xmlns:a16="http://schemas.microsoft.com/office/drawing/2014/main" val="2295633697"/>
                    </a:ext>
                  </a:extLst>
                </a:gridCol>
                <a:gridCol w="575063">
                  <a:extLst>
                    <a:ext uri="{9D8B030D-6E8A-4147-A177-3AD203B41FA5}">
                      <a16:colId xmlns:a16="http://schemas.microsoft.com/office/drawing/2014/main" val="203250672"/>
                    </a:ext>
                  </a:extLst>
                </a:gridCol>
              </a:tblGrid>
              <a:tr h="312438">
                <a:tc>
                  <a:txBody>
                    <a:bodyPr/>
                    <a:lstStyle/>
                    <a:p>
                      <a:pPr algn="ctr"/>
                      <a:r>
                        <a:rPr kumimoji="1" lang="ja-JP" altLang="en-US" sz="800" dirty="0">
                          <a:solidFill>
                            <a:schemeClr val="bg1"/>
                          </a:solidFill>
                        </a:rPr>
                        <a:t>将来予測</a:t>
                      </a:r>
                      <a:endParaRPr kumimoji="1" lang="en-US" altLang="ja-JP" sz="800" dirty="0">
                        <a:solidFill>
                          <a:schemeClr val="bg1"/>
                        </a:solidFill>
                      </a:endParaRPr>
                    </a:p>
                    <a:p>
                      <a:pPr algn="ctr"/>
                      <a:r>
                        <a:rPr kumimoji="1" lang="ja-JP" altLang="en-US" sz="800" dirty="0">
                          <a:solidFill>
                            <a:schemeClr val="bg1"/>
                          </a:solidFill>
                        </a:rPr>
                        <a:t>日付</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tx1"/>
                          </a:solidFill>
                        </a:rPr>
                        <a:t>契約</a:t>
                      </a:r>
                      <a:endParaRPr kumimoji="1" lang="en-US" altLang="ja-JP" sz="800" dirty="0">
                        <a:solidFill>
                          <a:schemeClr val="tx1"/>
                        </a:solidFill>
                      </a:endParaRP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kumimoji="1" lang="ja-JP" altLang="en-US" sz="800" dirty="0">
                          <a:solidFill>
                            <a:schemeClr val="bg1"/>
                          </a:solidFill>
                        </a:rPr>
                        <a:t>コマ</a:t>
                      </a:r>
                      <a:r>
                        <a:rPr kumimoji="1" lang="en-US" altLang="ja-JP" sz="800" dirty="0">
                          <a:solidFill>
                            <a:schemeClr val="bg1"/>
                          </a:solidFill>
                        </a:rPr>
                        <a:t>1</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800" dirty="0">
                          <a:solidFill>
                            <a:schemeClr val="bg1"/>
                          </a:solidFill>
                        </a:rPr>
                        <a:t>コマ</a:t>
                      </a:r>
                      <a:r>
                        <a:rPr kumimoji="1" lang="en-US" altLang="ja-JP" sz="800" dirty="0">
                          <a:solidFill>
                            <a:schemeClr val="bg1"/>
                          </a:solidFill>
                        </a:rPr>
                        <a:t>48</a:t>
                      </a:r>
                    </a:p>
                    <a:p>
                      <a:pPr algn="ctr"/>
                      <a:r>
                        <a:rPr kumimoji="1" lang="ja-JP" altLang="en-US" sz="800" dirty="0">
                          <a:solidFill>
                            <a:schemeClr val="bg1"/>
                          </a:solidFill>
                        </a:rPr>
                        <a:t>ペイオフ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979715963"/>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310317"/>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105564"/>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847630"/>
                  </a:ext>
                </a:extLst>
              </a:tr>
              <a:tr h="186070">
                <a:tc>
                  <a:txBody>
                    <a:bodyPr/>
                    <a:lstStyle/>
                    <a:p>
                      <a:pPr algn="ctr"/>
                      <a:r>
                        <a:rPr kumimoji="1" lang="en-US" altLang="ja-JP" sz="800" dirty="0"/>
                        <a:t>2026/4/31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dirty="0"/>
                        <a:t>リプレ五井</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88111"/>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5483338"/>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1671749"/>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4280249"/>
                  </a:ext>
                </a:extLst>
              </a:tr>
              <a:tr h="186070">
                <a:tc>
                  <a:txBody>
                    <a:bodyPr/>
                    <a:lstStyle/>
                    <a:p>
                      <a:pPr algn="ctr"/>
                      <a:r>
                        <a:rPr kumimoji="1" lang="en-US" altLang="ja-JP" sz="800" dirty="0"/>
                        <a:t>2026/4/31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相馬共火</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29860"/>
                  </a:ext>
                </a:extLst>
              </a:tr>
              <a:tr h="186070">
                <a:tc>
                  <a:txBody>
                    <a:bodyPr/>
                    <a:lstStyle/>
                    <a:p>
                      <a:pPr algn="ctr"/>
                      <a:r>
                        <a:rPr kumimoji="1" lang="en-US" altLang="ja-JP" sz="800" dirty="0"/>
                        <a:t>2026/4/1</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日鉄釜石</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0009090"/>
                  </a:ext>
                </a:extLst>
              </a:tr>
              <a:tr h="186070">
                <a:tc>
                  <a:txBody>
                    <a:bodyPr/>
                    <a:lstStyle/>
                    <a:p>
                      <a:pPr algn="ctr"/>
                      <a:r>
                        <a:rPr kumimoji="1" lang="en-US" altLang="ja-JP" sz="800" dirty="0"/>
                        <a:t>2026/4/2</a:t>
                      </a: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日鉄釜石</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800" dirty="0"/>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7003020"/>
                  </a:ext>
                </a:extLst>
              </a:tr>
              <a:tr h="186070">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800" dirty="0"/>
                        <a:t>・・・</a:t>
                      </a:r>
                    </a:p>
                  </a:txBody>
                  <a:tcPr marL="29851" marR="29851" marT="29851" marB="2985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88691"/>
                  </a:ext>
                </a:extLst>
              </a:tr>
            </a:tbl>
          </a:graphicData>
        </a:graphic>
      </p:graphicFrame>
    </p:spTree>
    <p:extLst>
      <p:ext uri="{BB962C8B-B14F-4D97-AF65-F5344CB8AC3E}">
        <p14:creationId xmlns:p14="http://schemas.microsoft.com/office/powerpoint/2010/main" val="31884847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9167</TotalTime>
  <Words>6909</Words>
  <Application>Microsoft Office PowerPoint</Application>
  <PresentationFormat>ワイド画面</PresentationFormat>
  <Paragraphs>2567</Paragraphs>
  <Slides>24</Slides>
  <Notes>9</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游ゴシック</vt:lpstr>
      <vt:lpstr>游ゴシック Light</vt:lpstr>
      <vt:lpstr>Arial</vt:lpstr>
      <vt:lpstr>Cambria Math</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各指標データの読み込み</vt:lpstr>
      <vt:lpstr>時系列モデルによる価格表現とパラメータ推定</vt:lpstr>
      <vt:lpstr>予測日次平均スポット価格からコマ別予測価格への調整</vt:lpstr>
      <vt:lpstr>行使価格の将来価格計算</vt:lpstr>
      <vt:lpstr>PowerPoint プレゼンテーション</vt:lpstr>
      <vt:lpstr>PowerPoint プレゼンテーション</vt:lpstr>
      <vt:lpstr>上限のないペイオフ</vt:lpstr>
      <vt:lpstr>増量オプションのペイオフ計算</vt:lpstr>
      <vt:lpstr>減量オプションのペイオフ計算</vt:lpstr>
      <vt:lpstr>シミュレーションに関する基本設定　シミュレーションに関する補足？</vt:lpstr>
      <vt:lpstr>増量</vt:lpstr>
      <vt:lpstr>減量</vt:lpstr>
      <vt:lpstr>コマ上限のみ存在する契約</vt:lpstr>
      <vt:lpstr>１コマ、及び１日の上限が設定されている契約</vt:lpstr>
      <vt:lpstr>１コマ、１日、及び１か月の上限が設定されているケース</vt:lpstr>
      <vt:lpstr>PowerPoint プレゼンテーション</vt:lpstr>
      <vt:lpstr>最終的なオプション価値の算定</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 I</dc:creator>
  <cp:lastModifiedBy>Y I</cp:lastModifiedBy>
  <cp:revision>2</cp:revision>
  <dcterms:created xsi:type="dcterms:W3CDTF">2025-11-29T00:53:09Z</dcterms:created>
  <dcterms:modified xsi:type="dcterms:W3CDTF">2025-12-19T13:09:44Z</dcterms:modified>
</cp:coreProperties>
</file>